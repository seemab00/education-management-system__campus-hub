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31"/>
  </p:handoutMasterIdLst>
  <p:sldIdLst>
    <p:sldId id="257" r:id="rId3"/>
    <p:sldId id="258" r:id="rId5"/>
    <p:sldId id="259" r:id="rId6"/>
    <p:sldId id="286" r:id="rId7"/>
    <p:sldId id="314" r:id="rId8"/>
    <p:sldId id="260" r:id="rId9"/>
    <p:sldId id="315" r:id="rId10"/>
    <p:sldId id="288" r:id="rId11"/>
    <p:sldId id="318" r:id="rId12"/>
    <p:sldId id="272" r:id="rId13"/>
    <p:sldId id="319" r:id="rId14"/>
    <p:sldId id="296" r:id="rId15"/>
    <p:sldId id="320" r:id="rId16"/>
    <p:sldId id="327" r:id="rId17"/>
    <p:sldId id="321" r:id="rId18"/>
    <p:sldId id="328" r:id="rId19"/>
    <p:sldId id="322" r:id="rId20"/>
    <p:sldId id="334" r:id="rId21"/>
    <p:sldId id="349" r:id="rId22"/>
    <p:sldId id="351" r:id="rId23"/>
    <p:sldId id="352" r:id="rId24"/>
    <p:sldId id="353" r:id="rId25"/>
    <p:sldId id="324" r:id="rId26"/>
    <p:sldId id="335" r:id="rId27"/>
    <p:sldId id="325" r:id="rId28"/>
    <p:sldId id="263" r:id="rId29"/>
    <p:sldId id="348" r:id="rId30"/>
  </p:sldIdLst>
  <p:sldSz cx="12192000" cy="6858000"/>
  <p:notesSz cx="6858000" cy="9144000"/>
  <p:defaultTextStyle>
    <a:defPPr>
      <a:defRPr lang="zh-CN"/>
    </a:defPPr>
    <a:lvl1pPr algn="l" defTabSz="1217930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Calibri" panose="020F0502020204030204" pitchFamily="34" charset="0"/>
        <a:ea typeface="幼圆" panose="02010509060101010101" pitchFamily="49" charset="-122"/>
        <a:cs typeface="+mn-cs"/>
      </a:defRPr>
    </a:lvl1pPr>
    <a:lvl2pPr marL="608330" indent="-151130" algn="l" defTabSz="1217930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Calibri" panose="020F0502020204030204" pitchFamily="34" charset="0"/>
        <a:ea typeface="幼圆" panose="02010509060101010101" pitchFamily="49" charset="-122"/>
        <a:cs typeface="+mn-cs"/>
      </a:defRPr>
    </a:lvl2pPr>
    <a:lvl3pPr marL="1217930" indent="-303530" algn="l" defTabSz="1217930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Calibri" panose="020F0502020204030204" pitchFamily="34" charset="0"/>
        <a:ea typeface="幼圆" panose="02010509060101010101" pitchFamily="49" charset="-122"/>
        <a:cs typeface="+mn-cs"/>
      </a:defRPr>
    </a:lvl3pPr>
    <a:lvl4pPr marL="1827530" indent="-455930" algn="l" defTabSz="1217930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Calibri" panose="020F0502020204030204" pitchFamily="34" charset="0"/>
        <a:ea typeface="幼圆" panose="02010509060101010101" pitchFamily="49" charset="-122"/>
        <a:cs typeface="+mn-cs"/>
      </a:defRPr>
    </a:lvl4pPr>
    <a:lvl5pPr marL="2437130" indent="-608330" algn="l" defTabSz="1217930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Calibri" panose="020F0502020204030204" pitchFamily="34" charset="0"/>
        <a:ea typeface="幼圆" panose="02010509060101010101" pitchFamily="49" charset="-122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Calibri" panose="020F0502020204030204" pitchFamily="34" charset="0"/>
        <a:ea typeface="幼圆" panose="02010509060101010101" pitchFamily="49" charset="-122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Calibri" panose="020F0502020204030204" pitchFamily="34" charset="0"/>
        <a:ea typeface="幼圆" panose="02010509060101010101" pitchFamily="49" charset="-122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Calibri" panose="020F0502020204030204" pitchFamily="34" charset="0"/>
        <a:ea typeface="幼圆" panose="02010509060101010101" pitchFamily="49" charset="-122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Calibri" panose="020F0502020204030204" pitchFamily="34" charset="0"/>
        <a:ea typeface="幼圆" panose="02010509060101010101" pitchFamily="49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EFFFF"/>
    <a:srgbClr val="EB4A6A"/>
    <a:srgbClr val="E0021E"/>
    <a:srgbClr val="EEE8F4"/>
    <a:srgbClr val="404040"/>
    <a:srgbClr val="C7994C"/>
    <a:srgbClr val="59C8D6"/>
    <a:srgbClr val="FFCC63"/>
    <a:srgbClr val="EF5263"/>
    <a:srgbClr val="0084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68" d="100"/>
          <a:sy n="68" d="100"/>
        </p:scale>
        <p:origin x="81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4" Type="http://schemas.openxmlformats.org/officeDocument/2006/relationships/tableStyles" Target="tableStyles.xml"/><Relationship Id="rId33" Type="http://schemas.openxmlformats.org/officeDocument/2006/relationships/viewProps" Target="viewProps.xml"/><Relationship Id="rId32" Type="http://schemas.openxmlformats.org/officeDocument/2006/relationships/presProps" Target="presProps.xml"/><Relationship Id="rId31" Type="http://schemas.openxmlformats.org/officeDocument/2006/relationships/handoutMaster" Target="handoutMasters/handoutMaster1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ea typeface="Arial" panose="020B0604020202020204" pitchFamily="34" charset="0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ea typeface="Arial" panose="020B0604020202020204" pitchFamily="34" charset="0"/>
              </a:defRPr>
            </a:lvl1pPr>
          </a:lstStyle>
          <a:p>
            <a:fld id="{98C2A628-5979-4657-85CB-1651BBF7C98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ea typeface="Arial" panose="020B0604020202020204" pitchFamily="34" charset="0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ea typeface="Arial" panose="020B0604020202020204" pitchFamily="34" charset="0"/>
              </a:defRPr>
            </a:lvl1pPr>
          </a:lstStyle>
          <a:p>
            <a:fld id="{F67188B5-F242-46A8-BC70-F730184234EA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12192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865" dirty="0"/>
          </a:p>
        </p:txBody>
      </p:sp>
      <p:sp>
        <p:nvSpPr>
          <p:cNvPr id="7172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/>
          <a:lstStyle>
            <a:lvl1pPr>
              <a:spcBef>
                <a:spcPct val="30000"/>
              </a:spcBef>
              <a:buFont typeface="Arial" panose="020B0604020202020204" pitchFamily="34" charset="0"/>
              <a:defRPr>
                <a:solidFill>
                  <a:srgbClr val="FF0000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6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6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6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6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5pPr>
            <a:lvl6pPr marL="2514600" indent="-228600" defTabSz="1217930" eaLnBrk="0" fontAlgn="base" hangingPunct="0">
              <a:spcBef>
                <a:spcPct val="3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6pPr>
            <a:lvl7pPr marL="2971800" indent="-228600" defTabSz="1217930" eaLnBrk="0" fontAlgn="base" hangingPunct="0">
              <a:spcBef>
                <a:spcPct val="3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7pPr>
            <a:lvl8pPr marL="3429000" indent="-228600" defTabSz="1217930" eaLnBrk="0" fontAlgn="base" hangingPunct="0">
              <a:spcBef>
                <a:spcPct val="3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8pPr>
            <a:lvl9pPr marL="3886200" indent="-228600" defTabSz="1217930" eaLnBrk="0" fontAlgn="base" hangingPunct="0">
              <a:spcBef>
                <a:spcPct val="3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9pPr>
          </a:lstStyle>
          <a:p>
            <a:pPr defTabSz="1217930"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fld id="{FADC5A8A-2915-45FF-8245-75070A7CF0E2}" type="slidenum">
              <a:rPr lang="zh-CN" altLang="en-US" smtClean="0">
                <a:solidFill>
                  <a:schemeClr val="tx1"/>
                </a:solidFill>
              </a:rPr>
            </a:fld>
            <a:endParaRPr lang="zh-CN" altLang="en-US">
              <a:solidFill>
                <a:schemeClr val="tx1"/>
              </a:solidFill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2400">
              <a:ea typeface="Arial" panose="020B0604020202020204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45610" y="4293443"/>
            <a:ext cx="6429910" cy="798734"/>
          </a:xfrm>
          <a:noFill/>
        </p:spPr>
        <p:txBody>
          <a:bodyPr>
            <a:normAutofit/>
          </a:bodyPr>
          <a:lstStyle>
            <a:lvl1pPr marL="0" indent="0" algn="ctr">
              <a:lnSpc>
                <a:spcPct val="150000"/>
              </a:lnSpc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单击以编辑母版副标题样式</a:t>
            </a:r>
            <a:endParaRPr lang="en-US" dirty="0"/>
          </a:p>
        </p:txBody>
      </p:sp>
      <p:sp>
        <p:nvSpPr>
          <p:cNvPr id="29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3B25E68-99F1-4046-B09B-134B52642AC8}" type="datetimeFigureOut">
              <a:rPr lang="zh-CN" altLang="en-US" smtClean="0"/>
            </a:fld>
            <a:endParaRPr lang="zh-CN" altLang="en-US"/>
          </a:p>
        </p:txBody>
      </p:sp>
      <p:sp>
        <p:nvSpPr>
          <p:cNvPr id="30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31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E3CA578-6D8C-4084-809D-66D25A20E1A2}" type="slidenum">
              <a:rPr lang="zh-CN" altLang="en-US" smtClean="0"/>
            </a:fld>
            <a:endParaRPr lang="zh-CN" alt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1674" y="1510146"/>
            <a:ext cx="6456218" cy="2549238"/>
          </a:xfrm>
          <a:noFill/>
        </p:spPr>
        <p:txBody>
          <a:bodyPr anchor="ctr">
            <a:normAutofit/>
          </a:bodyPr>
          <a:lstStyle>
            <a:lvl1pPr algn="ctr">
              <a:lnSpc>
                <a:spcPct val="150000"/>
              </a:lnSpc>
              <a:defRPr sz="4400" b="1" i="0">
                <a:ln>
                  <a:noFill/>
                </a:ln>
                <a:solidFill>
                  <a:schemeClr val="accent1"/>
                </a:solidFill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3B25E68-99F1-4046-B09B-134B52642AC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E3CA578-6D8C-4084-809D-66D25A20E1A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noAutofit/>
          </a:bodyPr>
          <a:lstStyle/>
          <a:p>
            <a:pPr lvl="0" algn="ctr"/>
            <a:endParaRPr lang="zh-CN" altLang="en-US">
              <a:ea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3965" y="1427020"/>
            <a:ext cx="6470071" cy="2527276"/>
          </a:xfrm>
        </p:spPr>
        <p:txBody>
          <a:bodyPr anchor="ctr"/>
          <a:lstStyle>
            <a:lvl1pPr algn="ctr">
              <a:lnSpc>
                <a:spcPct val="150000"/>
              </a:lnSpc>
              <a:defRPr sz="4400" b="0">
                <a:ln>
                  <a:noFill/>
                </a:ln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196074" y="4090820"/>
            <a:ext cx="6467758" cy="917032"/>
          </a:xfrm>
        </p:spPr>
        <p:txBody>
          <a:bodyPr/>
          <a:lstStyle>
            <a:lvl1pPr marL="0" indent="0" algn="ctr">
              <a:lnSpc>
                <a:spcPct val="150000"/>
              </a:lnSpc>
              <a:buNone/>
              <a:defRPr sz="2400">
                <a:ln>
                  <a:noFill/>
                </a:ln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11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3B25E68-99F1-4046-B09B-134B52642AC8}" type="datetimeFigureOut">
              <a:rPr lang="zh-CN" altLang="en-US" smtClean="0"/>
            </a:fld>
            <a:endParaRPr lang="zh-CN" altLang="en-US"/>
          </a:p>
        </p:txBody>
      </p:sp>
      <p:sp>
        <p:nvSpPr>
          <p:cNvPr id="12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E3CA578-6D8C-4084-809D-66D25A20E1A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3pPr>
              <a:defRPr>
                <a:ea typeface="Arial" panose="020B0604020202020204" pitchFamily="34" charset="0"/>
              </a:defRPr>
            </a:lvl3pPr>
            <a:lvl4pPr>
              <a:defRPr>
                <a:ea typeface="Arial" panose="020B0604020202020204" pitchFamily="34" charset="0"/>
              </a:defRPr>
            </a:lvl4pPr>
            <a:lvl5pPr>
              <a:defRPr>
                <a:ea typeface="Arial" panose="020B0604020202020204" pitchFamily="34" charset="0"/>
              </a:defRPr>
            </a:lvl5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3pPr>
              <a:defRPr>
                <a:ea typeface="Arial" panose="020B0604020202020204" pitchFamily="34" charset="0"/>
              </a:defRPr>
            </a:lvl3pPr>
            <a:lvl4pPr>
              <a:defRPr>
                <a:ea typeface="Arial" panose="020B0604020202020204" pitchFamily="34" charset="0"/>
              </a:defRPr>
            </a:lvl4pPr>
            <a:lvl5pPr>
              <a:defRPr>
                <a:ea typeface="Arial" panose="020B0604020202020204" pitchFamily="34" charset="0"/>
              </a:defRPr>
            </a:lvl5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3B25E68-99F1-4046-B09B-134B52642AC8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E3CA578-6D8C-4084-809D-66D25A20E1A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839789" y="2505075"/>
            <a:ext cx="5157787" cy="3684588"/>
          </a:xfrm>
        </p:spPr>
        <p:txBody>
          <a:bodyPr/>
          <a:lstStyle>
            <a:lvl3pPr>
              <a:defRPr>
                <a:ea typeface="Arial" panose="020B0604020202020204" pitchFamily="34" charset="0"/>
              </a:defRPr>
            </a:lvl3pPr>
            <a:lvl4pPr>
              <a:defRPr>
                <a:ea typeface="Arial" panose="020B0604020202020204" pitchFamily="34" charset="0"/>
              </a:defRPr>
            </a:lvl4pPr>
            <a:lvl5pPr>
              <a:defRPr>
                <a:ea typeface="Arial" panose="020B0604020202020204" pitchFamily="34" charset="0"/>
              </a:defRPr>
            </a:lvl5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6172201" y="2505075"/>
            <a:ext cx="5183188" cy="3684588"/>
          </a:xfrm>
        </p:spPr>
        <p:txBody>
          <a:bodyPr/>
          <a:lstStyle>
            <a:lvl3pPr>
              <a:defRPr>
                <a:ea typeface="Arial" panose="020B0604020202020204" pitchFamily="34" charset="0"/>
              </a:defRPr>
            </a:lvl3pPr>
            <a:lvl4pPr>
              <a:defRPr>
                <a:ea typeface="Arial" panose="020B0604020202020204" pitchFamily="34" charset="0"/>
              </a:defRPr>
            </a:lvl4pPr>
            <a:lvl5pPr>
              <a:defRPr>
                <a:ea typeface="Arial" panose="020B0604020202020204" pitchFamily="34" charset="0"/>
              </a:defRPr>
            </a:lvl5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3B25E68-99F1-4046-B09B-134B52642AC8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E3CA578-6D8C-4084-809D-66D25A20E1A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3B25E68-99F1-4046-B09B-134B52642AC8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E3CA578-6D8C-4084-809D-66D25A20E1A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空白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3B25E68-99F1-4046-B09B-134B52642AC8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E3CA578-6D8C-4084-809D-66D25A20E1A2}" type="slidenum">
              <a:rPr lang="zh-CN" altLang="en-US" smtClean="0"/>
            </a:fld>
            <a:endParaRPr lang="zh-CN" altLang="en-US"/>
          </a:p>
        </p:txBody>
      </p:sp>
      <p:sp>
        <p:nvSpPr>
          <p:cNvPr id="6" name="矩形 5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noAutofit/>
          </a:bodyPr>
          <a:lstStyle/>
          <a:p>
            <a:pPr lvl="0" algn="ctr"/>
            <a:endParaRPr lang="zh-CN" altLang="en-US">
              <a:ea typeface="Arial" panose="020B0604020202020204" pitchFamily="34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>
                <a:ea typeface="Arial" panose="020B0604020202020204" pitchFamily="34" charset="0"/>
              </a:defRPr>
            </a:lvl3pPr>
            <a:lvl4pPr>
              <a:defRPr sz="2000">
                <a:ea typeface="Arial" panose="020B0604020202020204" pitchFamily="34" charset="0"/>
              </a:defRPr>
            </a:lvl4pPr>
            <a:lvl5pPr>
              <a:defRPr sz="2000">
                <a:ea typeface="Arial" panose="020B0604020202020204" pitchFamily="34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3B25E68-99F1-4046-B09B-134B52642AC8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E3CA578-6D8C-4084-809D-66D25A20E1A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/>
              <a:t>单击图标添加图片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3B25E68-99F1-4046-B09B-134B52642AC8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E3CA578-6D8C-4084-809D-66D25A20E1A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>
            <a:lvl3pPr>
              <a:defRPr>
                <a:ea typeface="Arial" panose="020B0604020202020204" pitchFamily="34" charset="0"/>
              </a:defRPr>
            </a:lvl3pPr>
            <a:lvl4pPr>
              <a:defRPr>
                <a:ea typeface="Arial" panose="020B0604020202020204" pitchFamily="34" charset="0"/>
              </a:defRPr>
            </a:lvl4pPr>
            <a:lvl5pPr>
              <a:defRPr>
                <a:ea typeface="Arial" panose="020B0604020202020204" pitchFamily="34" charset="0"/>
              </a:defRPr>
            </a:lvl5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3B25E68-99F1-4046-B09B-134B52642AC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E3CA578-6D8C-4084-809D-66D25A20E1A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>
            <a:lvl3pPr>
              <a:defRPr>
                <a:ea typeface="Arial" panose="020B0604020202020204" pitchFamily="34" charset="0"/>
              </a:defRPr>
            </a:lvl3pPr>
            <a:lvl4pPr>
              <a:defRPr>
                <a:ea typeface="Arial" panose="020B0604020202020204" pitchFamily="34" charset="0"/>
              </a:defRPr>
            </a:lvl4pPr>
            <a:lvl5pPr>
              <a:defRPr>
                <a:ea typeface="Arial" panose="020B0604020202020204" pitchFamily="34" charset="0"/>
              </a:defRPr>
            </a:lvl5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3B25E68-99F1-4046-B09B-134B52642AC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E3CA578-6D8C-4084-809D-66D25A20E1A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2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2400">
              <a:ea typeface="Arial" panose="020B0604020202020204" pitchFamily="34" charset="0"/>
            </a:endParaRP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754063" y="1585055"/>
            <a:ext cx="10680700" cy="47712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defTabSz="1219200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65000"/>
                  </a:schemeClr>
                </a:solidFill>
                <a:latin typeface="+mn-lt"/>
                <a:ea typeface="Arial" panose="020B0604020202020204" pitchFamily="34" charset="0"/>
              </a:defRPr>
            </a:lvl1pPr>
          </a:lstStyle>
          <a:p>
            <a:fld id="{73B25E68-99F1-4046-B09B-134B52642AC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defTabSz="1219200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65000"/>
                  </a:schemeClr>
                </a:solidFill>
                <a:latin typeface="+mn-lt"/>
                <a:ea typeface="Arial" panose="020B0604020202020204" pitchFamily="34" charset="0"/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defTabSz="1219200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65000"/>
                  </a:schemeClr>
                </a:solidFill>
                <a:latin typeface="+mn-lt"/>
                <a:ea typeface="Arial" panose="020B0604020202020204" pitchFamily="34" charset="0"/>
              </a:defRPr>
            </a:lvl1pPr>
          </a:lstStyle>
          <a:p>
            <a:fld id="{3E3CA578-6D8C-4084-809D-66D25A20E1A2}" type="slidenum">
              <a:rPr lang="zh-CN" altLang="en-US" smtClean="0"/>
            </a:fld>
            <a:endParaRPr lang="zh-CN" altLang="en-US"/>
          </a:p>
        </p:txBody>
      </p:sp>
      <p:sp>
        <p:nvSpPr>
          <p:cNvPr id="1031" name="Title Placeholder 1"/>
          <p:cNvSpPr>
            <a:spLocks noGrp="1"/>
          </p:cNvSpPr>
          <p:nvPr>
            <p:ph type="title"/>
          </p:nvPr>
        </p:nvSpPr>
        <p:spPr bwMode="auto">
          <a:xfrm>
            <a:off x="754063" y="368300"/>
            <a:ext cx="10341767" cy="8484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en-US" altLang="zh-CN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600" kern="1200">
          <a:solidFill>
            <a:schemeClr val="accent1"/>
          </a:solidFill>
          <a:latin typeface="Arial" panose="020B0604020202020204" pitchFamily="34" charset="0"/>
          <a:ea typeface="Arial" panose="020B0604020202020204" pitchFamily="34" charset="0"/>
          <a:cs typeface="+mj-cs"/>
        </a:defRPr>
      </a:lvl1pPr>
      <a:lvl2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chemeClr val="accent1"/>
          </a:solidFill>
          <a:latin typeface="等线 Light" panose="02010600030101010101" pitchFamily="2" charset="-122"/>
          <a:ea typeface="等线 Light" panose="02010600030101010101" pitchFamily="2" charset="-122"/>
        </a:defRPr>
      </a:lvl2pPr>
      <a:lvl3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chemeClr val="accent1"/>
          </a:solidFill>
          <a:latin typeface="等线 Light" panose="02010600030101010101" pitchFamily="2" charset="-122"/>
          <a:ea typeface="等线 Light" panose="02010600030101010101" pitchFamily="2" charset="-122"/>
        </a:defRPr>
      </a:lvl3pPr>
      <a:lvl4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chemeClr val="accent1"/>
          </a:solidFill>
          <a:latin typeface="等线 Light" panose="02010600030101010101" pitchFamily="2" charset="-122"/>
          <a:ea typeface="等线 Light" panose="02010600030101010101" pitchFamily="2" charset="-122"/>
        </a:defRPr>
      </a:lvl4pPr>
      <a:lvl5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chemeClr val="accent1"/>
          </a:solidFill>
          <a:latin typeface="等线 Light" panose="02010600030101010101" pitchFamily="2" charset="-122"/>
          <a:ea typeface="等线 Light" panose="02010600030101010101" pitchFamily="2" charset="-122"/>
        </a:defRPr>
      </a:lvl5pPr>
      <a:lvl6pPr marL="4572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Tempus Sans ITC" panose="04020404030D07020202" pitchFamily="82" charset="0"/>
          <a:ea typeface="幼圆" panose="02010509060101010101" pitchFamily="49" charset="-122"/>
        </a:defRPr>
      </a:lvl6pPr>
      <a:lvl7pPr marL="9144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Tempus Sans ITC" panose="04020404030D07020202" pitchFamily="82" charset="0"/>
          <a:ea typeface="幼圆" panose="02010509060101010101" pitchFamily="49" charset="-122"/>
        </a:defRPr>
      </a:lvl7pPr>
      <a:lvl8pPr marL="13716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Tempus Sans ITC" panose="04020404030D07020202" pitchFamily="82" charset="0"/>
          <a:ea typeface="幼圆" panose="02010509060101010101" pitchFamily="49" charset="-122"/>
        </a:defRPr>
      </a:lvl8pPr>
      <a:lvl9pPr marL="18288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Tempus Sans ITC" panose="04020404030D07020202" pitchFamily="82" charset="0"/>
          <a:ea typeface="幼圆" panose="02010509060101010101" pitchFamily="49" charset="-122"/>
        </a:defRPr>
      </a:lvl9pPr>
    </p:titleStyle>
    <p:bodyStyle>
      <a:lvl1pPr marL="357505" indent="-357505" algn="l" rtl="0" eaLnBrk="1" fontAlgn="base" hangingPunct="1">
        <a:lnSpc>
          <a:spcPct val="90000"/>
        </a:lnSpc>
        <a:spcBef>
          <a:spcPts val="1800"/>
        </a:spcBef>
        <a:spcAft>
          <a:spcPct val="0"/>
        </a:spcAft>
        <a:buClr>
          <a:schemeClr val="tx1"/>
        </a:buClr>
        <a:buSzPct val="80000"/>
        <a:buFont typeface="Wingdings 2" panose="05020102010507070707" pitchFamily="18" charset="2"/>
        <a:buChar char="ê"/>
        <a:defRPr sz="2400" kern="1200">
          <a:solidFill>
            <a:schemeClr val="tx1"/>
          </a:solidFill>
          <a:latin typeface="+mn-lt"/>
          <a:ea typeface="Arial" panose="020B0604020202020204" pitchFamily="34" charset="0"/>
          <a:cs typeface="+mn-cs"/>
        </a:defRPr>
      </a:lvl1pPr>
      <a:lvl2pPr marL="357505" indent="-357505" algn="l" rtl="0" eaLnBrk="1" fontAlgn="base" hangingPunct="1">
        <a:lnSpc>
          <a:spcPct val="130000"/>
        </a:lnSpc>
        <a:spcBef>
          <a:spcPct val="0"/>
        </a:spcBef>
        <a:spcAft>
          <a:spcPct val="0"/>
        </a:spcAft>
        <a:buClr>
          <a:schemeClr val="tx1"/>
        </a:buClr>
        <a:buFont typeface="Wingdings 2" panose="05020102010507070707" pitchFamily="18" charset="2"/>
        <a:buChar char="ê"/>
        <a:defRPr sz="1600" kern="1200">
          <a:solidFill>
            <a:schemeClr val="tx1"/>
          </a:solidFill>
          <a:latin typeface="+mn-lt"/>
          <a:ea typeface="Arial" panose="020B0604020202020204" pitchFamily="34" charset="0"/>
          <a:cs typeface="+mn-cs"/>
        </a:defRPr>
      </a:lvl2pPr>
      <a:lvl3pPr marL="11430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rgbClr val="262626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rgbClr val="262626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rgbClr val="262626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slide" Target="slide3.xml"/><Relationship Id="rId14" Type="http://schemas.openxmlformats.org/officeDocument/2006/relationships/slideLayout" Target="../slideLayouts/slideLayout7.xml"/><Relationship Id="rId13" Type="http://schemas.openxmlformats.org/officeDocument/2006/relationships/tags" Target="../tags/tag12.xml"/><Relationship Id="rId12" Type="http://schemas.openxmlformats.org/officeDocument/2006/relationships/tags" Target="../tags/tag1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6.xml"/><Relationship Id="rId4" Type="http://schemas.openxmlformats.org/officeDocument/2006/relationships/tags" Target="../tags/tag16.xml"/><Relationship Id="rId3" Type="http://schemas.openxmlformats.org/officeDocument/2006/relationships/tags" Target="../tags/tag15.xml"/><Relationship Id="rId2" Type="http://schemas.openxmlformats.org/officeDocument/2006/relationships/tags" Target="../tags/tag14.xml"/><Relationship Id="rId1" Type="http://schemas.openxmlformats.org/officeDocument/2006/relationships/tags" Target="../tags/tag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副标题 6" descr="#clear#"/>
          <p:cNvSpPr>
            <a:spLocks noGrp="1"/>
          </p:cNvSpPr>
          <p:nvPr>
            <p:ph type="subTitle" idx="1"/>
          </p:nvPr>
        </p:nvSpPr>
        <p:spPr>
          <a:xfrm>
            <a:off x="426085" y="4037330"/>
            <a:ext cx="6430010" cy="1373505"/>
          </a:xfrm>
        </p:spPr>
        <p:txBody>
          <a:bodyPr>
            <a:noAutofit/>
          </a:bodyPr>
          <a:lstStyle/>
          <a:p>
            <a:pPr lvl="1"/>
            <a:r>
              <a:rPr lang="en-US" altLang="zh-CN" sz="1800" dirty="0">
                <a:latin typeface="Arial" panose="020B0604020202020204" pitchFamily="34" charset="0"/>
                <a:cs typeface="Arial" panose="020B0604020202020204" pitchFamily="34" charset="0"/>
              </a:rPr>
              <a:t>Teacher : Ma’am Sabahat</a:t>
            </a:r>
            <a:r>
              <a:rPr lang="zh-CN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        </a:t>
            </a:r>
            <a:endParaRPr lang="zh-CN" alt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zh-CN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800" dirty="0">
                <a:latin typeface="Arial" panose="020B0604020202020204" pitchFamily="34" charset="0"/>
                <a:cs typeface="Arial" panose="020B0604020202020204" pitchFamily="34" charset="0"/>
              </a:rPr>
              <a:t>Term : 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2024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146" name="标题 5" descr="#clear#"/>
          <p:cNvSpPr>
            <a:spLocks noGrp="1"/>
          </p:cNvSpPr>
          <p:nvPr>
            <p:ph type="ctrTitle"/>
          </p:nvPr>
        </p:nvSpPr>
        <p:spPr>
          <a:xfrm>
            <a:off x="286385" y="879475"/>
            <a:ext cx="7470140" cy="2549525"/>
          </a:xfrm>
        </p:spPr>
        <p:txBody>
          <a:bodyPr>
            <a:normAutofit/>
          </a:bodyPr>
          <a:lstStyle/>
          <a:p>
            <a:r>
              <a:rPr lang="en-US" sz="4800" dirty="0">
                <a:latin typeface="Georgia" panose="02040502050405020303" charset="0"/>
                <a:cs typeface="Georgia" panose="02040502050405020303" charset="0"/>
              </a:rPr>
              <a:t>CAMPUS  HUB</a:t>
            </a:r>
            <a:br>
              <a:rPr lang="en-US" sz="4800" dirty="0">
                <a:latin typeface="Georgia" panose="02040502050405020303" charset="0"/>
                <a:cs typeface="Georgia" panose="02040502050405020303" charset="0"/>
              </a:rPr>
            </a:br>
            <a:r>
              <a:rPr lang="en-US" sz="2400" dirty="0">
                <a:latin typeface="Georgia" panose="02040502050405020303" charset="0"/>
                <a:cs typeface="Georgia" panose="02040502050405020303" charset="0"/>
              </a:rPr>
              <a:t>ONE CAMPUS, INFINITE POSSIBILITIES</a:t>
            </a:r>
            <a:endParaRPr lang="en-US" sz="2400" dirty="0">
              <a:latin typeface="Georgia" panose="02040502050405020303" charset="0"/>
              <a:cs typeface="Georgia" panose="02040502050405020303" charset="0"/>
            </a:endParaRPr>
          </a:p>
        </p:txBody>
      </p:sp>
    </p:spTree>
  </p:cSld>
  <p:clrMapOvr>
    <a:masterClrMapping/>
  </p:clrMapOvr>
  <p:transition spd="slow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ext Box 147" descr="#clear#"/>
          <p:cNvSpPr txBox="1">
            <a:spLocks noChangeArrowheads="1"/>
          </p:cNvSpPr>
          <p:nvPr/>
        </p:nvSpPr>
        <p:spPr bwMode="auto">
          <a:xfrm>
            <a:off x="2936268" y="484870"/>
            <a:ext cx="6319464" cy="19380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>
              <a:buFont typeface="Arial" panose="020B0604020202020204" pitchFamily="34" charset="0"/>
              <a:buNone/>
              <a:defRPr/>
            </a:pPr>
            <a:r>
              <a:rPr lang="en-US" altLang="zh-CN" sz="6000" b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charset="0"/>
                <a:ea typeface="Arial" panose="020B0604020202020204" pitchFamily="34" charset="0"/>
                <a:cs typeface="Georgia" panose="02040502050405020303" charset="0"/>
              </a:rPr>
              <a:t>TEAM MEMBERS</a:t>
            </a:r>
            <a:endParaRPr lang="en-US" altLang="zh-CN" sz="6000" b="1" dirty="0">
              <a:solidFill>
                <a:schemeClr val="accent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eorgia" panose="02040502050405020303" charset="0"/>
              <a:ea typeface="Arial" panose="020B0604020202020204" pitchFamily="34" charset="0"/>
              <a:cs typeface="Georgia" panose="02040502050405020303" charset="0"/>
            </a:endParaRPr>
          </a:p>
        </p:txBody>
      </p:sp>
      <p:cxnSp>
        <p:nvCxnSpPr>
          <p:cNvPr id="11" name="MH_Others_1"/>
          <p:cNvCxnSpPr/>
          <p:nvPr>
            <p:custDataLst>
              <p:tags r:id="rId1"/>
            </p:custDataLst>
          </p:nvPr>
        </p:nvCxnSpPr>
        <p:spPr>
          <a:xfrm>
            <a:off x="6511007" y="3992462"/>
            <a:ext cx="4232925" cy="0"/>
          </a:xfrm>
          <a:prstGeom prst="line">
            <a:avLst/>
          </a:prstGeom>
          <a:ln>
            <a:solidFill>
              <a:schemeClr val="accent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MH_Entry_1" descr="#clear#">
            <a:hlinkClick r:id="rId2" action="ppaction://hlinksldjump"/>
          </p:cNvPr>
          <p:cNvSpPr txBox="1"/>
          <p:nvPr>
            <p:custDataLst>
              <p:tags r:id="rId3"/>
            </p:custDataLst>
          </p:nvPr>
        </p:nvSpPr>
        <p:spPr>
          <a:xfrm>
            <a:off x="7553082" y="3614885"/>
            <a:ext cx="3556610" cy="445522"/>
          </a:xfrm>
          <a:prstGeom prst="rect">
            <a:avLst/>
          </a:prstGeom>
          <a:noFill/>
        </p:spPr>
        <p:txBody>
          <a:bodyPr wrap="square" lIns="72000" tIns="0" rIns="0" bIns="0" rtlCol="0" anchor="ctr" anchorCtr="0">
            <a:normAutofit/>
          </a:bodyPr>
          <a:lstStyle>
            <a:defPPr>
              <a:defRPr lang="zh-CN"/>
            </a:defPPr>
            <a:lvl1pPr lvl="0">
              <a:defRPr sz="2000" spc="200">
                <a:latin typeface="+mn-ea"/>
              </a:defRPr>
            </a:lvl1pPr>
          </a:lstStyle>
          <a:p>
            <a:r>
              <a:rPr lang="en-US" dirty="0">
                <a:latin typeface="Georgia" panose="02040502050405020303" charset="0"/>
                <a:ea typeface="Arial" panose="020B0604020202020204" pitchFamily="34" charset="0"/>
                <a:cs typeface="Georgia" panose="02040502050405020303" charset="0"/>
              </a:rPr>
              <a:t>HOOR  SPOGMAY</a:t>
            </a:r>
            <a:endParaRPr lang="en-US" dirty="0">
              <a:latin typeface="Georgia" panose="02040502050405020303" charset="0"/>
              <a:ea typeface="Arial" panose="020B0604020202020204" pitchFamily="34" charset="0"/>
              <a:cs typeface="Georgia" panose="02040502050405020303" charset="0"/>
            </a:endParaRPr>
          </a:p>
        </p:txBody>
      </p:sp>
      <p:cxnSp>
        <p:nvCxnSpPr>
          <p:cNvPr id="13" name="MH_Others_2"/>
          <p:cNvCxnSpPr/>
          <p:nvPr>
            <p:custDataLst>
              <p:tags r:id="rId4"/>
            </p:custDataLst>
          </p:nvPr>
        </p:nvCxnSpPr>
        <p:spPr>
          <a:xfrm flipH="1">
            <a:off x="7296805" y="3673326"/>
            <a:ext cx="185248" cy="328778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MH_Others_1"/>
          <p:cNvCxnSpPr/>
          <p:nvPr>
            <p:custDataLst>
              <p:tags r:id="rId5"/>
            </p:custDataLst>
          </p:nvPr>
        </p:nvCxnSpPr>
        <p:spPr>
          <a:xfrm>
            <a:off x="1129382" y="4001591"/>
            <a:ext cx="4232925" cy="0"/>
          </a:xfrm>
          <a:prstGeom prst="line">
            <a:avLst/>
          </a:prstGeom>
          <a:ln>
            <a:solidFill>
              <a:schemeClr val="accent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MH_Entry_1" descr="#clear#">
            <a:hlinkClick r:id="rId2" action="ppaction://hlinksldjump"/>
          </p:cNvPr>
          <p:cNvSpPr txBox="1"/>
          <p:nvPr>
            <p:custDataLst>
              <p:tags r:id="rId6"/>
            </p:custDataLst>
          </p:nvPr>
        </p:nvSpPr>
        <p:spPr>
          <a:xfrm>
            <a:off x="2043822" y="3615124"/>
            <a:ext cx="3556610" cy="445522"/>
          </a:xfrm>
          <a:prstGeom prst="rect">
            <a:avLst/>
          </a:prstGeom>
          <a:noFill/>
        </p:spPr>
        <p:txBody>
          <a:bodyPr wrap="square" lIns="72000" tIns="0" rIns="0" bIns="0" rtlCol="0" anchor="ctr" anchorCtr="0">
            <a:normAutofit/>
          </a:bodyPr>
          <a:lstStyle>
            <a:defPPr>
              <a:defRPr lang="zh-CN"/>
            </a:defPPr>
            <a:lvl1pPr lvl="0">
              <a:defRPr sz="2000" spc="200">
                <a:latin typeface="+mn-ea"/>
              </a:defRPr>
            </a:lvl1pPr>
          </a:lstStyle>
          <a:p>
            <a:r>
              <a:rPr lang="en-US" dirty="0">
                <a:latin typeface="Georgia" panose="02040502050405020303" charset="0"/>
                <a:ea typeface="Arial" panose="020B0604020202020204" pitchFamily="34" charset="0"/>
                <a:cs typeface="Georgia" panose="02040502050405020303" charset="0"/>
              </a:rPr>
              <a:t>AQSA  AHMED</a:t>
            </a:r>
            <a:endParaRPr lang="en-US" dirty="0">
              <a:latin typeface="Georgia" panose="02040502050405020303" charset="0"/>
              <a:ea typeface="Arial" panose="020B0604020202020204" pitchFamily="34" charset="0"/>
              <a:cs typeface="Georgia" panose="02040502050405020303" charset="0"/>
            </a:endParaRPr>
          </a:p>
        </p:txBody>
      </p:sp>
      <p:cxnSp>
        <p:nvCxnSpPr>
          <p:cNvPr id="22" name="MH_Others_2"/>
          <p:cNvCxnSpPr/>
          <p:nvPr>
            <p:custDataLst>
              <p:tags r:id="rId7"/>
            </p:custDataLst>
          </p:nvPr>
        </p:nvCxnSpPr>
        <p:spPr>
          <a:xfrm flipH="1">
            <a:off x="1858665" y="3672930"/>
            <a:ext cx="185248" cy="328778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MH_Others_1"/>
          <p:cNvCxnSpPr/>
          <p:nvPr>
            <p:custDataLst>
              <p:tags r:id="rId8"/>
            </p:custDataLst>
          </p:nvPr>
        </p:nvCxnSpPr>
        <p:spPr>
          <a:xfrm>
            <a:off x="3617312" y="5252780"/>
            <a:ext cx="4232925" cy="0"/>
          </a:xfrm>
          <a:prstGeom prst="line">
            <a:avLst/>
          </a:prstGeom>
          <a:ln>
            <a:solidFill>
              <a:schemeClr val="accent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MH_Entry_1" descr="#clear#">
            <a:hlinkClick r:id="rId2" action="ppaction://hlinksldjump"/>
          </p:cNvPr>
          <p:cNvSpPr txBox="1"/>
          <p:nvPr>
            <p:custDataLst>
              <p:tags r:id="rId9"/>
            </p:custDataLst>
          </p:nvPr>
        </p:nvSpPr>
        <p:spPr>
          <a:xfrm>
            <a:off x="4902592" y="4861868"/>
            <a:ext cx="3556610" cy="445522"/>
          </a:xfrm>
          <a:prstGeom prst="rect">
            <a:avLst/>
          </a:prstGeom>
          <a:noFill/>
        </p:spPr>
        <p:txBody>
          <a:bodyPr wrap="square" lIns="72000" tIns="0" rIns="0" bIns="0" rtlCol="0" anchor="ctr" anchorCtr="0">
            <a:normAutofit/>
          </a:bodyPr>
          <a:lstStyle>
            <a:defPPr>
              <a:defRPr lang="zh-CN"/>
            </a:defPPr>
            <a:lvl1pPr lvl="0">
              <a:defRPr sz="2000" spc="200">
                <a:latin typeface="+mn-ea"/>
              </a:defRPr>
            </a:lvl1pPr>
          </a:lstStyle>
          <a:p>
            <a:r>
              <a:rPr lang="en-US" dirty="0">
                <a:latin typeface="Georgia" panose="02040502050405020303" charset="0"/>
                <a:ea typeface="Arial" panose="020B0604020202020204" pitchFamily="34" charset="0"/>
                <a:cs typeface="Georgia" panose="02040502050405020303" charset="0"/>
              </a:rPr>
              <a:t>SIMAAB  MALIK</a:t>
            </a:r>
            <a:endParaRPr lang="en-US" dirty="0">
              <a:latin typeface="Georgia" panose="02040502050405020303" charset="0"/>
              <a:ea typeface="Arial" panose="020B0604020202020204" pitchFamily="34" charset="0"/>
              <a:cs typeface="Georgia" panose="02040502050405020303" charset="0"/>
            </a:endParaRPr>
          </a:p>
        </p:txBody>
      </p:sp>
      <p:cxnSp>
        <p:nvCxnSpPr>
          <p:cNvPr id="31" name="MH_Others_2"/>
          <p:cNvCxnSpPr/>
          <p:nvPr>
            <p:custDataLst>
              <p:tags r:id="rId10"/>
            </p:custDataLst>
          </p:nvPr>
        </p:nvCxnSpPr>
        <p:spPr>
          <a:xfrm flipH="1">
            <a:off x="4717435" y="4923484"/>
            <a:ext cx="185248" cy="328778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MH_Number_1" descr="#clear#">
            <a:hlinkClick r:id="rId2" action="ppaction://hlinksldjump"/>
          </p:cNvPr>
          <p:cNvSpPr txBox="1"/>
          <p:nvPr>
            <p:custDataLst>
              <p:tags r:id="rId11"/>
            </p:custDataLst>
          </p:nvPr>
        </p:nvSpPr>
        <p:spPr>
          <a:xfrm>
            <a:off x="6864985" y="3562350"/>
            <a:ext cx="360680" cy="439420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 algn="ctr">
              <a:lnSpc>
                <a:spcPct val="130000"/>
              </a:lnSpc>
            </a:pPr>
            <a:r>
              <a:rPr lang="en-US" altLang="zh-CN" sz="2800" dirty="0">
                <a:latin typeface="Georgia" panose="02040502050405020303" charset="0"/>
                <a:ea typeface="Arial" panose="020B0604020202020204" pitchFamily="34" charset="0"/>
                <a:cs typeface="Georgia" panose="02040502050405020303" charset="0"/>
              </a:rPr>
              <a:t>II</a:t>
            </a:r>
            <a:endParaRPr lang="en-US" altLang="zh-CN" sz="2800" dirty="0">
              <a:latin typeface="Georgia" panose="02040502050405020303" charset="0"/>
              <a:ea typeface="Arial" panose="020B0604020202020204" pitchFamily="34" charset="0"/>
              <a:cs typeface="Georgia" panose="02040502050405020303" charset="0"/>
            </a:endParaRPr>
          </a:p>
        </p:txBody>
      </p:sp>
      <p:sp>
        <p:nvSpPr>
          <p:cNvPr id="3" name="MH_Number_1" descr="#clear#">
            <a:hlinkClick r:id="rId2" action="ppaction://hlinksldjump"/>
          </p:cNvPr>
          <p:cNvSpPr txBox="1"/>
          <p:nvPr>
            <p:custDataLst>
              <p:tags r:id="rId12"/>
            </p:custDataLst>
          </p:nvPr>
        </p:nvSpPr>
        <p:spPr>
          <a:xfrm>
            <a:off x="4172585" y="4805680"/>
            <a:ext cx="422275" cy="440055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p>
            <a:pPr algn="ctr">
              <a:lnSpc>
                <a:spcPct val="130000"/>
              </a:lnSpc>
            </a:pPr>
            <a:r>
              <a:rPr lang="en-US" altLang="zh-CN" sz="2800" dirty="0">
                <a:latin typeface="Georgia" panose="02040502050405020303" charset="0"/>
                <a:ea typeface="Arial" panose="020B0604020202020204" pitchFamily="34" charset="0"/>
                <a:cs typeface="Georgia" panose="02040502050405020303" charset="0"/>
              </a:rPr>
              <a:t>III</a:t>
            </a:r>
            <a:endParaRPr lang="en-US" altLang="zh-CN" sz="2800" dirty="0">
              <a:latin typeface="Georgia" panose="02040502050405020303" charset="0"/>
              <a:ea typeface="Arial" panose="020B0604020202020204" pitchFamily="34" charset="0"/>
              <a:cs typeface="Georgia" panose="02040502050405020303" charset="0"/>
            </a:endParaRPr>
          </a:p>
        </p:txBody>
      </p:sp>
      <p:sp>
        <p:nvSpPr>
          <p:cNvPr id="4" name="MH_Number_1" descr="#clear#">
            <a:hlinkClick r:id="rId2" action="ppaction://hlinksldjump"/>
          </p:cNvPr>
          <p:cNvSpPr txBox="1"/>
          <p:nvPr>
            <p:custDataLst>
              <p:tags r:id="rId13"/>
            </p:custDataLst>
          </p:nvPr>
        </p:nvSpPr>
        <p:spPr>
          <a:xfrm>
            <a:off x="1547495" y="3561715"/>
            <a:ext cx="311150" cy="440055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 algn="ctr">
              <a:lnSpc>
                <a:spcPct val="130000"/>
              </a:lnSpc>
            </a:pPr>
            <a:r>
              <a:rPr lang="en-US" altLang="zh-CN" sz="2800" dirty="0">
                <a:latin typeface="Georgia" panose="02040502050405020303" charset="0"/>
                <a:ea typeface="Arial" panose="020B0604020202020204" pitchFamily="34" charset="0"/>
                <a:cs typeface="Georgia" panose="02040502050405020303" charset="0"/>
              </a:rPr>
              <a:t>I</a:t>
            </a:r>
            <a:endParaRPr lang="en-US" altLang="zh-CN" sz="2800" dirty="0">
              <a:latin typeface="Georgia" panose="02040502050405020303" charset="0"/>
              <a:ea typeface="Arial" panose="020B0604020202020204" pitchFamily="34" charset="0"/>
              <a:cs typeface="Georgia" panose="02040502050405020303" charset="0"/>
            </a:endParaRPr>
          </a:p>
        </p:txBody>
      </p:sp>
    </p:spTree>
  </p:cSld>
  <p:clrMapOvr>
    <a:masterClrMapping/>
  </p:clrMapOvr>
  <p:transition spd="slow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标题 1" descr="#clear#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Georgia" panose="02040502050405020303" charset="0"/>
                <a:cs typeface="Georgia" panose="02040502050405020303" charset="0"/>
              </a:rPr>
              <a:t>01</a:t>
            </a:r>
            <a:br>
              <a:rPr lang="en-US">
                <a:latin typeface="Georgia" panose="02040502050405020303" charset="0"/>
                <a:cs typeface="Georgia" panose="02040502050405020303" charset="0"/>
              </a:rPr>
            </a:br>
            <a:r>
              <a:rPr lang="en-US">
                <a:latin typeface="Georgia" panose="02040502050405020303" charset="0"/>
                <a:cs typeface="Georgia" panose="02040502050405020303" charset="0"/>
              </a:rPr>
              <a:t>INTRODUCTION</a:t>
            </a:r>
            <a:endParaRPr lang="en-US" dirty="0">
              <a:latin typeface="Georgia" panose="02040502050405020303" charset="0"/>
              <a:cs typeface="Georgia" panose="02040502050405020303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标题 3" descr="#clear#"/>
          <p:cNvSpPr>
            <a:spLocks noGrp="1"/>
          </p:cNvSpPr>
          <p:nvPr>
            <p:ph type="title"/>
          </p:nvPr>
        </p:nvSpPr>
        <p:spPr>
          <a:xfrm>
            <a:off x="762953" y="541655"/>
            <a:ext cx="10341767" cy="848454"/>
          </a:xfrm>
        </p:spPr>
        <p:txBody>
          <a:bodyPr/>
          <a:lstStyle/>
          <a:p>
            <a:pPr eaLnBrk="1" hangingPunct="1"/>
            <a:r>
              <a:rPr lang="en-US" dirty="0">
                <a:latin typeface="Georgia" panose="02040502050405020303" charset="0"/>
                <a:cs typeface="Georgia" panose="02040502050405020303" charset="0"/>
              </a:rPr>
              <a:t>What is Campus Hub ?</a:t>
            </a:r>
            <a:endParaRPr lang="en-US" dirty="0">
              <a:latin typeface="Georgia" panose="02040502050405020303" charset="0"/>
              <a:cs typeface="Georgia" panose="02040502050405020303" charset="0"/>
            </a:endParaRPr>
          </a:p>
        </p:txBody>
      </p:sp>
      <p:sp>
        <p:nvSpPr>
          <p:cNvPr id="10" name="矩形 9" descr="#clear#"/>
          <p:cNvSpPr/>
          <p:nvPr/>
        </p:nvSpPr>
        <p:spPr>
          <a:xfrm>
            <a:off x="1175553" y="1597252"/>
            <a:ext cx="7639748" cy="128133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en-US" sz="1800" dirty="0">
                <a:solidFill>
                  <a:schemeClr val="tx1"/>
                </a:solidFill>
                <a:latin typeface="Georgia" panose="02040502050405020303" charset="0"/>
                <a:ea typeface="Arial" panose="020B0604020202020204" pitchFamily="34" charset="0"/>
                <a:cs typeface="Georgia" panose="02040502050405020303" charset="0"/>
              </a:rPr>
              <a:t>Campus Hub is an Education Management System (EMS) designed to centralize student data, attendance, fee management, and more.</a:t>
            </a:r>
            <a:endParaRPr lang="en-US" altLang="en-US" sz="1800" dirty="0">
              <a:solidFill>
                <a:schemeClr val="tx1"/>
              </a:solidFill>
              <a:latin typeface="Georgia" panose="02040502050405020303" charset="0"/>
              <a:ea typeface="Arial" panose="020B0604020202020204" pitchFamily="34" charset="0"/>
              <a:cs typeface="Georgia" panose="02040502050405020303" charset="0"/>
            </a:endParaRPr>
          </a:p>
        </p:txBody>
      </p:sp>
      <p:sp>
        <p:nvSpPr>
          <p:cNvPr id="11" name="KSO_Shape"/>
          <p:cNvSpPr/>
          <p:nvPr/>
        </p:nvSpPr>
        <p:spPr bwMode="auto">
          <a:xfrm>
            <a:off x="9326879" y="1748110"/>
            <a:ext cx="2047337" cy="3241165"/>
          </a:xfrm>
          <a:custGeom>
            <a:avLst/>
            <a:gdLst>
              <a:gd name="T0" fmla="*/ 2147483646 w 3864"/>
              <a:gd name="T1" fmla="*/ 1817606605 h 6111"/>
              <a:gd name="T2" fmla="*/ 2147483646 w 3864"/>
              <a:gd name="T3" fmla="*/ 2147483646 h 6111"/>
              <a:gd name="T4" fmla="*/ 2147483646 w 3864"/>
              <a:gd name="T5" fmla="*/ 2147483646 h 6111"/>
              <a:gd name="T6" fmla="*/ 2147483646 w 3864"/>
              <a:gd name="T7" fmla="*/ 2147483646 h 6111"/>
              <a:gd name="T8" fmla="*/ 2147483646 w 3864"/>
              <a:gd name="T9" fmla="*/ 2147483646 h 6111"/>
              <a:gd name="T10" fmla="*/ 2147483646 w 3864"/>
              <a:gd name="T11" fmla="*/ 2147483646 h 6111"/>
              <a:gd name="T12" fmla="*/ 2147483646 w 3864"/>
              <a:gd name="T13" fmla="*/ 2147483646 h 6111"/>
              <a:gd name="T14" fmla="*/ 2147483646 w 3864"/>
              <a:gd name="T15" fmla="*/ 2147483646 h 6111"/>
              <a:gd name="T16" fmla="*/ 2147483646 w 3864"/>
              <a:gd name="T17" fmla="*/ 2147483646 h 6111"/>
              <a:gd name="T18" fmla="*/ 2147483646 w 3864"/>
              <a:gd name="T19" fmla="*/ 2147483646 h 6111"/>
              <a:gd name="T20" fmla="*/ 2147483646 w 3864"/>
              <a:gd name="T21" fmla="*/ 2147483646 h 6111"/>
              <a:gd name="T22" fmla="*/ 2147483646 w 3864"/>
              <a:gd name="T23" fmla="*/ 2147483646 h 6111"/>
              <a:gd name="T24" fmla="*/ 2147483646 w 3864"/>
              <a:gd name="T25" fmla="*/ 2147483646 h 6111"/>
              <a:gd name="T26" fmla="*/ 2147483646 w 3864"/>
              <a:gd name="T27" fmla="*/ 2147483646 h 6111"/>
              <a:gd name="T28" fmla="*/ 2147483646 w 3864"/>
              <a:gd name="T29" fmla="*/ 2147483646 h 6111"/>
              <a:gd name="T30" fmla="*/ 2147483646 w 3864"/>
              <a:gd name="T31" fmla="*/ 2147483646 h 6111"/>
              <a:gd name="T32" fmla="*/ 2147483646 w 3864"/>
              <a:gd name="T33" fmla="*/ 2147483646 h 6111"/>
              <a:gd name="T34" fmla="*/ 2147483646 w 3864"/>
              <a:gd name="T35" fmla="*/ 2147483646 h 6111"/>
              <a:gd name="T36" fmla="*/ 574134261 w 3864"/>
              <a:gd name="T37" fmla="*/ 2147483646 h 6111"/>
              <a:gd name="T38" fmla="*/ 906491754 w 3864"/>
              <a:gd name="T39" fmla="*/ 2147483646 h 6111"/>
              <a:gd name="T40" fmla="*/ 2147483646 w 3864"/>
              <a:gd name="T41" fmla="*/ 2147483646 h 6111"/>
              <a:gd name="T42" fmla="*/ 2147483646 w 3864"/>
              <a:gd name="T43" fmla="*/ 2147483646 h 6111"/>
              <a:gd name="T44" fmla="*/ 2147483646 w 3864"/>
              <a:gd name="T45" fmla="*/ 2147483646 h 6111"/>
              <a:gd name="T46" fmla="*/ 2147483646 w 3864"/>
              <a:gd name="T47" fmla="*/ 1817606605 h 6111"/>
              <a:gd name="T48" fmla="*/ 2147483646 w 3864"/>
              <a:gd name="T49" fmla="*/ 2147483646 h 6111"/>
              <a:gd name="T50" fmla="*/ 2147483646 w 3864"/>
              <a:gd name="T51" fmla="*/ 2147483646 h 6111"/>
              <a:gd name="T52" fmla="*/ 2147483646 w 3864"/>
              <a:gd name="T53" fmla="*/ 2147483646 h 6111"/>
              <a:gd name="T54" fmla="*/ 2147483646 w 3864"/>
              <a:gd name="T55" fmla="*/ 2147483646 h 6111"/>
              <a:gd name="T56" fmla="*/ 2147483646 w 3864"/>
              <a:gd name="T57" fmla="*/ 2147483646 h 6111"/>
              <a:gd name="T58" fmla="*/ 2147483646 w 3864"/>
              <a:gd name="T59" fmla="*/ 2147483646 h 6111"/>
              <a:gd name="T60" fmla="*/ 2147483646 w 3864"/>
              <a:gd name="T61" fmla="*/ 2147483646 h 6111"/>
              <a:gd name="T62" fmla="*/ 2147483646 w 3864"/>
              <a:gd name="T63" fmla="*/ 2147483646 h 6111"/>
              <a:gd name="T64" fmla="*/ 2147483646 w 3864"/>
              <a:gd name="T65" fmla="*/ 2147483646 h 6111"/>
              <a:gd name="T66" fmla="*/ 2147483646 w 3864"/>
              <a:gd name="T67" fmla="*/ 2147483646 h 6111"/>
              <a:gd name="T68" fmla="*/ 2147483646 w 3864"/>
              <a:gd name="T69" fmla="*/ 2147483646 h 6111"/>
              <a:gd name="T70" fmla="*/ 2147483646 w 3864"/>
              <a:gd name="T71" fmla="*/ 2147483646 h 6111"/>
              <a:gd name="T72" fmla="*/ 2147483646 w 3864"/>
              <a:gd name="T73" fmla="*/ 2147483646 h 6111"/>
              <a:gd name="T74" fmla="*/ 2147483646 w 3864"/>
              <a:gd name="T75" fmla="*/ 2147483646 h 6111"/>
              <a:gd name="T76" fmla="*/ 2147483646 w 3864"/>
              <a:gd name="T77" fmla="*/ 2147483646 h 6111"/>
              <a:gd name="T78" fmla="*/ 2147483646 w 3864"/>
              <a:gd name="T79" fmla="*/ 2147483646 h 6111"/>
              <a:gd name="T80" fmla="*/ 2147483646 w 3864"/>
              <a:gd name="T81" fmla="*/ 2147483646 h 6111"/>
              <a:gd name="T82" fmla="*/ 2147483646 w 3864"/>
              <a:gd name="T83" fmla="*/ 2147483646 h 6111"/>
              <a:gd name="T84" fmla="*/ 2147483646 w 3864"/>
              <a:gd name="T85" fmla="*/ 2147483646 h 6111"/>
              <a:gd name="T86" fmla="*/ 2147483646 w 3864"/>
              <a:gd name="T87" fmla="*/ 2147483646 h 6111"/>
              <a:gd name="T88" fmla="*/ 2147483646 w 3864"/>
              <a:gd name="T89" fmla="*/ 2147483646 h 6111"/>
              <a:gd name="T90" fmla="*/ 2147483646 w 3864"/>
              <a:gd name="T91" fmla="*/ 2147483646 h 6111"/>
              <a:gd name="T92" fmla="*/ 2147483646 w 3864"/>
              <a:gd name="T93" fmla="*/ 2147483646 h 6111"/>
              <a:gd name="T94" fmla="*/ 2147483646 w 3864"/>
              <a:gd name="T95" fmla="*/ 2147483646 h 6111"/>
              <a:gd name="T96" fmla="*/ 2147483646 w 3864"/>
              <a:gd name="T97" fmla="*/ 2147483646 h 6111"/>
              <a:gd name="T98" fmla="*/ 2147483646 w 3864"/>
              <a:gd name="T99" fmla="*/ 2147483646 h 6111"/>
              <a:gd name="T100" fmla="*/ 2147483646 w 3864"/>
              <a:gd name="T101" fmla="*/ 2147483646 h 6111"/>
              <a:gd name="T102" fmla="*/ 2147483646 w 3864"/>
              <a:gd name="T103" fmla="*/ 2147483646 h 6111"/>
              <a:gd name="T104" fmla="*/ 2147483646 w 3864"/>
              <a:gd name="T105" fmla="*/ 2147483646 h 6111"/>
              <a:gd name="T106" fmla="*/ 2147483646 w 3864"/>
              <a:gd name="T107" fmla="*/ 2147483646 h 6111"/>
              <a:gd name="T108" fmla="*/ 2147483646 w 3864"/>
              <a:gd name="T109" fmla="*/ 2147483646 h 6111"/>
              <a:gd name="T110" fmla="*/ 2147483646 w 3864"/>
              <a:gd name="T111" fmla="*/ 2147483646 h 6111"/>
              <a:gd name="T112" fmla="*/ 2147483646 w 3864"/>
              <a:gd name="T113" fmla="*/ 2147483646 h 6111"/>
              <a:gd name="T114" fmla="*/ 2147483646 w 3864"/>
              <a:gd name="T115" fmla="*/ 2147483646 h 6111"/>
              <a:gd name="T116" fmla="*/ 2147483646 w 3864"/>
              <a:gd name="T117" fmla="*/ 2147483646 h 6111"/>
              <a:gd name="T118" fmla="*/ 2147483646 w 3864"/>
              <a:gd name="T119" fmla="*/ 2147483646 h 6111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60000 65536"/>
              <a:gd name="T178" fmla="*/ 0 60000 65536"/>
              <a:gd name="T179" fmla="*/ 0 60000 65536"/>
            </a:gdLst>
            <a:ahLst/>
            <a:cxnLst>
              <a:cxn ang="T120">
                <a:pos x="T0" y="T1"/>
              </a:cxn>
              <a:cxn ang="T121">
                <a:pos x="T2" y="T3"/>
              </a:cxn>
              <a:cxn ang="T122">
                <a:pos x="T4" y="T5"/>
              </a:cxn>
              <a:cxn ang="T123">
                <a:pos x="T6" y="T7"/>
              </a:cxn>
              <a:cxn ang="T124">
                <a:pos x="T8" y="T9"/>
              </a:cxn>
              <a:cxn ang="T125">
                <a:pos x="T10" y="T11"/>
              </a:cxn>
              <a:cxn ang="T126">
                <a:pos x="T12" y="T13"/>
              </a:cxn>
              <a:cxn ang="T127">
                <a:pos x="T14" y="T15"/>
              </a:cxn>
              <a:cxn ang="T128">
                <a:pos x="T16" y="T17"/>
              </a:cxn>
              <a:cxn ang="T129">
                <a:pos x="T18" y="T19"/>
              </a:cxn>
              <a:cxn ang="T130">
                <a:pos x="T20" y="T21"/>
              </a:cxn>
              <a:cxn ang="T131">
                <a:pos x="T22" y="T23"/>
              </a:cxn>
              <a:cxn ang="T132">
                <a:pos x="T24" y="T25"/>
              </a:cxn>
              <a:cxn ang="T133">
                <a:pos x="T26" y="T27"/>
              </a:cxn>
              <a:cxn ang="T134">
                <a:pos x="T28" y="T29"/>
              </a:cxn>
              <a:cxn ang="T135">
                <a:pos x="T30" y="T31"/>
              </a:cxn>
              <a:cxn ang="T136">
                <a:pos x="T32" y="T33"/>
              </a:cxn>
              <a:cxn ang="T137">
                <a:pos x="T34" y="T35"/>
              </a:cxn>
              <a:cxn ang="T138">
                <a:pos x="T36" y="T37"/>
              </a:cxn>
              <a:cxn ang="T139">
                <a:pos x="T38" y="T39"/>
              </a:cxn>
              <a:cxn ang="T140">
                <a:pos x="T40" y="T41"/>
              </a:cxn>
              <a:cxn ang="T141">
                <a:pos x="T42" y="T43"/>
              </a:cxn>
              <a:cxn ang="T142">
                <a:pos x="T44" y="T45"/>
              </a:cxn>
              <a:cxn ang="T143">
                <a:pos x="T46" y="T47"/>
              </a:cxn>
              <a:cxn ang="T144">
                <a:pos x="T48" y="T49"/>
              </a:cxn>
              <a:cxn ang="T145">
                <a:pos x="T50" y="T51"/>
              </a:cxn>
              <a:cxn ang="T146">
                <a:pos x="T52" y="T53"/>
              </a:cxn>
              <a:cxn ang="T147">
                <a:pos x="T54" y="T55"/>
              </a:cxn>
              <a:cxn ang="T148">
                <a:pos x="T56" y="T57"/>
              </a:cxn>
              <a:cxn ang="T149">
                <a:pos x="T58" y="T59"/>
              </a:cxn>
              <a:cxn ang="T150">
                <a:pos x="T60" y="T61"/>
              </a:cxn>
              <a:cxn ang="T151">
                <a:pos x="T62" y="T63"/>
              </a:cxn>
              <a:cxn ang="T152">
                <a:pos x="T64" y="T65"/>
              </a:cxn>
              <a:cxn ang="T153">
                <a:pos x="T66" y="T67"/>
              </a:cxn>
              <a:cxn ang="T154">
                <a:pos x="T68" y="T69"/>
              </a:cxn>
              <a:cxn ang="T155">
                <a:pos x="T70" y="T71"/>
              </a:cxn>
              <a:cxn ang="T156">
                <a:pos x="T72" y="T73"/>
              </a:cxn>
              <a:cxn ang="T157">
                <a:pos x="T74" y="T75"/>
              </a:cxn>
              <a:cxn ang="T158">
                <a:pos x="T76" y="T77"/>
              </a:cxn>
              <a:cxn ang="T159">
                <a:pos x="T78" y="T79"/>
              </a:cxn>
              <a:cxn ang="T160">
                <a:pos x="T80" y="T81"/>
              </a:cxn>
              <a:cxn ang="T161">
                <a:pos x="T82" y="T83"/>
              </a:cxn>
              <a:cxn ang="T162">
                <a:pos x="T84" y="T85"/>
              </a:cxn>
              <a:cxn ang="T163">
                <a:pos x="T86" y="T87"/>
              </a:cxn>
              <a:cxn ang="T164">
                <a:pos x="T88" y="T89"/>
              </a:cxn>
              <a:cxn ang="T165">
                <a:pos x="T90" y="T91"/>
              </a:cxn>
              <a:cxn ang="T166">
                <a:pos x="T92" y="T93"/>
              </a:cxn>
              <a:cxn ang="T167">
                <a:pos x="T94" y="T95"/>
              </a:cxn>
              <a:cxn ang="T168">
                <a:pos x="T96" y="T97"/>
              </a:cxn>
              <a:cxn ang="T169">
                <a:pos x="T98" y="T99"/>
              </a:cxn>
              <a:cxn ang="T170">
                <a:pos x="T100" y="T101"/>
              </a:cxn>
              <a:cxn ang="T171">
                <a:pos x="T102" y="T103"/>
              </a:cxn>
              <a:cxn ang="T172">
                <a:pos x="T104" y="T105"/>
              </a:cxn>
              <a:cxn ang="T173">
                <a:pos x="T106" y="T107"/>
              </a:cxn>
              <a:cxn ang="T174">
                <a:pos x="T108" y="T109"/>
              </a:cxn>
              <a:cxn ang="T175">
                <a:pos x="T110" y="T111"/>
              </a:cxn>
              <a:cxn ang="T176">
                <a:pos x="T112" y="T113"/>
              </a:cxn>
              <a:cxn ang="T177">
                <a:pos x="T114" y="T115"/>
              </a:cxn>
              <a:cxn ang="T178">
                <a:pos x="T116" y="T117"/>
              </a:cxn>
              <a:cxn ang="T179">
                <a:pos x="T118" y="T119"/>
              </a:cxn>
            </a:cxnLst>
            <a:rect l="0" t="0" r="r" b="b"/>
            <a:pathLst>
              <a:path w="3864" h="6111">
                <a:moveTo>
                  <a:pt x="1932" y="0"/>
                </a:moveTo>
                <a:lnTo>
                  <a:pt x="1932" y="0"/>
                </a:lnTo>
                <a:lnTo>
                  <a:pt x="1982" y="0"/>
                </a:lnTo>
                <a:lnTo>
                  <a:pt x="2031" y="2"/>
                </a:lnTo>
                <a:lnTo>
                  <a:pt x="2081" y="5"/>
                </a:lnTo>
                <a:lnTo>
                  <a:pt x="2129" y="9"/>
                </a:lnTo>
                <a:lnTo>
                  <a:pt x="2178" y="15"/>
                </a:lnTo>
                <a:lnTo>
                  <a:pt x="2226" y="22"/>
                </a:lnTo>
                <a:lnTo>
                  <a:pt x="2273" y="30"/>
                </a:lnTo>
                <a:lnTo>
                  <a:pt x="2321" y="39"/>
                </a:lnTo>
                <a:lnTo>
                  <a:pt x="2367" y="48"/>
                </a:lnTo>
                <a:lnTo>
                  <a:pt x="2415" y="60"/>
                </a:lnTo>
                <a:lnTo>
                  <a:pt x="2460" y="73"/>
                </a:lnTo>
                <a:lnTo>
                  <a:pt x="2507" y="87"/>
                </a:lnTo>
                <a:lnTo>
                  <a:pt x="2551" y="101"/>
                </a:lnTo>
                <a:lnTo>
                  <a:pt x="2596" y="117"/>
                </a:lnTo>
                <a:lnTo>
                  <a:pt x="2640" y="133"/>
                </a:lnTo>
                <a:lnTo>
                  <a:pt x="2683" y="152"/>
                </a:lnTo>
                <a:lnTo>
                  <a:pt x="2727" y="170"/>
                </a:lnTo>
                <a:lnTo>
                  <a:pt x="2769" y="190"/>
                </a:lnTo>
                <a:lnTo>
                  <a:pt x="2811" y="211"/>
                </a:lnTo>
                <a:lnTo>
                  <a:pt x="2853" y="233"/>
                </a:lnTo>
                <a:lnTo>
                  <a:pt x="2893" y="255"/>
                </a:lnTo>
                <a:lnTo>
                  <a:pt x="2934" y="279"/>
                </a:lnTo>
                <a:lnTo>
                  <a:pt x="2973" y="304"/>
                </a:lnTo>
                <a:lnTo>
                  <a:pt x="3012" y="329"/>
                </a:lnTo>
                <a:lnTo>
                  <a:pt x="3050" y="356"/>
                </a:lnTo>
                <a:lnTo>
                  <a:pt x="3087" y="383"/>
                </a:lnTo>
                <a:lnTo>
                  <a:pt x="3124" y="412"/>
                </a:lnTo>
                <a:lnTo>
                  <a:pt x="3160" y="441"/>
                </a:lnTo>
                <a:lnTo>
                  <a:pt x="3196" y="471"/>
                </a:lnTo>
                <a:lnTo>
                  <a:pt x="3231" y="501"/>
                </a:lnTo>
                <a:lnTo>
                  <a:pt x="3265" y="532"/>
                </a:lnTo>
                <a:lnTo>
                  <a:pt x="3297" y="565"/>
                </a:lnTo>
                <a:lnTo>
                  <a:pt x="3330" y="599"/>
                </a:lnTo>
                <a:lnTo>
                  <a:pt x="3362" y="632"/>
                </a:lnTo>
                <a:lnTo>
                  <a:pt x="3393" y="667"/>
                </a:lnTo>
                <a:lnTo>
                  <a:pt x="3423" y="702"/>
                </a:lnTo>
                <a:lnTo>
                  <a:pt x="3452" y="739"/>
                </a:lnTo>
                <a:lnTo>
                  <a:pt x="3480" y="775"/>
                </a:lnTo>
                <a:lnTo>
                  <a:pt x="3507" y="813"/>
                </a:lnTo>
                <a:lnTo>
                  <a:pt x="3534" y="852"/>
                </a:lnTo>
                <a:lnTo>
                  <a:pt x="3560" y="890"/>
                </a:lnTo>
                <a:lnTo>
                  <a:pt x="3584" y="930"/>
                </a:lnTo>
                <a:lnTo>
                  <a:pt x="3607" y="970"/>
                </a:lnTo>
                <a:lnTo>
                  <a:pt x="3631" y="1011"/>
                </a:lnTo>
                <a:lnTo>
                  <a:pt x="3653" y="1051"/>
                </a:lnTo>
                <a:lnTo>
                  <a:pt x="3674" y="1094"/>
                </a:lnTo>
                <a:lnTo>
                  <a:pt x="3693" y="1136"/>
                </a:lnTo>
                <a:lnTo>
                  <a:pt x="3712" y="1179"/>
                </a:lnTo>
                <a:lnTo>
                  <a:pt x="3729" y="1223"/>
                </a:lnTo>
                <a:lnTo>
                  <a:pt x="3747" y="1267"/>
                </a:lnTo>
                <a:lnTo>
                  <a:pt x="3762" y="1312"/>
                </a:lnTo>
                <a:lnTo>
                  <a:pt x="3777" y="1357"/>
                </a:lnTo>
                <a:lnTo>
                  <a:pt x="3791" y="1402"/>
                </a:lnTo>
                <a:lnTo>
                  <a:pt x="3802" y="1449"/>
                </a:lnTo>
                <a:lnTo>
                  <a:pt x="3814" y="1495"/>
                </a:lnTo>
                <a:lnTo>
                  <a:pt x="3824" y="1543"/>
                </a:lnTo>
                <a:lnTo>
                  <a:pt x="3834" y="1589"/>
                </a:lnTo>
                <a:lnTo>
                  <a:pt x="3842" y="1638"/>
                </a:lnTo>
                <a:lnTo>
                  <a:pt x="3848" y="1685"/>
                </a:lnTo>
                <a:lnTo>
                  <a:pt x="3853" y="1734"/>
                </a:lnTo>
                <a:lnTo>
                  <a:pt x="3858" y="1783"/>
                </a:lnTo>
                <a:lnTo>
                  <a:pt x="3862" y="1832"/>
                </a:lnTo>
                <a:lnTo>
                  <a:pt x="3863" y="1882"/>
                </a:lnTo>
                <a:lnTo>
                  <a:pt x="3864" y="1932"/>
                </a:lnTo>
                <a:lnTo>
                  <a:pt x="3863" y="1999"/>
                </a:lnTo>
                <a:lnTo>
                  <a:pt x="3859" y="2065"/>
                </a:lnTo>
                <a:lnTo>
                  <a:pt x="3853" y="2130"/>
                </a:lnTo>
                <a:lnTo>
                  <a:pt x="3845" y="2195"/>
                </a:lnTo>
                <a:lnTo>
                  <a:pt x="3836" y="2260"/>
                </a:lnTo>
                <a:lnTo>
                  <a:pt x="3823" y="2324"/>
                </a:lnTo>
                <a:lnTo>
                  <a:pt x="3809" y="2387"/>
                </a:lnTo>
                <a:lnTo>
                  <a:pt x="3793" y="2449"/>
                </a:lnTo>
                <a:lnTo>
                  <a:pt x="3776" y="2511"/>
                </a:lnTo>
                <a:lnTo>
                  <a:pt x="3755" y="2571"/>
                </a:lnTo>
                <a:lnTo>
                  <a:pt x="3733" y="2631"/>
                </a:lnTo>
                <a:lnTo>
                  <a:pt x="3709" y="2690"/>
                </a:lnTo>
                <a:lnTo>
                  <a:pt x="3683" y="2747"/>
                </a:lnTo>
                <a:lnTo>
                  <a:pt x="3656" y="2804"/>
                </a:lnTo>
                <a:lnTo>
                  <a:pt x="3626" y="2859"/>
                </a:lnTo>
                <a:lnTo>
                  <a:pt x="3596" y="2914"/>
                </a:lnTo>
                <a:lnTo>
                  <a:pt x="3566" y="2963"/>
                </a:lnTo>
                <a:lnTo>
                  <a:pt x="3534" y="3011"/>
                </a:lnTo>
                <a:lnTo>
                  <a:pt x="3502" y="3058"/>
                </a:lnTo>
                <a:lnTo>
                  <a:pt x="3467" y="3103"/>
                </a:lnTo>
                <a:lnTo>
                  <a:pt x="3432" y="3148"/>
                </a:lnTo>
                <a:lnTo>
                  <a:pt x="3395" y="3193"/>
                </a:lnTo>
                <a:lnTo>
                  <a:pt x="3358" y="3234"/>
                </a:lnTo>
                <a:lnTo>
                  <a:pt x="3318" y="3276"/>
                </a:lnTo>
                <a:lnTo>
                  <a:pt x="3278" y="3317"/>
                </a:lnTo>
                <a:lnTo>
                  <a:pt x="3237" y="3356"/>
                </a:lnTo>
                <a:lnTo>
                  <a:pt x="3194" y="3393"/>
                </a:lnTo>
                <a:lnTo>
                  <a:pt x="3150" y="3431"/>
                </a:lnTo>
                <a:lnTo>
                  <a:pt x="3106" y="3465"/>
                </a:lnTo>
                <a:lnTo>
                  <a:pt x="3059" y="3500"/>
                </a:lnTo>
                <a:lnTo>
                  <a:pt x="3013" y="3533"/>
                </a:lnTo>
                <a:lnTo>
                  <a:pt x="2965" y="3564"/>
                </a:lnTo>
                <a:lnTo>
                  <a:pt x="2965" y="3763"/>
                </a:lnTo>
                <a:lnTo>
                  <a:pt x="3040" y="3756"/>
                </a:lnTo>
                <a:lnTo>
                  <a:pt x="3184" y="3744"/>
                </a:lnTo>
                <a:lnTo>
                  <a:pt x="3240" y="3879"/>
                </a:lnTo>
                <a:lnTo>
                  <a:pt x="3257" y="3921"/>
                </a:lnTo>
                <a:lnTo>
                  <a:pt x="3272" y="3961"/>
                </a:lnTo>
                <a:lnTo>
                  <a:pt x="3283" y="4003"/>
                </a:lnTo>
                <a:lnTo>
                  <a:pt x="3293" y="4044"/>
                </a:lnTo>
                <a:lnTo>
                  <a:pt x="3301" y="4084"/>
                </a:lnTo>
                <a:lnTo>
                  <a:pt x="3305" y="4125"/>
                </a:lnTo>
                <a:lnTo>
                  <a:pt x="3309" y="4166"/>
                </a:lnTo>
                <a:lnTo>
                  <a:pt x="3310" y="4206"/>
                </a:lnTo>
                <a:lnTo>
                  <a:pt x="3309" y="4248"/>
                </a:lnTo>
                <a:lnTo>
                  <a:pt x="3305" y="4289"/>
                </a:lnTo>
                <a:lnTo>
                  <a:pt x="3300" y="4329"/>
                </a:lnTo>
                <a:lnTo>
                  <a:pt x="3292" y="4370"/>
                </a:lnTo>
                <a:lnTo>
                  <a:pt x="3282" y="4409"/>
                </a:lnTo>
                <a:lnTo>
                  <a:pt x="3269" y="4449"/>
                </a:lnTo>
                <a:lnTo>
                  <a:pt x="3256" y="4487"/>
                </a:lnTo>
                <a:lnTo>
                  <a:pt x="3239" y="4527"/>
                </a:lnTo>
                <a:lnTo>
                  <a:pt x="3224" y="4560"/>
                </a:lnTo>
                <a:lnTo>
                  <a:pt x="3240" y="4600"/>
                </a:lnTo>
                <a:lnTo>
                  <a:pt x="3257" y="4642"/>
                </a:lnTo>
                <a:lnTo>
                  <a:pt x="3272" y="4682"/>
                </a:lnTo>
                <a:lnTo>
                  <a:pt x="3283" y="4724"/>
                </a:lnTo>
                <a:lnTo>
                  <a:pt x="3293" y="4765"/>
                </a:lnTo>
                <a:lnTo>
                  <a:pt x="3301" y="4805"/>
                </a:lnTo>
                <a:lnTo>
                  <a:pt x="3305" y="4846"/>
                </a:lnTo>
                <a:lnTo>
                  <a:pt x="3309" y="4888"/>
                </a:lnTo>
                <a:lnTo>
                  <a:pt x="3310" y="4927"/>
                </a:lnTo>
                <a:lnTo>
                  <a:pt x="3309" y="4969"/>
                </a:lnTo>
                <a:lnTo>
                  <a:pt x="3305" y="5010"/>
                </a:lnTo>
                <a:lnTo>
                  <a:pt x="3300" y="5050"/>
                </a:lnTo>
                <a:lnTo>
                  <a:pt x="3292" y="5091"/>
                </a:lnTo>
                <a:lnTo>
                  <a:pt x="3282" y="5130"/>
                </a:lnTo>
                <a:lnTo>
                  <a:pt x="3269" y="5170"/>
                </a:lnTo>
                <a:lnTo>
                  <a:pt x="3256" y="5209"/>
                </a:lnTo>
                <a:lnTo>
                  <a:pt x="3239" y="5248"/>
                </a:lnTo>
                <a:lnTo>
                  <a:pt x="3191" y="5356"/>
                </a:lnTo>
                <a:lnTo>
                  <a:pt x="3073" y="5366"/>
                </a:lnTo>
                <a:lnTo>
                  <a:pt x="886" y="5559"/>
                </a:lnTo>
                <a:lnTo>
                  <a:pt x="735" y="5573"/>
                </a:lnTo>
                <a:lnTo>
                  <a:pt x="681" y="5430"/>
                </a:lnTo>
                <a:lnTo>
                  <a:pt x="668" y="5395"/>
                </a:lnTo>
                <a:lnTo>
                  <a:pt x="656" y="5359"/>
                </a:lnTo>
                <a:lnTo>
                  <a:pt x="646" y="5323"/>
                </a:lnTo>
                <a:lnTo>
                  <a:pt x="636" y="5286"/>
                </a:lnTo>
                <a:lnTo>
                  <a:pt x="628" y="5249"/>
                </a:lnTo>
                <a:lnTo>
                  <a:pt x="623" y="5210"/>
                </a:lnTo>
                <a:lnTo>
                  <a:pt x="618" y="5172"/>
                </a:lnTo>
                <a:lnTo>
                  <a:pt x="616" y="5133"/>
                </a:lnTo>
                <a:lnTo>
                  <a:pt x="614" y="5091"/>
                </a:lnTo>
                <a:lnTo>
                  <a:pt x="617" y="5049"/>
                </a:lnTo>
                <a:lnTo>
                  <a:pt x="621" y="5006"/>
                </a:lnTo>
                <a:lnTo>
                  <a:pt x="628" y="4963"/>
                </a:lnTo>
                <a:lnTo>
                  <a:pt x="633" y="4941"/>
                </a:lnTo>
                <a:lnTo>
                  <a:pt x="638" y="4919"/>
                </a:lnTo>
                <a:lnTo>
                  <a:pt x="645" y="4897"/>
                </a:lnTo>
                <a:lnTo>
                  <a:pt x="652" y="4875"/>
                </a:lnTo>
                <a:lnTo>
                  <a:pt x="659" y="4853"/>
                </a:lnTo>
                <a:lnTo>
                  <a:pt x="668" y="4831"/>
                </a:lnTo>
                <a:lnTo>
                  <a:pt x="677" y="4808"/>
                </a:lnTo>
                <a:lnTo>
                  <a:pt x="688" y="4786"/>
                </a:lnTo>
                <a:lnTo>
                  <a:pt x="700" y="4759"/>
                </a:lnTo>
                <a:lnTo>
                  <a:pt x="681" y="4709"/>
                </a:lnTo>
                <a:lnTo>
                  <a:pt x="668" y="4674"/>
                </a:lnTo>
                <a:lnTo>
                  <a:pt x="656" y="4638"/>
                </a:lnTo>
                <a:lnTo>
                  <a:pt x="646" y="4602"/>
                </a:lnTo>
                <a:lnTo>
                  <a:pt x="636" y="4565"/>
                </a:lnTo>
                <a:lnTo>
                  <a:pt x="628" y="4528"/>
                </a:lnTo>
                <a:lnTo>
                  <a:pt x="623" y="4489"/>
                </a:lnTo>
                <a:lnTo>
                  <a:pt x="618" y="4451"/>
                </a:lnTo>
                <a:lnTo>
                  <a:pt x="616" y="4412"/>
                </a:lnTo>
                <a:lnTo>
                  <a:pt x="614" y="4370"/>
                </a:lnTo>
                <a:lnTo>
                  <a:pt x="617" y="4327"/>
                </a:lnTo>
                <a:lnTo>
                  <a:pt x="621" y="4285"/>
                </a:lnTo>
                <a:lnTo>
                  <a:pt x="628" y="4242"/>
                </a:lnTo>
                <a:lnTo>
                  <a:pt x="633" y="4220"/>
                </a:lnTo>
                <a:lnTo>
                  <a:pt x="638" y="4198"/>
                </a:lnTo>
                <a:lnTo>
                  <a:pt x="645" y="4176"/>
                </a:lnTo>
                <a:lnTo>
                  <a:pt x="652" y="4154"/>
                </a:lnTo>
                <a:lnTo>
                  <a:pt x="659" y="4132"/>
                </a:lnTo>
                <a:lnTo>
                  <a:pt x="668" y="4110"/>
                </a:lnTo>
                <a:lnTo>
                  <a:pt x="677" y="4087"/>
                </a:lnTo>
                <a:lnTo>
                  <a:pt x="688" y="4064"/>
                </a:lnTo>
                <a:lnTo>
                  <a:pt x="736" y="3960"/>
                </a:lnTo>
                <a:lnTo>
                  <a:pt x="851" y="3950"/>
                </a:lnTo>
                <a:lnTo>
                  <a:pt x="934" y="3943"/>
                </a:lnTo>
                <a:lnTo>
                  <a:pt x="934" y="3586"/>
                </a:lnTo>
                <a:lnTo>
                  <a:pt x="885" y="3555"/>
                </a:lnTo>
                <a:lnTo>
                  <a:pt x="836" y="3522"/>
                </a:lnTo>
                <a:lnTo>
                  <a:pt x="789" y="3489"/>
                </a:lnTo>
                <a:lnTo>
                  <a:pt x="742" y="3454"/>
                </a:lnTo>
                <a:lnTo>
                  <a:pt x="697" y="3417"/>
                </a:lnTo>
                <a:lnTo>
                  <a:pt x="653" y="3378"/>
                </a:lnTo>
                <a:lnTo>
                  <a:pt x="610" y="3340"/>
                </a:lnTo>
                <a:lnTo>
                  <a:pt x="568" y="3299"/>
                </a:lnTo>
                <a:lnTo>
                  <a:pt x="527" y="3258"/>
                </a:lnTo>
                <a:lnTo>
                  <a:pt x="488" y="3215"/>
                </a:lnTo>
                <a:lnTo>
                  <a:pt x="450" y="3170"/>
                </a:lnTo>
                <a:lnTo>
                  <a:pt x="414" y="3125"/>
                </a:lnTo>
                <a:lnTo>
                  <a:pt x="378" y="3079"/>
                </a:lnTo>
                <a:lnTo>
                  <a:pt x="344" y="3031"/>
                </a:lnTo>
                <a:lnTo>
                  <a:pt x="311" y="2982"/>
                </a:lnTo>
                <a:lnTo>
                  <a:pt x="280" y="2934"/>
                </a:lnTo>
                <a:lnTo>
                  <a:pt x="248" y="2878"/>
                </a:lnTo>
                <a:lnTo>
                  <a:pt x="217" y="2821"/>
                </a:lnTo>
                <a:lnTo>
                  <a:pt x="188" y="2763"/>
                </a:lnTo>
                <a:lnTo>
                  <a:pt x="162" y="2705"/>
                </a:lnTo>
                <a:lnTo>
                  <a:pt x="136" y="2644"/>
                </a:lnTo>
                <a:lnTo>
                  <a:pt x="113" y="2584"/>
                </a:lnTo>
                <a:lnTo>
                  <a:pt x="92" y="2523"/>
                </a:lnTo>
                <a:lnTo>
                  <a:pt x="73" y="2460"/>
                </a:lnTo>
                <a:lnTo>
                  <a:pt x="56" y="2396"/>
                </a:lnTo>
                <a:lnTo>
                  <a:pt x="42" y="2332"/>
                </a:lnTo>
                <a:lnTo>
                  <a:pt x="29" y="2267"/>
                </a:lnTo>
                <a:lnTo>
                  <a:pt x="19" y="2201"/>
                </a:lnTo>
                <a:lnTo>
                  <a:pt x="11" y="2135"/>
                </a:lnTo>
                <a:lnTo>
                  <a:pt x="5" y="2067"/>
                </a:lnTo>
                <a:lnTo>
                  <a:pt x="1" y="2000"/>
                </a:lnTo>
                <a:lnTo>
                  <a:pt x="0" y="1932"/>
                </a:lnTo>
                <a:lnTo>
                  <a:pt x="0" y="1882"/>
                </a:lnTo>
                <a:lnTo>
                  <a:pt x="3" y="1832"/>
                </a:lnTo>
                <a:lnTo>
                  <a:pt x="5" y="1783"/>
                </a:lnTo>
                <a:lnTo>
                  <a:pt x="10" y="1734"/>
                </a:lnTo>
                <a:lnTo>
                  <a:pt x="15" y="1685"/>
                </a:lnTo>
                <a:lnTo>
                  <a:pt x="22" y="1638"/>
                </a:lnTo>
                <a:lnTo>
                  <a:pt x="30" y="1589"/>
                </a:lnTo>
                <a:lnTo>
                  <a:pt x="39" y="1543"/>
                </a:lnTo>
                <a:lnTo>
                  <a:pt x="49" y="1495"/>
                </a:lnTo>
                <a:lnTo>
                  <a:pt x="61" y="1449"/>
                </a:lnTo>
                <a:lnTo>
                  <a:pt x="73" y="1402"/>
                </a:lnTo>
                <a:lnTo>
                  <a:pt x="86" y="1357"/>
                </a:lnTo>
                <a:lnTo>
                  <a:pt x="101" y="1312"/>
                </a:lnTo>
                <a:lnTo>
                  <a:pt x="118" y="1267"/>
                </a:lnTo>
                <a:lnTo>
                  <a:pt x="134" y="1223"/>
                </a:lnTo>
                <a:lnTo>
                  <a:pt x="151" y="1179"/>
                </a:lnTo>
                <a:lnTo>
                  <a:pt x="171" y="1136"/>
                </a:lnTo>
                <a:lnTo>
                  <a:pt x="191" y="1094"/>
                </a:lnTo>
                <a:lnTo>
                  <a:pt x="212" y="1051"/>
                </a:lnTo>
                <a:lnTo>
                  <a:pt x="232" y="1011"/>
                </a:lnTo>
                <a:lnTo>
                  <a:pt x="256" y="970"/>
                </a:lnTo>
                <a:lnTo>
                  <a:pt x="279" y="930"/>
                </a:lnTo>
                <a:lnTo>
                  <a:pt x="304" y="890"/>
                </a:lnTo>
                <a:lnTo>
                  <a:pt x="330" y="852"/>
                </a:lnTo>
                <a:lnTo>
                  <a:pt x="357" y="813"/>
                </a:lnTo>
                <a:lnTo>
                  <a:pt x="383" y="775"/>
                </a:lnTo>
                <a:lnTo>
                  <a:pt x="411" y="739"/>
                </a:lnTo>
                <a:lnTo>
                  <a:pt x="441" y="702"/>
                </a:lnTo>
                <a:lnTo>
                  <a:pt x="470" y="667"/>
                </a:lnTo>
                <a:lnTo>
                  <a:pt x="502" y="632"/>
                </a:lnTo>
                <a:lnTo>
                  <a:pt x="533" y="599"/>
                </a:lnTo>
                <a:lnTo>
                  <a:pt x="566" y="565"/>
                </a:lnTo>
                <a:lnTo>
                  <a:pt x="599" y="532"/>
                </a:lnTo>
                <a:lnTo>
                  <a:pt x="633" y="501"/>
                </a:lnTo>
                <a:lnTo>
                  <a:pt x="668" y="471"/>
                </a:lnTo>
                <a:lnTo>
                  <a:pt x="703" y="441"/>
                </a:lnTo>
                <a:lnTo>
                  <a:pt x="739" y="412"/>
                </a:lnTo>
                <a:lnTo>
                  <a:pt x="776" y="383"/>
                </a:lnTo>
                <a:lnTo>
                  <a:pt x="813" y="356"/>
                </a:lnTo>
                <a:lnTo>
                  <a:pt x="851" y="329"/>
                </a:lnTo>
                <a:lnTo>
                  <a:pt x="891" y="304"/>
                </a:lnTo>
                <a:lnTo>
                  <a:pt x="930" y="279"/>
                </a:lnTo>
                <a:lnTo>
                  <a:pt x="970" y="255"/>
                </a:lnTo>
                <a:lnTo>
                  <a:pt x="1010" y="233"/>
                </a:lnTo>
                <a:lnTo>
                  <a:pt x="1052" y="211"/>
                </a:lnTo>
                <a:lnTo>
                  <a:pt x="1094" y="190"/>
                </a:lnTo>
                <a:lnTo>
                  <a:pt x="1137" y="170"/>
                </a:lnTo>
                <a:lnTo>
                  <a:pt x="1180" y="152"/>
                </a:lnTo>
                <a:lnTo>
                  <a:pt x="1224" y="133"/>
                </a:lnTo>
                <a:lnTo>
                  <a:pt x="1268" y="117"/>
                </a:lnTo>
                <a:lnTo>
                  <a:pt x="1312" y="101"/>
                </a:lnTo>
                <a:lnTo>
                  <a:pt x="1357" y="87"/>
                </a:lnTo>
                <a:lnTo>
                  <a:pt x="1403" y="73"/>
                </a:lnTo>
                <a:lnTo>
                  <a:pt x="1449" y="60"/>
                </a:lnTo>
                <a:lnTo>
                  <a:pt x="1496" y="48"/>
                </a:lnTo>
                <a:lnTo>
                  <a:pt x="1542" y="39"/>
                </a:lnTo>
                <a:lnTo>
                  <a:pt x="1590" y="30"/>
                </a:lnTo>
                <a:lnTo>
                  <a:pt x="1637" y="22"/>
                </a:lnTo>
                <a:lnTo>
                  <a:pt x="1686" y="15"/>
                </a:lnTo>
                <a:lnTo>
                  <a:pt x="1735" y="9"/>
                </a:lnTo>
                <a:lnTo>
                  <a:pt x="1783" y="5"/>
                </a:lnTo>
                <a:lnTo>
                  <a:pt x="1832" y="2"/>
                </a:lnTo>
                <a:lnTo>
                  <a:pt x="1882" y="0"/>
                </a:lnTo>
                <a:lnTo>
                  <a:pt x="1932" y="0"/>
                </a:lnTo>
                <a:close/>
                <a:moveTo>
                  <a:pt x="1507" y="2300"/>
                </a:moveTo>
                <a:lnTo>
                  <a:pt x="1507" y="2300"/>
                </a:lnTo>
                <a:lnTo>
                  <a:pt x="1533" y="2310"/>
                </a:lnTo>
                <a:lnTo>
                  <a:pt x="1557" y="2318"/>
                </a:lnTo>
                <a:lnTo>
                  <a:pt x="1569" y="2321"/>
                </a:lnTo>
                <a:lnTo>
                  <a:pt x="1580" y="2323"/>
                </a:lnTo>
                <a:lnTo>
                  <a:pt x="1592" y="2324"/>
                </a:lnTo>
                <a:lnTo>
                  <a:pt x="1604" y="2324"/>
                </a:lnTo>
                <a:lnTo>
                  <a:pt x="1619" y="2324"/>
                </a:lnTo>
                <a:lnTo>
                  <a:pt x="1633" y="2322"/>
                </a:lnTo>
                <a:lnTo>
                  <a:pt x="1648" y="2318"/>
                </a:lnTo>
                <a:lnTo>
                  <a:pt x="1663" y="2314"/>
                </a:lnTo>
                <a:lnTo>
                  <a:pt x="1677" y="2308"/>
                </a:lnTo>
                <a:lnTo>
                  <a:pt x="1691" y="2300"/>
                </a:lnTo>
                <a:lnTo>
                  <a:pt x="1705" y="2289"/>
                </a:lnTo>
                <a:lnTo>
                  <a:pt x="1718" y="2279"/>
                </a:lnTo>
                <a:lnTo>
                  <a:pt x="1750" y="2251"/>
                </a:lnTo>
                <a:lnTo>
                  <a:pt x="1782" y="2276"/>
                </a:lnTo>
                <a:lnTo>
                  <a:pt x="1801" y="2290"/>
                </a:lnTo>
                <a:lnTo>
                  <a:pt x="1819" y="2303"/>
                </a:lnTo>
                <a:lnTo>
                  <a:pt x="1838" y="2314"/>
                </a:lnTo>
                <a:lnTo>
                  <a:pt x="1855" y="2323"/>
                </a:lnTo>
                <a:lnTo>
                  <a:pt x="1873" y="2330"/>
                </a:lnTo>
                <a:lnTo>
                  <a:pt x="1890" y="2336"/>
                </a:lnTo>
                <a:lnTo>
                  <a:pt x="1908" y="2339"/>
                </a:lnTo>
                <a:lnTo>
                  <a:pt x="1924" y="2340"/>
                </a:lnTo>
                <a:lnTo>
                  <a:pt x="1939" y="2340"/>
                </a:lnTo>
                <a:lnTo>
                  <a:pt x="1954" y="2338"/>
                </a:lnTo>
                <a:lnTo>
                  <a:pt x="1969" y="2333"/>
                </a:lnTo>
                <a:lnTo>
                  <a:pt x="1984" y="2328"/>
                </a:lnTo>
                <a:lnTo>
                  <a:pt x="1999" y="2319"/>
                </a:lnTo>
                <a:lnTo>
                  <a:pt x="2013" y="2309"/>
                </a:lnTo>
                <a:lnTo>
                  <a:pt x="2028" y="2296"/>
                </a:lnTo>
                <a:lnTo>
                  <a:pt x="2044" y="2282"/>
                </a:lnTo>
                <a:lnTo>
                  <a:pt x="2077" y="2246"/>
                </a:lnTo>
                <a:lnTo>
                  <a:pt x="2113" y="2279"/>
                </a:lnTo>
                <a:lnTo>
                  <a:pt x="2134" y="2295"/>
                </a:lnTo>
                <a:lnTo>
                  <a:pt x="2154" y="2308"/>
                </a:lnTo>
                <a:lnTo>
                  <a:pt x="2175" y="2319"/>
                </a:lnTo>
                <a:lnTo>
                  <a:pt x="2194" y="2326"/>
                </a:lnTo>
                <a:lnTo>
                  <a:pt x="2215" y="2332"/>
                </a:lnTo>
                <a:lnTo>
                  <a:pt x="2235" y="2336"/>
                </a:lnTo>
                <a:lnTo>
                  <a:pt x="2255" y="2337"/>
                </a:lnTo>
                <a:lnTo>
                  <a:pt x="2275" y="2336"/>
                </a:lnTo>
                <a:lnTo>
                  <a:pt x="2291" y="2333"/>
                </a:lnTo>
                <a:lnTo>
                  <a:pt x="2308" y="2330"/>
                </a:lnTo>
                <a:lnTo>
                  <a:pt x="2324" y="2325"/>
                </a:lnTo>
                <a:lnTo>
                  <a:pt x="2342" y="2319"/>
                </a:lnTo>
                <a:lnTo>
                  <a:pt x="2359" y="2314"/>
                </a:lnTo>
                <a:lnTo>
                  <a:pt x="2377" y="2307"/>
                </a:lnTo>
                <a:lnTo>
                  <a:pt x="2412" y="2290"/>
                </a:lnTo>
                <a:lnTo>
                  <a:pt x="2484" y="2175"/>
                </a:lnTo>
                <a:lnTo>
                  <a:pt x="2653" y="2281"/>
                </a:lnTo>
                <a:lnTo>
                  <a:pt x="2239" y="2948"/>
                </a:lnTo>
                <a:lnTo>
                  <a:pt x="2239" y="3826"/>
                </a:lnTo>
                <a:lnTo>
                  <a:pt x="2564" y="3799"/>
                </a:lnTo>
                <a:lnTo>
                  <a:pt x="2564" y="3450"/>
                </a:lnTo>
                <a:lnTo>
                  <a:pt x="2564" y="3332"/>
                </a:lnTo>
                <a:lnTo>
                  <a:pt x="2668" y="3274"/>
                </a:lnTo>
                <a:lnTo>
                  <a:pt x="2712" y="3248"/>
                </a:lnTo>
                <a:lnTo>
                  <a:pt x="2756" y="3222"/>
                </a:lnTo>
                <a:lnTo>
                  <a:pt x="2799" y="3194"/>
                </a:lnTo>
                <a:lnTo>
                  <a:pt x="2841" y="3163"/>
                </a:lnTo>
                <a:lnTo>
                  <a:pt x="2882" y="3132"/>
                </a:lnTo>
                <a:lnTo>
                  <a:pt x="2921" y="3100"/>
                </a:lnTo>
                <a:lnTo>
                  <a:pt x="2960" y="3066"/>
                </a:lnTo>
                <a:lnTo>
                  <a:pt x="2997" y="3031"/>
                </a:lnTo>
                <a:lnTo>
                  <a:pt x="3033" y="2995"/>
                </a:lnTo>
                <a:lnTo>
                  <a:pt x="3067" y="2958"/>
                </a:lnTo>
                <a:lnTo>
                  <a:pt x="3101" y="2918"/>
                </a:lnTo>
                <a:lnTo>
                  <a:pt x="3134" y="2879"/>
                </a:lnTo>
                <a:lnTo>
                  <a:pt x="3165" y="2838"/>
                </a:lnTo>
                <a:lnTo>
                  <a:pt x="3195" y="2797"/>
                </a:lnTo>
                <a:lnTo>
                  <a:pt x="3223" y="2754"/>
                </a:lnTo>
                <a:lnTo>
                  <a:pt x="3250" y="2711"/>
                </a:lnTo>
                <a:lnTo>
                  <a:pt x="3275" y="2667"/>
                </a:lnTo>
                <a:lnTo>
                  <a:pt x="3299" y="2624"/>
                </a:lnTo>
                <a:lnTo>
                  <a:pt x="3319" y="2578"/>
                </a:lnTo>
                <a:lnTo>
                  <a:pt x="3340" y="2533"/>
                </a:lnTo>
                <a:lnTo>
                  <a:pt x="3359" y="2487"/>
                </a:lnTo>
                <a:lnTo>
                  <a:pt x="3376" y="2439"/>
                </a:lnTo>
                <a:lnTo>
                  <a:pt x="3393" y="2391"/>
                </a:lnTo>
                <a:lnTo>
                  <a:pt x="3406" y="2343"/>
                </a:lnTo>
                <a:lnTo>
                  <a:pt x="3419" y="2293"/>
                </a:lnTo>
                <a:lnTo>
                  <a:pt x="3431" y="2243"/>
                </a:lnTo>
                <a:lnTo>
                  <a:pt x="3440" y="2193"/>
                </a:lnTo>
                <a:lnTo>
                  <a:pt x="3448" y="2142"/>
                </a:lnTo>
                <a:lnTo>
                  <a:pt x="3454" y="2089"/>
                </a:lnTo>
                <a:lnTo>
                  <a:pt x="3459" y="2037"/>
                </a:lnTo>
                <a:lnTo>
                  <a:pt x="3461" y="1985"/>
                </a:lnTo>
                <a:lnTo>
                  <a:pt x="3462" y="1932"/>
                </a:lnTo>
                <a:lnTo>
                  <a:pt x="3462" y="1892"/>
                </a:lnTo>
                <a:lnTo>
                  <a:pt x="3460" y="1853"/>
                </a:lnTo>
                <a:lnTo>
                  <a:pt x="3458" y="1814"/>
                </a:lnTo>
                <a:lnTo>
                  <a:pt x="3454" y="1775"/>
                </a:lnTo>
                <a:lnTo>
                  <a:pt x="3449" y="1737"/>
                </a:lnTo>
                <a:lnTo>
                  <a:pt x="3445" y="1698"/>
                </a:lnTo>
                <a:lnTo>
                  <a:pt x="3438" y="1661"/>
                </a:lnTo>
                <a:lnTo>
                  <a:pt x="3431" y="1623"/>
                </a:lnTo>
                <a:lnTo>
                  <a:pt x="3423" y="1586"/>
                </a:lnTo>
                <a:lnTo>
                  <a:pt x="3415" y="1548"/>
                </a:lnTo>
                <a:lnTo>
                  <a:pt x="3404" y="1512"/>
                </a:lnTo>
                <a:lnTo>
                  <a:pt x="3394" y="1476"/>
                </a:lnTo>
                <a:lnTo>
                  <a:pt x="3382" y="1440"/>
                </a:lnTo>
                <a:lnTo>
                  <a:pt x="3369" y="1406"/>
                </a:lnTo>
                <a:lnTo>
                  <a:pt x="3357" y="1371"/>
                </a:lnTo>
                <a:lnTo>
                  <a:pt x="3341" y="1336"/>
                </a:lnTo>
                <a:lnTo>
                  <a:pt x="3328" y="1301"/>
                </a:lnTo>
                <a:lnTo>
                  <a:pt x="3311" y="1267"/>
                </a:lnTo>
                <a:lnTo>
                  <a:pt x="3295" y="1235"/>
                </a:lnTo>
                <a:lnTo>
                  <a:pt x="3278" y="1202"/>
                </a:lnTo>
                <a:lnTo>
                  <a:pt x="3259" y="1170"/>
                </a:lnTo>
                <a:lnTo>
                  <a:pt x="3240" y="1137"/>
                </a:lnTo>
                <a:lnTo>
                  <a:pt x="3221" y="1106"/>
                </a:lnTo>
                <a:lnTo>
                  <a:pt x="3201" y="1076"/>
                </a:lnTo>
                <a:lnTo>
                  <a:pt x="3180" y="1046"/>
                </a:lnTo>
                <a:lnTo>
                  <a:pt x="3158" y="1015"/>
                </a:lnTo>
                <a:lnTo>
                  <a:pt x="3136" y="986"/>
                </a:lnTo>
                <a:lnTo>
                  <a:pt x="3113" y="957"/>
                </a:lnTo>
                <a:lnTo>
                  <a:pt x="3090" y="930"/>
                </a:lnTo>
                <a:lnTo>
                  <a:pt x="3065" y="902"/>
                </a:lnTo>
                <a:lnTo>
                  <a:pt x="3040" y="875"/>
                </a:lnTo>
                <a:lnTo>
                  <a:pt x="3014" y="849"/>
                </a:lnTo>
                <a:lnTo>
                  <a:pt x="2987" y="824"/>
                </a:lnTo>
                <a:lnTo>
                  <a:pt x="2961" y="798"/>
                </a:lnTo>
                <a:lnTo>
                  <a:pt x="2934" y="774"/>
                </a:lnTo>
                <a:lnTo>
                  <a:pt x="2905" y="751"/>
                </a:lnTo>
                <a:lnTo>
                  <a:pt x="2877" y="728"/>
                </a:lnTo>
                <a:lnTo>
                  <a:pt x="2848" y="704"/>
                </a:lnTo>
                <a:lnTo>
                  <a:pt x="2818" y="683"/>
                </a:lnTo>
                <a:lnTo>
                  <a:pt x="2788" y="663"/>
                </a:lnTo>
                <a:lnTo>
                  <a:pt x="2756" y="642"/>
                </a:lnTo>
                <a:lnTo>
                  <a:pt x="2725" y="622"/>
                </a:lnTo>
                <a:lnTo>
                  <a:pt x="2694" y="603"/>
                </a:lnTo>
                <a:lnTo>
                  <a:pt x="2661" y="586"/>
                </a:lnTo>
                <a:lnTo>
                  <a:pt x="2629" y="568"/>
                </a:lnTo>
                <a:lnTo>
                  <a:pt x="2595" y="552"/>
                </a:lnTo>
                <a:lnTo>
                  <a:pt x="2561" y="536"/>
                </a:lnTo>
                <a:lnTo>
                  <a:pt x="2528" y="521"/>
                </a:lnTo>
                <a:lnTo>
                  <a:pt x="2493" y="507"/>
                </a:lnTo>
                <a:lnTo>
                  <a:pt x="2458" y="494"/>
                </a:lnTo>
                <a:lnTo>
                  <a:pt x="2423" y="481"/>
                </a:lnTo>
                <a:lnTo>
                  <a:pt x="2387" y="470"/>
                </a:lnTo>
                <a:lnTo>
                  <a:pt x="2351" y="459"/>
                </a:lnTo>
                <a:lnTo>
                  <a:pt x="2314" y="449"/>
                </a:lnTo>
                <a:lnTo>
                  <a:pt x="2277" y="440"/>
                </a:lnTo>
                <a:lnTo>
                  <a:pt x="2240" y="431"/>
                </a:lnTo>
                <a:lnTo>
                  <a:pt x="2203" y="424"/>
                </a:lnTo>
                <a:lnTo>
                  <a:pt x="2164" y="419"/>
                </a:lnTo>
                <a:lnTo>
                  <a:pt x="2127" y="413"/>
                </a:lnTo>
                <a:lnTo>
                  <a:pt x="2088" y="408"/>
                </a:lnTo>
                <a:lnTo>
                  <a:pt x="2049" y="405"/>
                </a:lnTo>
                <a:lnTo>
                  <a:pt x="2011" y="402"/>
                </a:lnTo>
                <a:lnTo>
                  <a:pt x="1972" y="401"/>
                </a:lnTo>
                <a:lnTo>
                  <a:pt x="1932" y="401"/>
                </a:lnTo>
                <a:lnTo>
                  <a:pt x="1893" y="401"/>
                </a:lnTo>
                <a:lnTo>
                  <a:pt x="1853" y="402"/>
                </a:lnTo>
                <a:lnTo>
                  <a:pt x="1814" y="405"/>
                </a:lnTo>
                <a:lnTo>
                  <a:pt x="1775" y="408"/>
                </a:lnTo>
                <a:lnTo>
                  <a:pt x="1737" y="413"/>
                </a:lnTo>
                <a:lnTo>
                  <a:pt x="1699" y="419"/>
                </a:lnTo>
                <a:lnTo>
                  <a:pt x="1660" y="424"/>
                </a:lnTo>
                <a:lnTo>
                  <a:pt x="1623" y="431"/>
                </a:lnTo>
                <a:lnTo>
                  <a:pt x="1586" y="440"/>
                </a:lnTo>
                <a:lnTo>
                  <a:pt x="1549" y="449"/>
                </a:lnTo>
                <a:lnTo>
                  <a:pt x="1513" y="459"/>
                </a:lnTo>
                <a:lnTo>
                  <a:pt x="1477" y="470"/>
                </a:lnTo>
                <a:lnTo>
                  <a:pt x="1441" y="481"/>
                </a:lnTo>
                <a:lnTo>
                  <a:pt x="1405" y="494"/>
                </a:lnTo>
                <a:lnTo>
                  <a:pt x="1370" y="507"/>
                </a:lnTo>
                <a:lnTo>
                  <a:pt x="1335" y="521"/>
                </a:lnTo>
                <a:lnTo>
                  <a:pt x="1302" y="536"/>
                </a:lnTo>
                <a:lnTo>
                  <a:pt x="1268" y="552"/>
                </a:lnTo>
                <a:lnTo>
                  <a:pt x="1234" y="568"/>
                </a:lnTo>
                <a:lnTo>
                  <a:pt x="1202" y="586"/>
                </a:lnTo>
                <a:lnTo>
                  <a:pt x="1169" y="603"/>
                </a:lnTo>
                <a:lnTo>
                  <a:pt x="1138" y="622"/>
                </a:lnTo>
                <a:lnTo>
                  <a:pt x="1107" y="642"/>
                </a:lnTo>
                <a:lnTo>
                  <a:pt x="1076" y="663"/>
                </a:lnTo>
                <a:lnTo>
                  <a:pt x="1045" y="683"/>
                </a:lnTo>
                <a:lnTo>
                  <a:pt x="1016" y="704"/>
                </a:lnTo>
                <a:lnTo>
                  <a:pt x="987" y="728"/>
                </a:lnTo>
                <a:lnTo>
                  <a:pt x="958" y="751"/>
                </a:lnTo>
                <a:lnTo>
                  <a:pt x="930" y="774"/>
                </a:lnTo>
                <a:lnTo>
                  <a:pt x="902" y="798"/>
                </a:lnTo>
                <a:lnTo>
                  <a:pt x="876" y="824"/>
                </a:lnTo>
                <a:lnTo>
                  <a:pt x="849" y="849"/>
                </a:lnTo>
                <a:lnTo>
                  <a:pt x="823" y="875"/>
                </a:lnTo>
                <a:lnTo>
                  <a:pt x="799" y="902"/>
                </a:lnTo>
                <a:lnTo>
                  <a:pt x="775" y="930"/>
                </a:lnTo>
                <a:lnTo>
                  <a:pt x="750" y="957"/>
                </a:lnTo>
                <a:lnTo>
                  <a:pt x="728" y="986"/>
                </a:lnTo>
                <a:lnTo>
                  <a:pt x="705" y="1015"/>
                </a:lnTo>
                <a:lnTo>
                  <a:pt x="684" y="1046"/>
                </a:lnTo>
                <a:lnTo>
                  <a:pt x="662" y="1076"/>
                </a:lnTo>
                <a:lnTo>
                  <a:pt x="642" y="1106"/>
                </a:lnTo>
                <a:lnTo>
                  <a:pt x="623" y="1137"/>
                </a:lnTo>
                <a:lnTo>
                  <a:pt x="604" y="1170"/>
                </a:lnTo>
                <a:lnTo>
                  <a:pt x="585" y="1202"/>
                </a:lnTo>
                <a:lnTo>
                  <a:pt x="569" y="1235"/>
                </a:lnTo>
                <a:lnTo>
                  <a:pt x="552" y="1267"/>
                </a:lnTo>
                <a:lnTo>
                  <a:pt x="537" y="1301"/>
                </a:lnTo>
                <a:lnTo>
                  <a:pt x="522" y="1336"/>
                </a:lnTo>
                <a:lnTo>
                  <a:pt x="508" y="1371"/>
                </a:lnTo>
                <a:lnTo>
                  <a:pt x="494" y="1406"/>
                </a:lnTo>
                <a:lnTo>
                  <a:pt x="482" y="1440"/>
                </a:lnTo>
                <a:lnTo>
                  <a:pt x="470" y="1476"/>
                </a:lnTo>
                <a:lnTo>
                  <a:pt x="459" y="1512"/>
                </a:lnTo>
                <a:lnTo>
                  <a:pt x="450" y="1548"/>
                </a:lnTo>
                <a:lnTo>
                  <a:pt x="440" y="1586"/>
                </a:lnTo>
                <a:lnTo>
                  <a:pt x="432" y="1623"/>
                </a:lnTo>
                <a:lnTo>
                  <a:pt x="425" y="1661"/>
                </a:lnTo>
                <a:lnTo>
                  <a:pt x="418" y="1698"/>
                </a:lnTo>
                <a:lnTo>
                  <a:pt x="414" y="1737"/>
                </a:lnTo>
                <a:lnTo>
                  <a:pt x="409" y="1775"/>
                </a:lnTo>
                <a:lnTo>
                  <a:pt x="405" y="1814"/>
                </a:lnTo>
                <a:lnTo>
                  <a:pt x="403" y="1853"/>
                </a:lnTo>
                <a:lnTo>
                  <a:pt x="402" y="1892"/>
                </a:lnTo>
                <a:lnTo>
                  <a:pt x="401" y="1932"/>
                </a:lnTo>
                <a:lnTo>
                  <a:pt x="402" y="1986"/>
                </a:lnTo>
                <a:lnTo>
                  <a:pt x="405" y="2040"/>
                </a:lnTo>
                <a:lnTo>
                  <a:pt x="410" y="2093"/>
                </a:lnTo>
                <a:lnTo>
                  <a:pt x="416" y="2146"/>
                </a:lnTo>
                <a:lnTo>
                  <a:pt x="424" y="2199"/>
                </a:lnTo>
                <a:lnTo>
                  <a:pt x="434" y="2251"/>
                </a:lnTo>
                <a:lnTo>
                  <a:pt x="446" y="2301"/>
                </a:lnTo>
                <a:lnTo>
                  <a:pt x="459" y="2352"/>
                </a:lnTo>
                <a:lnTo>
                  <a:pt x="474" y="2402"/>
                </a:lnTo>
                <a:lnTo>
                  <a:pt x="490" y="2451"/>
                </a:lnTo>
                <a:lnTo>
                  <a:pt x="509" y="2498"/>
                </a:lnTo>
                <a:lnTo>
                  <a:pt x="529" y="2546"/>
                </a:lnTo>
                <a:lnTo>
                  <a:pt x="549" y="2592"/>
                </a:lnTo>
                <a:lnTo>
                  <a:pt x="573" y="2638"/>
                </a:lnTo>
                <a:lnTo>
                  <a:pt x="597" y="2682"/>
                </a:lnTo>
                <a:lnTo>
                  <a:pt x="623" y="2726"/>
                </a:lnTo>
                <a:lnTo>
                  <a:pt x="650" y="2770"/>
                </a:lnTo>
                <a:lnTo>
                  <a:pt x="679" y="2814"/>
                </a:lnTo>
                <a:lnTo>
                  <a:pt x="711" y="2856"/>
                </a:lnTo>
                <a:lnTo>
                  <a:pt x="743" y="2896"/>
                </a:lnTo>
                <a:lnTo>
                  <a:pt x="777" y="2937"/>
                </a:lnTo>
                <a:lnTo>
                  <a:pt x="812" y="2975"/>
                </a:lnTo>
                <a:lnTo>
                  <a:pt x="848" y="3014"/>
                </a:lnTo>
                <a:lnTo>
                  <a:pt x="885" y="3050"/>
                </a:lnTo>
                <a:lnTo>
                  <a:pt x="924" y="3085"/>
                </a:lnTo>
                <a:lnTo>
                  <a:pt x="964" y="3118"/>
                </a:lnTo>
                <a:lnTo>
                  <a:pt x="1004" y="3151"/>
                </a:lnTo>
                <a:lnTo>
                  <a:pt x="1047" y="3182"/>
                </a:lnTo>
                <a:lnTo>
                  <a:pt x="1090" y="3211"/>
                </a:lnTo>
                <a:lnTo>
                  <a:pt x="1135" y="3239"/>
                </a:lnTo>
                <a:lnTo>
                  <a:pt x="1180" y="3266"/>
                </a:lnTo>
                <a:lnTo>
                  <a:pt x="1226" y="3291"/>
                </a:lnTo>
                <a:lnTo>
                  <a:pt x="1335" y="3348"/>
                </a:lnTo>
                <a:lnTo>
                  <a:pt x="1335" y="3469"/>
                </a:lnTo>
                <a:lnTo>
                  <a:pt x="1335" y="3838"/>
                </a:lnTo>
                <a:lnTo>
                  <a:pt x="1674" y="3838"/>
                </a:lnTo>
                <a:lnTo>
                  <a:pt x="1674" y="2948"/>
                </a:lnTo>
                <a:lnTo>
                  <a:pt x="1260" y="2281"/>
                </a:lnTo>
                <a:lnTo>
                  <a:pt x="1431" y="2175"/>
                </a:lnTo>
                <a:lnTo>
                  <a:pt x="1507" y="2300"/>
                </a:lnTo>
                <a:close/>
                <a:moveTo>
                  <a:pt x="2326" y="2429"/>
                </a:moveTo>
                <a:lnTo>
                  <a:pt x="2326" y="2429"/>
                </a:lnTo>
                <a:lnTo>
                  <a:pt x="2305" y="2432"/>
                </a:lnTo>
                <a:lnTo>
                  <a:pt x="2284" y="2435"/>
                </a:lnTo>
                <a:lnTo>
                  <a:pt x="2258" y="2437"/>
                </a:lnTo>
                <a:lnTo>
                  <a:pt x="2234" y="2437"/>
                </a:lnTo>
                <a:lnTo>
                  <a:pt x="2208" y="2433"/>
                </a:lnTo>
                <a:lnTo>
                  <a:pt x="2184" y="2429"/>
                </a:lnTo>
                <a:lnTo>
                  <a:pt x="2158" y="2420"/>
                </a:lnTo>
                <a:lnTo>
                  <a:pt x="2134" y="2411"/>
                </a:lnTo>
                <a:lnTo>
                  <a:pt x="2109" y="2397"/>
                </a:lnTo>
                <a:lnTo>
                  <a:pt x="2083" y="2382"/>
                </a:lnTo>
                <a:lnTo>
                  <a:pt x="2063" y="2396"/>
                </a:lnTo>
                <a:lnTo>
                  <a:pt x="2045" y="2409"/>
                </a:lnTo>
                <a:lnTo>
                  <a:pt x="2024" y="2419"/>
                </a:lnTo>
                <a:lnTo>
                  <a:pt x="2004" y="2427"/>
                </a:lnTo>
                <a:lnTo>
                  <a:pt x="1983" y="2434"/>
                </a:lnTo>
                <a:lnTo>
                  <a:pt x="1962" y="2438"/>
                </a:lnTo>
                <a:lnTo>
                  <a:pt x="1941" y="2440"/>
                </a:lnTo>
                <a:lnTo>
                  <a:pt x="1920" y="2440"/>
                </a:lnTo>
                <a:lnTo>
                  <a:pt x="1900" y="2439"/>
                </a:lnTo>
                <a:lnTo>
                  <a:pt x="1879" y="2435"/>
                </a:lnTo>
                <a:lnTo>
                  <a:pt x="1858" y="2430"/>
                </a:lnTo>
                <a:lnTo>
                  <a:pt x="1837" y="2423"/>
                </a:lnTo>
                <a:lnTo>
                  <a:pt x="1816" y="2415"/>
                </a:lnTo>
                <a:lnTo>
                  <a:pt x="1794" y="2404"/>
                </a:lnTo>
                <a:lnTo>
                  <a:pt x="1773" y="2393"/>
                </a:lnTo>
                <a:lnTo>
                  <a:pt x="1752" y="2379"/>
                </a:lnTo>
                <a:lnTo>
                  <a:pt x="1735" y="2390"/>
                </a:lnTo>
                <a:lnTo>
                  <a:pt x="1716" y="2399"/>
                </a:lnTo>
                <a:lnTo>
                  <a:pt x="1699" y="2408"/>
                </a:lnTo>
                <a:lnTo>
                  <a:pt x="1679" y="2413"/>
                </a:lnTo>
                <a:lnTo>
                  <a:pt x="1660" y="2418"/>
                </a:lnTo>
                <a:lnTo>
                  <a:pt x="1642" y="2422"/>
                </a:lnTo>
                <a:lnTo>
                  <a:pt x="1622" y="2424"/>
                </a:lnTo>
                <a:lnTo>
                  <a:pt x="1602" y="2424"/>
                </a:lnTo>
                <a:lnTo>
                  <a:pt x="1585" y="2424"/>
                </a:lnTo>
                <a:lnTo>
                  <a:pt x="1860" y="2866"/>
                </a:lnTo>
                <a:lnTo>
                  <a:pt x="1875" y="2891"/>
                </a:lnTo>
                <a:lnTo>
                  <a:pt x="1875" y="2918"/>
                </a:lnTo>
                <a:lnTo>
                  <a:pt x="1875" y="3838"/>
                </a:lnTo>
                <a:lnTo>
                  <a:pt x="2038" y="3838"/>
                </a:lnTo>
                <a:lnTo>
                  <a:pt x="2038" y="2918"/>
                </a:lnTo>
                <a:lnTo>
                  <a:pt x="2038" y="2891"/>
                </a:lnTo>
                <a:lnTo>
                  <a:pt x="2053" y="2866"/>
                </a:lnTo>
                <a:lnTo>
                  <a:pt x="2326" y="2429"/>
                </a:lnTo>
                <a:close/>
                <a:moveTo>
                  <a:pt x="2506" y="5533"/>
                </a:moveTo>
                <a:lnTo>
                  <a:pt x="1402" y="5631"/>
                </a:lnTo>
                <a:lnTo>
                  <a:pt x="1405" y="5656"/>
                </a:lnTo>
                <a:lnTo>
                  <a:pt x="1410" y="5681"/>
                </a:lnTo>
                <a:lnTo>
                  <a:pt x="1417" y="5705"/>
                </a:lnTo>
                <a:lnTo>
                  <a:pt x="1424" y="5729"/>
                </a:lnTo>
                <a:lnTo>
                  <a:pt x="1432" y="5753"/>
                </a:lnTo>
                <a:lnTo>
                  <a:pt x="1441" y="5776"/>
                </a:lnTo>
                <a:lnTo>
                  <a:pt x="1451" y="5798"/>
                </a:lnTo>
                <a:lnTo>
                  <a:pt x="1463" y="5820"/>
                </a:lnTo>
                <a:lnTo>
                  <a:pt x="1475" y="5842"/>
                </a:lnTo>
                <a:lnTo>
                  <a:pt x="1489" y="5862"/>
                </a:lnTo>
                <a:lnTo>
                  <a:pt x="1503" y="5883"/>
                </a:lnTo>
                <a:lnTo>
                  <a:pt x="1516" y="5902"/>
                </a:lnTo>
                <a:lnTo>
                  <a:pt x="1533" y="5921"/>
                </a:lnTo>
                <a:lnTo>
                  <a:pt x="1549" y="5938"/>
                </a:lnTo>
                <a:lnTo>
                  <a:pt x="1566" y="5956"/>
                </a:lnTo>
                <a:lnTo>
                  <a:pt x="1584" y="5973"/>
                </a:lnTo>
                <a:lnTo>
                  <a:pt x="1602" y="5988"/>
                </a:lnTo>
                <a:lnTo>
                  <a:pt x="1622" y="6003"/>
                </a:lnTo>
                <a:lnTo>
                  <a:pt x="1642" y="6017"/>
                </a:lnTo>
                <a:lnTo>
                  <a:pt x="1663" y="6031"/>
                </a:lnTo>
                <a:lnTo>
                  <a:pt x="1685" y="6043"/>
                </a:lnTo>
                <a:lnTo>
                  <a:pt x="1706" y="6055"/>
                </a:lnTo>
                <a:lnTo>
                  <a:pt x="1729" y="6065"/>
                </a:lnTo>
                <a:lnTo>
                  <a:pt x="1752" y="6074"/>
                </a:lnTo>
                <a:lnTo>
                  <a:pt x="1775" y="6082"/>
                </a:lnTo>
                <a:lnTo>
                  <a:pt x="1799" y="6091"/>
                </a:lnTo>
                <a:lnTo>
                  <a:pt x="1823" y="6096"/>
                </a:lnTo>
                <a:lnTo>
                  <a:pt x="1849" y="6102"/>
                </a:lnTo>
                <a:lnTo>
                  <a:pt x="1873" y="6106"/>
                </a:lnTo>
                <a:lnTo>
                  <a:pt x="1900" y="6109"/>
                </a:lnTo>
                <a:lnTo>
                  <a:pt x="1925" y="6110"/>
                </a:lnTo>
                <a:lnTo>
                  <a:pt x="1951" y="6111"/>
                </a:lnTo>
                <a:lnTo>
                  <a:pt x="1980" y="6110"/>
                </a:lnTo>
                <a:lnTo>
                  <a:pt x="2008" y="6109"/>
                </a:lnTo>
                <a:lnTo>
                  <a:pt x="2035" y="6106"/>
                </a:lnTo>
                <a:lnTo>
                  <a:pt x="2063" y="6100"/>
                </a:lnTo>
                <a:lnTo>
                  <a:pt x="2090" y="6094"/>
                </a:lnTo>
                <a:lnTo>
                  <a:pt x="2117" y="6087"/>
                </a:lnTo>
                <a:lnTo>
                  <a:pt x="2142" y="6078"/>
                </a:lnTo>
                <a:lnTo>
                  <a:pt x="2168" y="6067"/>
                </a:lnTo>
                <a:lnTo>
                  <a:pt x="2192" y="6057"/>
                </a:lnTo>
                <a:lnTo>
                  <a:pt x="2215" y="6044"/>
                </a:lnTo>
                <a:lnTo>
                  <a:pt x="2239" y="6031"/>
                </a:lnTo>
                <a:lnTo>
                  <a:pt x="2262" y="6016"/>
                </a:lnTo>
                <a:lnTo>
                  <a:pt x="2284" y="6001"/>
                </a:lnTo>
                <a:lnTo>
                  <a:pt x="2305" y="5985"/>
                </a:lnTo>
                <a:lnTo>
                  <a:pt x="2324" y="5968"/>
                </a:lnTo>
                <a:lnTo>
                  <a:pt x="2344" y="5949"/>
                </a:lnTo>
                <a:lnTo>
                  <a:pt x="2362" y="5929"/>
                </a:lnTo>
                <a:lnTo>
                  <a:pt x="2379" y="5909"/>
                </a:lnTo>
                <a:lnTo>
                  <a:pt x="2396" y="5889"/>
                </a:lnTo>
                <a:lnTo>
                  <a:pt x="2412" y="5866"/>
                </a:lnTo>
                <a:lnTo>
                  <a:pt x="2425" y="5844"/>
                </a:lnTo>
                <a:lnTo>
                  <a:pt x="2439" y="5821"/>
                </a:lnTo>
                <a:lnTo>
                  <a:pt x="2451" y="5797"/>
                </a:lnTo>
                <a:lnTo>
                  <a:pt x="2463" y="5772"/>
                </a:lnTo>
                <a:lnTo>
                  <a:pt x="2473" y="5747"/>
                </a:lnTo>
                <a:lnTo>
                  <a:pt x="2481" y="5721"/>
                </a:lnTo>
                <a:lnTo>
                  <a:pt x="2489" y="5695"/>
                </a:lnTo>
                <a:lnTo>
                  <a:pt x="2495" y="5668"/>
                </a:lnTo>
                <a:lnTo>
                  <a:pt x="2500" y="5641"/>
                </a:lnTo>
                <a:lnTo>
                  <a:pt x="2503" y="5613"/>
                </a:lnTo>
                <a:lnTo>
                  <a:pt x="2506" y="5584"/>
                </a:lnTo>
                <a:lnTo>
                  <a:pt x="2507" y="5556"/>
                </a:lnTo>
                <a:lnTo>
                  <a:pt x="2506" y="5533"/>
                </a:lnTo>
                <a:close/>
                <a:moveTo>
                  <a:pt x="2908" y="4892"/>
                </a:moveTo>
                <a:lnTo>
                  <a:pt x="1018" y="5060"/>
                </a:lnTo>
                <a:lnTo>
                  <a:pt x="1015" y="5089"/>
                </a:lnTo>
                <a:lnTo>
                  <a:pt x="1015" y="5118"/>
                </a:lnTo>
                <a:lnTo>
                  <a:pt x="1017" y="5144"/>
                </a:lnTo>
                <a:lnTo>
                  <a:pt x="2906" y="4978"/>
                </a:lnTo>
                <a:lnTo>
                  <a:pt x="2908" y="4953"/>
                </a:lnTo>
                <a:lnTo>
                  <a:pt x="2910" y="4927"/>
                </a:lnTo>
                <a:lnTo>
                  <a:pt x="2910" y="4910"/>
                </a:lnTo>
                <a:lnTo>
                  <a:pt x="2908" y="4892"/>
                </a:lnTo>
                <a:close/>
                <a:moveTo>
                  <a:pt x="2908" y="4171"/>
                </a:moveTo>
                <a:lnTo>
                  <a:pt x="1018" y="4337"/>
                </a:lnTo>
                <a:lnTo>
                  <a:pt x="1015" y="4368"/>
                </a:lnTo>
                <a:lnTo>
                  <a:pt x="1015" y="4397"/>
                </a:lnTo>
                <a:lnTo>
                  <a:pt x="1017" y="4423"/>
                </a:lnTo>
                <a:lnTo>
                  <a:pt x="2906" y="4257"/>
                </a:lnTo>
                <a:lnTo>
                  <a:pt x="2908" y="4232"/>
                </a:lnTo>
                <a:lnTo>
                  <a:pt x="2910" y="4206"/>
                </a:lnTo>
                <a:lnTo>
                  <a:pt x="2910" y="4189"/>
                </a:lnTo>
                <a:lnTo>
                  <a:pt x="2908" y="417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="ctr">
            <a:scene3d>
              <a:camera prst="orthographicFront"/>
              <a:lightRig rig="threePt" dir="t"/>
            </a:scene3d>
            <a:sp3d>
              <a:contourClr>
                <a:srgbClr val="FFFFFF"/>
              </a:contourClr>
            </a:sp3d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  <a:cs typeface="+mn-cs"/>
              </a:defRPr>
            </a:lvl9pPr>
          </a:lstStyle>
          <a:p>
            <a:pPr algn="ctr">
              <a:defRPr/>
            </a:pPr>
            <a:endParaRPr lang="zh-CN" altLang="en-US">
              <a:solidFill>
                <a:srgbClr val="FFFFFF"/>
              </a:solidFill>
              <a:latin typeface="Georgia" panose="02040502050405020303" charset="0"/>
              <a:cs typeface="Georgia" panose="02040502050405020303" charset="0"/>
            </a:endParaRPr>
          </a:p>
        </p:txBody>
      </p:sp>
      <p:sp>
        <p:nvSpPr>
          <p:cNvPr id="12" name="Rectangle 41" descr="#clear#"/>
          <p:cNvSpPr>
            <a:spLocks noChangeArrowheads="1"/>
          </p:cNvSpPr>
          <p:nvPr/>
        </p:nvSpPr>
        <p:spPr bwMode="auto">
          <a:xfrm>
            <a:off x="8970046" y="5298576"/>
            <a:ext cx="2761002" cy="3073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algn="ctr">
              <a:buFont typeface="Arial" panose="020B0604020202020204" pitchFamily="34" charset="0"/>
              <a:buNone/>
              <a:defRPr/>
            </a:pPr>
            <a:endParaRPr lang="zh-CN" altLang="en-US" sz="2800" dirty="0">
              <a:latin typeface="Georgia" panose="02040502050405020303" charset="0"/>
              <a:ea typeface="Arial" panose="020B0604020202020204" pitchFamily="34" charset="0"/>
              <a:cs typeface="Georgia" panose="02040502050405020303" charset="0"/>
            </a:endParaRPr>
          </a:p>
        </p:txBody>
      </p:sp>
      <p:sp>
        <p:nvSpPr>
          <p:cNvPr id="13" name="加号 12"/>
          <p:cNvSpPr/>
          <p:nvPr/>
        </p:nvSpPr>
        <p:spPr>
          <a:xfrm>
            <a:off x="564566" y="1984702"/>
            <a:ext cx="506436" cy="506436"/>
          </a:xfrm>
          <a:prstGeom prst="mathPlu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Georgia" panose="02040502050405020303" charset="0"/>
              <a:ea typeface="Arial" panose="020B0604020202020204" pitchFamily="34" charset="0"/>
              <a:cs typeface="Georgia" panose="02040502050405020303" charset="0"/>
            </a:endParaRPr>
          </a:p>
        </p:txBody>
      </p:sp>
      <p:sp>
        <p:nvSpPr>
          <p:cNvPr id="21" name="矩形 20" descr="#clear#"/>
          <p:cNvSpPr/>
          <p:nvPr/>
        </p:nvSpPr>
        <p:spPr>
          <a:xfrm>
            <a:off x="1175553" y="3085527"/>
            <a:ext cx="7639748" cy="128133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en-US" sz="1800" dirty="0">
                <a:solidFill>
                  <a:schemeClr val="tx1"/>
                </a:solidFill>
                <a:latin typeface="Georgia" panose="02040502050405020303" charset="0"/>
                <a:ea typeface="Arial" panose="020B0604020202020204" pitchFamily="34" charset="0"/>
                <a:cs typeface="Georgia" panose="02040502050405020303" charset="0"/>
              </a:rPr>
              <a:t>It provides an all-in-one platform for educational institutions to efficiently manage administrative tasks.</a:t>
            </a:r>
            <a:endParaRPr lang="en-US" altLang="en-US" sz="1800" dirty="0">
              <a:solidFill>
                <a:schemeClr val="tx1"/>
              </a:solidFill>
              <a:latin typeface="Georgia" panose="02040502050405020303" charset="0"/>
              <a:ea typeface="Arial" panose="020B0604020202020204" pitchFamily="34" charset="0"/>
              <a:cs typeface="Georgia" panose="02040502050405020303" charset="0"/>
            </a:endParaRPr>
          </a:p>
        </p:txBody>
      </p:sp>
      <p:sp>
        <p:nvSpPr>
          <p:cNvPr id="22" name="加号 21"/>
          <p:cNvSpPr/>
          <p:nvPr/>
        </p:nvSpPr>
        <p:spPr>
          <a:xfrm>
            <a:off x="564566" y="3472977"/>
            <a:ext cx="506436" cy="506436"/>
          </a:xfrm>
          <a:prstGeom prst="mathPlu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Georgia" panose="02040502050405020303" charset="0"/>
              <a:ea typeface="Arial" panose="020B0604020202020204" pitchFamily="34" charset="0"/>
              <a:cs typeface="Georgia" panose="02040502050405020303" charset="0"/>
            </a:endParaRPr>
          </a:p>
        </p:txBody>
      </p:sp>
      <p:sp>
        <p:nvSpPr>
          <p:cNvPr id="23" name="矩形 22" descr="#clear#"/>
          <p:cNvSpPr/>
          <p:nvPr/>
        </p:nvSpPr>
        <p:spPr>
          <a:xfrm>
            <a:off x="1175553" y="4573802"/>
            <a:ext cx="7639748" cy="128133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en-US" sz="1800" dirty="0">
                <a:solidFill>
                  <a:schemeClr val="tx1"/>
                </a:solidFill>
                <a:latin typeface="Georgia" panose="02040502050405020303" charset="0"/>
                <a:ea typeface="Arial" panose="020B0604020202020204" pitchFamily="34" charset="0"/>
                <a:cs typeface="Georgia" panose="02040502050405020303" charset="0"/>
              </a:rPr>
              <a:t>The system enhances communication between students, teachers, and administrators by providing a centralized platform for announcements, updates, and notifications.</a:t>
            </a:r>
            <a:endParaRPr lang="en-US" altLang="en-US" sz="1800" dirty="0">
              <a:solidFill>
                <a:schemeClr val="tx1"/>
              </a:solidFill>
              <a:latin typeface="Georgia" panose="02040502050405020303" charset="0"/>
              <a:ea typeface="Arial" panose="020B0604020202020204" pitchFamily="34" charset="0"/>
              <a:cs typeface="Georgia" panose="02040502050405020303" charset="0"/>
            </a:endParaRPr>
          </a:p>
        </p:txBody>
      </p:sp>
      <p:sp>
        <p:nvSpPr>
          <p:cNvPr id="24" name="加号 23"/>
          <p:cNvSpPr/>
          <p:nvPr/>
        </p:nvSpPr>
        <p:spPr>
          <a:xfrm>
            <a:off x="564566" y="4961252"/>
            <a:ext cx="506436" cy="506436"/>
          </a:xfrm>
          <a:prstGeom prst="mathPlu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Georgia" panose="02040502050405020303" charset="0"/>
              <a:ea typeface="Arial" panose="020B0604020202020204" pitchFamily="34" charset="0"/>
              <a:cs typeface="Georgia" panose="02040502050405020303" charset="0"/>
            </a:endParaRPr>
          </a:p>
        </p:txBody>
      </p:sp>
    </p:spTree>
  </p:cSld>
  <p:clrMapOvr>
    <a:masterClrMapping/>
  </p:clrMapOvr>
  <p:transition spd="slow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标题 1" descr="#clear#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Georgia" panose="02040502050405020303" charset="0"/>
                <a:cs typeface="Georgia" panose="02040502050405020303" charset="0"/>
              </a:rPr>
              <a:t>02</a:t>
            </a:r>
            <a:br>
              <a:rPr lang="en-US">
                <a:latin typeface="Georgia" panose="02040502050405020303" charset="0"/>
                <a:cs typeface="Georgia" panose="02040502050405020303" charset="0"/>
              </a:rPr>
            </a:br>
            <a:r>
              <a:rPr lang="en-US">
                <a:latin typeface="Georgia" panose="02040502050405020303" charset="0"/>
                <a:cs typeface="Georgia" panose="02040502050405020303" charset="0"/>
              </a:rPr>
              <a:t>PROBLEM STATEMENT</a:t>
            </a:r>
            <a:endParaRPr lang="en-US" dirty="0">
              <a:latin typeface="Georgia" panose="02040502050405020303" charset="0"/>
              <a:cs typeface="Georgia" panose="02040502050405020303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标题 3" descr="#clear#"/>
          <p:cNvSpPr>
            <a:spLocks noGrp="1"/>
          </p:cNvSpPr>
          <p:nvPr>
            <p:ph type="title"/>
          </p:nvPr>
        </p:nvSpPr>
        <p:spPr>
          <a:xfrm>
            <a:off x="776605" y="2334260"/>
            <a:ext cx="10341610" cy="746760"/>
          </a:xfrm>
        </p:spPr>
        <p:txBody>
          <a:bodyPr/>
          <a:lstStyle/>
          <a:p>
            <a:pPr algn="ctr" eaLnBrk="1" hangingPunct="1"/>
            <a:r>
              <a:rPr lang="en-US" altLang="en-US" sz="3200">
                <a:latin typeface="Georgia" panose="02040502050405020303" charset="0"/>
                <a:cs typeface="Georgia" panose="02040502050405020303" charset="0"/>
              </a:rPr>
              <a:t>Challenges Faced</a:t>
            </a:r>
            <a:r>
              <a:rPr lang="zh-CN" altLang="en-US" sz="3200" dirty="0">
                <a:latin typeface="Georgia" panose="02040502050405020303" charset="0"/>
                <a:cs typeface="Georgia" panose="02040502050405020303" charset="0"/>
              </a:rPr>
              <a:t>
</a:t>
            </a:r>
            <a:endParaRPr lang="zh-CN" altLang="en-US" sz="3200" dirty="0">
              <a:latin typeface="Georgia" panose="02040502050405020303" charset="0"/>
              <a:cs typeface="Georgia" panose="02040502050405020303" charset="0"/>
            </a:endParaRPr>
          </a:p>
        </p:txBody>
      </p:sp>
      <p:grpSp>
        <p:nvGrpSpPr>
          <p:cNvPr id="3" name="Group 2"/>
          <p:cNvGrpSpPr/>
          <p:nvPr/>
        </p:nvGrpSpPr>
        <p:grpSpPr>
          <a:xfrm>
            <a:off x="929640" y="3081020"/>
            <a:ext cx="10351135" cy="3343910"/>
            <a:chOff x="1736" y="2175"/>
            <a:chExt cx="16301" cy="5266"/>
          </a:xfrm>
        </p:grpSpPr>
        <p:sp>
          <p:nvSpPr>
            <p:cNvPr id="23" name="任意多边形 14" descr="#clear#"/>
            <p:cNvSpPr/>
            <p:nvPr/>
          </p:nvSpPr>
          <p:spPr>
            <a:xfrm>
              <a:off x="2172" y="2369"/>
              <a:ext cx="2444" cy="2234"/>
            </a:xfrm>
            <a:custGeom>
              <a:avLst/>
              <a:gdLst>
                <a:gd name="connsiteX0" fmla="*/ 0 w 1184366"/>
                <a:gd name="connsiteY0" fmla="*/ 0 h 1184366"/>
                <a:gd name="connsiteX1" fmla="*/ 592183 w 1184366"/>
                <a:gd name="connsiteY1" fmla="*/ 0 h 1184366"/>
                <a:gd name="connsiteX2" fmla="*/ 1184366 w 1184366"/>
                <a:gd name="connsiteY2" fmla="*/ 592183 h 1184366"/>
                <a:gd name="connsiteX3" fmla="*/ 592183 w 1184366"/>
                <a:gd name="connsiteY3" fmla="*/ 1184366 h 1184366"/>
                <a:gd name="connsiteX4" fmla="*/ 0 w 1184366"/>
                <a:gd name="connsiteY4" fmla="*/ 592183 h 11843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84366" h="1184366">
                  <a:moveTo>
                    <a:pt x="0" y="0"/>
                  </a:moveTo>
                  <a:lnTo>
                    <a:pt x="592183" y="0"/>
                  </a:lnTo>
                  <a:cubicBezTo>
                    <a:pt x="919237" y="0"/>
                    <a:pt x="1184366" y="265129"/>
                    <a:pt x="1184366" y="592183"/>
                  </a:cubicBezTo>
                  <a:cubicBezTo>
                    <a:pt x="1184366" y="919237"/>
                    <a:pt x="919237" y="1184366"/>
                    <a:pt x="592183" y="1184366"/>
                  </a:cubicBezTo>
                  <a:cubicBezTo>
                    <a:pt x="265129" y="1184366"/>
                    <a:pt x="0" y="919237"/>
                    <a:pt x="0" y="59218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rtlCol="0" anchor="ctr">
              <a:noAutofit/>
            </a:bodyPr>
            <a:lstStyle/>
            <a:p>
              <a:pPr algn="ctr"/>
              <a:r>
                <a:rPr lang="en-US" altLang="en-US" sz="2000" dirty="0">
                  <a:solidFill>
                    <a:srgbClr val="FFFFFF"/>
                  </a:solidFill>
                  <a:latin typeface="Georgia" panose="02040502050405020303" charset="0"/>
                  <a:ea typeface="Arial" panose="020B0604020202020204" pitchFamily="34" charset="0"/>
                  <a:cs typeface="Georgia" panose="02040502050405020303" charset="0"/>
                </a:rPr>
                <a:t>Inefficiency</a:t>
              </a:r>
              <a:endParaRPr lang="en-US" altLang="en-US" sz="2000" dirty="0">
                <a:solidFill>
                  <a:srgbClr val="FFFFFF"/>
                </a:solidFill>
                <a:latin typeface="Georgia" panose="02040502050405020303" charset="0"/>
                <a:ea typeface="Arial" panose="020B0604020202020204" pitchFamily="34" charset="0"/>
                <a:cs typeface="Georgia" panose="02040502050405020303" charset="0"/>
              </a:endParaRPr>
            </a:p>
          </p:txBody>
        </p:sp>
        <p:cxnSp>
          <p:nvCxnSpPr>
            <p:cNvPr id="24" name="直接连接符 23"/>
            <p:cNvCxnSpPr/>
            <p:nvPr/>
          </p:nvCxnSpPr>
          <p:spPr>
            <a:xfrm>
              <a:off x="1736" y="2175"/>
              <a:ext cx="0" cy="5073"/>
            </a:xfrm>
            <a:prstGeom prst="line">
              <a:avLst/>
            </a:prstGeom>
            <a:ln>
              <a:tailEnd type="oval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矩形 24" descr="#clear#"/>
            <p:cNvSpPr/>
            <p:nvPr/>
          </p:nvSpPr>
          <p:spPr>
            <a:xfrm>
              <a:off x="2172" y="4797"/>
              <a:ext cx="4654" cy="216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en-US" sz="1800" dirty="0">
                  <a:solidFill>
                    <a:schemeClr val="tx1"/>
                  </a:solidFill>
                  <a:latin typeface="Georgia" panose="02040502050405020303" charset="0"/>
                  <a:ea typeface="Arial" panose="020B0604020202020204" pitchFamily="34" charset="0"/>
                  <a:cs typeface="Georgia" panose="02040502050405020303" charset="0"/>
                </a:rPr>
                <a:t>Manual tracking of student data, attendance, and fees often leads to human errors.</a:t>
              </a:r>
              <a:endParaRPr lang="en-US" altLang="en-US" sz="1800" dirty="0">
                <a:solidFill>
                  <a:schemeClr val="tx1"/>
                </a:solidFill>
                <a:latin typeface="Georgia" panose="02040502050405020303" charset="0"/>
                <a:ea typeface="Arial" panose="020B0604020202020204" pitchFamily="34" charset="0"/>
                <a:cs typeface="Georgia" panose="02040502050405020303" charset="0"/>
              </a:endParaRPr>
            </a:p>
          </p:txBody>
        </p:sp>
        <p:sp>
          <p:nvSpPr>
            <p:cNvPr id="26" name="任意多边形 14" descr="#clear#"/>
            <p:cNvSpPr/>
            <p:nvPr/>
          </p:nvSpPr>
          <p:spPr>
            <a:xfrm>
              <a:off x="7817" y="2369"/>
              <a:ext cx="2342" cy="2212"/>
            </a:xfrm>
            <a:custGeom>
              <a:avLst/>
              <a:gdLst>
                <a:gd name="connsiteX0" fmla="*/ 0 w 1184366"/>
                <a:gd name="connsiteY0" fmla="*/ 0 h 1184366"/>
                <a:gd name="connsiteX1" fmla="*/ 592183 w 1184366"/>
                <a:gd name="connsiteY1" fmla="*/ 0 h 1184366"/>
                <a:gd name="connsiteX2" fmla="*/ 1184366 w 1184366"/>
                <a:gd name="connsiteY2" fmla="*/ 592183 h 1184366"/>
                <a:gd name="connsiteX3" fmla="*/ 592183 w 1184366"/>
                <a:gd name="connsiteY3" fmla="*/ 1184366 h 1184366"/>
                <a:gd name="connsiteX4" fmla="*/ 0 w 1184366"/>
                <a:gd name="connsiteY4" fmla="*/ 592183 h 11843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84366" h="1184366">
                  <a:moveTo>
                    <a:pt x="0" y="0"/>
                  </a:moveTo>
                  <a:lnTo>
                    <a:pt x="592183" y="0"/>
                  </a:lnTo>
                  <a:cubicBezTo>
                    <a:pt x="919237" y="0"/>
                    <a:pt x="1184366" y="265129"/>
                    <a:pt x="1184366" y="592183"/>
                  </a:cubicBezTo>
                  <a:cubicBezTo>
                    <a:pt x="1184366" y="919237"/>
                    <a:pt x="919237" y="1184366"/>
                    <a:pt x="592183" y="1184366"/>
                  </a:cubicBezTo>
                  <a:cubicBezTo>
                    <a:pt x="265129" y="1184366"/>
                    <a:pt x="0" y="919237"/>
                    <a:pt x="0" y="59218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rtlCol="0" anchor="ctr">
              <a:noAutofit/>
            </a:bodyPr>
            <a:lstStyle/>
            <a:p>
              <a:pPr algn="ctr"/>
              <a:r>
                <a:rPr lang="en-US" altLang="en-US" sz="1800" dirty="0">
                  <a:solidFill>
                    <a:srgbClr val="FFFFFF"/>
                  </a:solidFill>
                  <a:latin typeface="Georgia" panose="02040502050405020303" charset="0"/>
                  <a:ea typeface="Arial" panose="020B0604020202020204" pitchFamily="34" charset="0"/>
                  <a:cs typeface="Georgia" panose="02040502050405020303" charset="0"/>
                </a:rPr>
                <a:t>Lack of Centralized Data</a:t>
              </a:r>
              <a:endParaRPr lang="en-US" altLang="en-US" sz="1800" dirty="0">
                <a:solidFill>
                  <a:srgbClr val="FFFFFF"/>
                </a:solidFill>
                <a:latin typeface="Georgia" panose="02040502050405020303" charset="0"/>
                <a:ea typeface="Arial" panose="020B0604020202020204" pitchFamily="34" charset="0"/>
                <a:cs typeface="Georgia" panose="02040502050405020303" charset="0"/>
              </a:endParaRPr>
            </a:p>
          </p:txBody>
        </p:sp>
        <p:cxnSp>
          <p:nvCxnSpPr>
            <p:cNvPr id="27" name="直接连接符 26"/>
            <p:cNvCxnSpPr/>
            <p:nvPr/>
          </p:nvCxnSpPr>
          <p:spPr>
            <a:xfrm>
              <a:off x="7390" y="2175"/>
              <a:ext cx="0" cy="5073"/>
            </a:xfrm>
            <a:prstGeom prst="line">
              <a:avLst/>
            </a:prstGeom>
            <a:ln>
              <a:tailEnd type="oval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矩形 27" descr="#clear#"/>
            <p:cNvSpPr/>
            <p:nvPr/>
          </p:nvSpPr>
          <p:spPr>
            <a:xfrm>
              <a:off x="7624" y="5045"/>
              <a:ext cx="5894" cy="166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en-US" sz="1800" dirty="0">
                  <a:solidFill>
                    <a:schemeClr val="tx1"/>
                  </a:solidFill>
                  <a:latin typeface="Georgia" panose="02040502050405020303" charset="0"/>
                  <a:ea typeface="Arial" panose="020B0604020202020204" pitchFamily="34" charset="0"/>
                  <a:cs typeface="Georgia" panose="02040502050405020303" charset="0"/>
                </a:rPr>
                <a:t>Educational institutions struggle with disconnected systems for managing student records and other administrative tasks.</a:t>
              </a:r>
              <a:endParaRPr lang="en-US" altLang="en-US" sz="1800" dirty="0">
                <a:solidFill>
                  <a:schemeClr val="tx1"/>
                </a:solidFill>
                <a:latin typeface="Georgia" panose="02040502050405020303" charset="0"/>
                <a:ea typeface="Arial" panose="020B0604020202020204" pitchFamily="34" charset="0"/>
                <a:cs typeface="Georgia" panose="02040502050405020303" charset="0"/>
              </a:endParaRPr>
            </a:p>
          </p:txBody>
        </p:sp>
        <p:sp>
          <p:nvSpPr>
            <p:cNvPr id="29" name="任意多边形 14" descr="#clear#"/>
            <p:cNvSpPr/>
            <p:nvPr/>
          </p:nvSpPr>
          <p:spPr>
            <a:xfrm>
              <a:off x="13971" y="2369"/>
              <a:ext cx="2219" cy="2234"/>
            </a:xfrm>
            <a:custGeom>
              <a:avLst/>
              <a:gdLst>
                <a:gd name="connsiteX0" fmla="*/ 0 w 1184366"/>
                <a:gd name="connsiteY0" fmla="*/ 0 h 1184366"/>
                <a:gd name="connsiteX1" fmla="*/ 592183 w 1184366"/>
                <a:gd name="connsiteY1" fmla="*/ 0 h 1184366"/>
                <a:gd name="connsiteX2" fmla="*/ 1184366 w 1184366"/>
                <a:gd name="connsiteY2" fmla="*/ 592183 h 1184366"/>
                <a:gd name="connsiteX3" fmla="*/ 592183 w 1184366"/>
                <a:gd name="connsiteY3" fmla="*/ 1184366 h 1184366"/>
                <a:gd name="connsiteX4" fmla="*/ 0 w 1184366"/>
                <a:gd name="connsiteY4" fmla="*/ 592183 h 11843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84366" h="1184366">
                  <a:moveTo>
                    <a:pt x="0" y="0"/>
                  </a:moveTo>
                  <a:lnTo>
                    <a:pt x="592183" y="0"/>
                  </a:lnTo>
                  <a:cubicBezTo>
                    <a:pt x="919237" y="0"/>
                    <a:pt x="1184366" y="265129"/>
                    <a:pt x="1184366" y="592183"/>
                  </a:cubicBezTo>
                  <a:cubicBezTo>
                    <a:pt x="1184366" y="919237"/>
                    <a:pt x="919237" y="1184366"/>
                    <a:pt x="592183" y="1184366"/>
                  </a:cubicBezTo>
                  <a:cubicBezTo>
                    <a:pt x="265129" y="1184366"/>
                    <a:pt x="0" y="919237"/>
                    <a:pt x="0" y="59218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rtlCol="0" anchor="ctr">
              <a:noAutofit/>
            </a:bodyPr>
            <a:lstStyle/>
            <a:p>
              <a:pPr algn="ctr"/>
              <a:r>
                <a:rPr lang="en-US" altLang="en-US" sz="2000" dirty="0">
                  <a:solidFill>
                    <a:srgbClr val="FFFFFF"/>
                  </a:solidFill>
                  <a:latin typeface="Georgia" panose="02040502050405020303" charset="0"/>
                  <a:ea typeface="Arial" panose="020B0604020202020204" pitchFamily="34" charset="0"/>
                  <a:cs typeface="Georgia" panose="02040502050405020303" charset="0"/>
                </a:rPr>
                <a:t>Security Concerns</a:t>
              </a:r>
              <a:endParaRPr lang="en-US" altLang="en-US" sz="2000" dirty="0">
                <a:solidFill>
                  <a:srgbClr val="FFFFFF"/>
                </a:solidFill>
                <a:latin typeface="Georgia" panose="02040502050405020303" charset="0"/>
                <a:ea typeface="Arial" panose="020B0604020202020204" pitchFamily="34" charset="0"/>
                <a:cs typeface="Georgia" panose="02040502050405020303" charset="0"/>
              </a:endParaRPr>
            </a:p>
          </p:txBody>
        </p:sp>
        <p:cxnSp>
          <p:nvCxnSpPr>
            <p:cNvPr id="30" name="直接连接符 29"/>
            <p:cNvCxnSpPr/>
            <p:nvPr/>
          </p:nvCxnSpPr>
          <p:spPr>
            <a:xfrm>
              <a:off x="13518" y="2369"/>
              <a:ext cx="0" cy="5073"/>
            </a:xfrm>
            <a:prstGeom prst="line">
              <a:avLst/>
            </a:prstGeom>
            <a:ln>
              <a:tailEnd type="oval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矩形 30" descr="#clear#"/>
            <p:cNvSpPr/>
            <p:nvPr/>
          </p:nvSpPr>
          <p:spPr>
            <a:xfrm>
              <a:off x="13971" y="4603"/>
              <a:ext cx="4066" cy="216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en-US" sz="1800" dirty="0">
                  <a:solidFill>
                    <a:schemeClr val="tx1"/>
                  </a:solidFill>
                  <a:latin typeface="Georgia" panose="02040502050405020303" charset="0"/>
                  <a:ea typeface="Arial" panose="020B0604020202020204" pitchFamily="34" charset="0"/>
                  <a:cs typeface="Georgia" panose="02040502050405020303" charset="0"/>
                </a:rPr>
                <a:t>Sensitive student data was often not secure or properly managed.</a:t>
              </a:r>
              <a:endParaRPr lang="en-US" altLang="en-US" sz="1800" dirty="0">
                <a:solidFill>
                  <a:schemeClr val="tx1"/>
                </a:solidFill>
                <a:latin typeface="Georgia" panose="02040502050405020303" charset="0"/>
                <a:ea typeface="Arial" panose="020B0604020202020204" pitchFamily="34" charset="0"/>
                <a:cs typeface="Georgia" panose="02040502050405020303" charset="0"/>
              </a:endParaRPr>
            </a:p>
          </p:txBody>
        </p:sp>
      </p:grpSp>
      <p:sp>
        <p:nvSpPr>
          <p:cNvPr id="2" name="标题 3" descr="#clear#"/>
          <p:cNvSpPr>
            <a:spLocks noGrp="1"/>
          </p:cNvSpPr>
          <p:nvPr/>
        </p:nvSpPr>
        <p:spPr>
          <a:xfrm>
            <a:off x="776605" y="296545"/>
            <a:ext cx="10341610" cy="161734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/>
          <a:lstStyle>
            <a:lvl1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 kern="1200">
                <a:solidFill>
                  <a:schemeClr val="accent1"/>
                </a:solidFill>
                <a:latin typeface="Arial" panose="020B0604020202020204" pitchFamily="34" charset="0"/>
                <a:ea typeface="Arial" panose="020B0604020202020204" pitchFamily="34" charset="0"/>
                <a:cs typeface="+mj-cs"/>
              </a:defRPr>
            </a:lvl1pPr>
            <a:lvl2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1"/>
                </a:solidFill>
                <a:latin typeface="等线 Light" panose="02010600030101010101" pitchFamily="2" charset="-122"/>
                <a:ea typeface="等线 Light" panose="02010600030101010101" pitchFamily="2" charset="-122"/>
              </a:defRPr>
            </a:lvl2pPr>
            <a:lvl3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1"/>
                </a:solidFill>
                <a:latin typeface="等线 Light" panose="02010600030101010101" pitchFamily="2" charset="-122"/>
                <a:ea typeface="等线 Light" panose="02010600030101010101" pitchFamily="2" charset="-122"/>
              </a:defRPr>
            </a:lvl3pPr>
            <a:lvl4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1"/>
                </a:solidFill>
                <a:latin typeface="等线 Light" panose="02010600030101010101" pitchFamily="2" charset="-122"/>
                <a:ea typeface="等线 Light" panose="02010600030101010101" pitchFamily="2" charset="-122"/>
              </a:defRPr>
            </a:lvl4pPr>
            <a:lvl5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1"/>
                </a:solidFill>
                <a:latin typeface="等线 Light" panose="02010600030101010101" pitchFamily="2" charset="-122"/>
                <a:ea typeface="等线 Light" panose="02010600030101010101" pitchFamily="2" charset="-122"/>
              </a:defRPr>
            </a:lvl5pPr>
            <a:lvl6pPr marL="4572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empus Sans ITC" panose="04020404030D07020202" pitchFamily="82" charset="0"/>
                <a:ea typeface="幼圆" panose="02010509060101010101" pitchFamily="49" charset="-122"/>
              </a:defRPr>
            </a:lvl6pPr>
            <a:lvl7pPr marL="9144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empus Sans ITC" panose="04020404030D07020202" pitchFamily="82" charset="0"/>
                <a:ea typeface="幼圆" panose="02010509060101010101" pitchFamily="49" charset="-122"/>
              </a:defRPr>
            </a:lvl7pPr>
            <a:lvl8pPr marL="13716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empus Sans ITC" panose="04020404030D07020202" pitchFamily="82" charset="0"/>
                <a:ea typeface="幼圆" panose="02010509060101010101" pitchFamily="49" charset="-122"/>
              </a:defRPr>
            </a:lvl8pPr>
            <a:lvl9pPr marL="18288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empus Sans ITC" panose="04020404030D07020202" pitchFamily="82" charset="0"/>
                <a:ea typeface="幼圆" panose="02010509060101010101" pitchFamily="49" charset="-122"/>
              </a:defRPr>
            </a:lvl9pPr>
          </a:lstStyle>
          <a:p>
            <a:pPr algn="ctr" eaLnBrk="1" hangingPunct="1"/>
            <a:r>
              <a:rPr lang="en-US" altLang="en-US" sz="3200" b="1" dirty="0">
                <a:latin typeface="Georgia" panose="02040502050405020303" charset="0"/>
                <a:cs typeface="Georgia" panose="02040502050405020303" charset="0"/>
              </a:rPr>
              <a:t>Problem Statement</a:t>
            </a:r>
            <a:endParaRPr lang="en-US" altLang="en-US" sz="3200" b="1" dirty="0">
              <a:latin typeface="Georgia" panose="02040502050405020303" charset="0"/>
              <a:cs typeface="Georgia" panose="02040502050405020303" charset="0"/>
            </a:endParaRPr>
          </a:p>
          <a:p>
            <a:pPr algn="ctr" eaLnBrk="1" hangingPunct="1"/>
            <a:endParaRPr lang="en-US" altLang="en-US" sz="2400" b="1" dirty="0">
              <a:solidFill>
                <a:schemeClr val="tx1"/>
              </a:solidFill>
              <a:latin typeface="Georgia" panose="02040502050405020303" charset="0"/>
              <a:cs typeface="Georgia" panose="02040502050405020303" charset="0"/>
            </a:endParaRPr>
          </a:p>
          <a:p>
            <a:pPr algn="ctr" eaLnBrk="1" hangingPunct="1"/>
            <a:r>
              <a:rPr lang="en-US" altLang="en-US" sz="2000" dirty="0">
                <a:solidFill>
                  <a:schemeClr val="tx1"/>
                </a:solidFill>
                <a:latin typeface="Georgia" panose="02040502050405020303" charset="0"/>
                <a:cs typeface="Georgia" panose="02040502050405020303" charset="0"/>
              </a:rPr>
              <a:t>A need for a single, integrated platform that centralizes and secures student and educational data.</a:t>
            </a:r>
            <a:endParaRPr lang="en-US" altLang="en-US" sz="2000" dirty="0">
              <a:solidFill>
                <a:schemeClr val="tx1"/>
              </a:solidFill>
              <a:latin typeface="Georgia" panose="02040502050405020303" charset="0"/>
              <a:cs typeface="Georgia" panose="02040502050405020303" charset="0"/>
            </a:endParaRPr>
          </a:p>
        </p:txBody>
      </p:sp>
    </p:spTree>
  </p:cSld>
  <p:clrMapOvr>
    <a:masterClrMapping/>
  </p:clrMapOvr>
  <p:transition spd="slow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标题 1" descr="#clear#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Georgia" panose="02040502050405020303" charset="0"/>
                <a:cs typeface="Georgia" panose="02040502050405020303" charset="0"/>
              </a:rPr>
              <a:t>03</a:t>
            </a:r>
            <a:br>
              <a:rPr lang="en-US">
                <a:latin typeface="Georgia" panose="02040502050405020303" charset="0"/>
                <a:cs typeface="Georgia" panose="02040502050405020303" charset="0"/>
              </a:rPr>
            </a:br>
            <a:r>
              <a:rPr lang="en-US" altLang="en-US">
                <a:latin typeface="Georgia" panose="02040502050405020303" charset="0"/>
                <a:cs typeface="Georgia" panose="02040502050405020303" charset="0"/>
              </a:rPr>
              <a:t>Why This Project?</a:t>
            </a:r>
            <a:endParaRPr lang="en-US" altLang="en-US">
              <a:latin typeface="Georgia" panose="02040502050405020303" charset="0"/>
              <a:cs typeface="Georgia" panose="02040502050405020303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标题 3" descr="#clear#"/>
          <p:cNvSpPr>
            <a:spLocks noGrp="1"/>
          </p:cNvSpPr>
          <p:nvPr>
            <p:ph type="title"/>
          </p:nvPr>
        </p:nvSpPr>
        <p:spPr>
          <a:xfrm>
            <a:off x="802958" y="563245"/>
            <a:ext cx="10341767" cy="848454"/>
          </a:xfrm>
        </p:spPr>
        <p:txBody>
          <a:bodyPr/>
          <a:lstStyle/>
          <a:p>
            <a:pPr algn="ctr" eaLnBrk="1" hangingPunct="1"/>
            <a:r>
              <a:rPr lang="en-US" altLang="en-US">
                <a:latin typeface="Georgia" panose="02040502050405020303" charset="0"/>
                <a:cs typeface="Georgia" panose="02040502050405020303" charset="0"/>
              </a:rPr>
              <a:t>What was the need for this project ?</a:t>
            </a:r>
            <a:endParaRPr lang="en-US" altLang="en-US">
              <a:latin typeface="Georgia" panose="02040502050405020303" charset="0"/>
              <a:cs typeface="Georgia" panose="02040502050405020303" charset="0"/>
            </a:endParaRPr>
          </a:p>
        </p:txBody>
      </p:sp>
      <p:sp>
        <p:nvSpPr>
          <p:cNvPr id="11" name="任意多边形 30" descr="#clear#"/>
          <p:cNvSpPr/>
          <p:nvPr/>
        </p:nvSpPr>
        <p:spPr>
          <a:xfrm>
            <a:off x="1183005" y="1757680"/>
            <a:ext cx="2900045" cy="1573530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tIns="36000" bIns="36000" rtlCol="0" anchor="ctr">
            <a:noAutofit/>
          </a:bodyPr>
          <a:lstStyle/>
          <a:p>
            <a:pPr algn="ctr">
              <a:lnSpc>
                <a:spcPct val="150000"/>
              </a:lnSpc>
            </a:pPr>
            <a:endParaRPr lang="zh-CN" altLang="en-US" dirty="0">
              <a:solidFill>
                <a:srgbClr val="FFFFFF"/>
              </a:solidFill>
              <a:latin typeface="Georgia" panose="02040502050405020303" charset="0"/>
              <a:ea typeface="Arial" panose="020B0604020202020204" pitchFamily="34" charset="0"/>
              <a:cs typeface="Georgia" panose="02040502050405020303" charset="0"/>
            </a:endParaRPr>
          </a:p>
        </p:txBody>
      </p:sp>
      <p:sp>
        <p:nvSpPr>
          <p:cNvPr id="13" name="任意多边形 30" descr="#clear#"/>
          <p:cNvSpPr/>
          <p:nvPr/>
        </p:nvSpPr>
        <p:spPr>
          <a:xfrm>
            <a:off x="1183005" y="4098925"/>
            <a:ext cx="2899410" cy="1573530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tIns="36000" bIns="36000" rtlCol="0" anchor="ctr">
            <a:noAutofit/>
          </a:bodyPr>
          <a:lstStyle/>
          <a:p>
            <a:pPr algn="ctr">
              <a:lnSpc>
                <a:spcPct val="150000"/>
              </a:lnSpc>
            </a:pPr>
            <a:endParaRPr lang="zh-CN" altLang="en-US" dirty="0">
              <a:solidFill>
                <a:srgbClr val="FFFFFF"/>
              </a:solidFill>
              <a:latin typeface="Georgia" panose="02040502050405020303" charset="0"/>
              <a:ea typeface="Arial" panose="020B0604020202020204" pitchFamily="34" charset="0"/>
              <a:cs typeface="Georgia" panose="02040502050405020303" charset="0"/>
            </a:endParaRPr>
          </a:p>
        </p:txBody>
      </p:sp>
      <p:sp>
        <p:nvSpPr>
          <p:cNvPr id="15" name="椭圆 14"/>
          <p:cNvSpPr/>
          <p:nvPr/>
        </p:nvSpPr>
        <p:spPr>
          <a:xfrm>
            <a:off x="529631" y="1891598"/>
            <a:ext cx="1306207" cy="1306207"/>
          </a:xfrm>
          <a:prstGeom prst="ellipse">
            <a:avLst/>
          </a:prstGeom>
          <a:solidFill>
            <a:srgbClr val="FEFFFF"/>
          </a:solidFill>
          <a:ln w="3175">
            <a:solidFill>
              <a:schemeClr val="accent1"/>
            </a:solidFill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solidFill>
                <a:schemeClr val="accent1"/>
              </a:solidFill>
              <a:latin typeface="Georgia" panose="02040502050405020303" charset="0"/>
              <a:ea typeface="Arial" panose="020B0604020202020204" pitchFamily="34" charset="0"/>
              <a:cs typeface="Georgia" panose="02040502050405020303" charset="0"/>
            </a:endParaRPr>
          </a:p>
        </p:txBody>
      </p:sp>
      <p:sp>
        <p:nvSpPr>
          <p:cNvPr id="23" name="椭圆 22"/>
          <p:cNvSpPr/>
          <p:nvPr/>
        </p:nvSpPr>
        <p:spPr>
          <a:xfrm>
            <a:off x="529722" y="4240542"/>
            <a:ext cx="1306207" cy="1306207"/>
          </a:xfrm>
          <a:prstGeom prst="ellipse">
            <a:avLst/>
          </a:prstGeom>
          <a:solidFill>
            <a:srgbClr val="FEFFFF"/>
          </a:solidFill>
          <a:ln w="3175">
            <a:solidFill>
              <a:schemeClr val="accent1"/>
            </a:solidFill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solidFill>
                <a:schemeClr val="accent1"/>
              </a:solidFill>
              <a:latin typeface="Georgia" panose="02040502050405020303" charset="0"/>
              <a:ea typeface="Arial" panose="020B0604020202020204" pitchFamily="34" charset="0"/>
              <a:cs typeface="Georgia" panose="02040502050405020303" charset="0"/>
            </a:endParaRPr>
          </a:p>
        </p:txBody>
      </p:sp>
      <p:sp>
        <p:nvSpPr>
          <p:cNvPr id="24" name="KSO_Shape"/>
          <p:cNvSpPr/>
          <p:nvPr/>
        </p:nvSpPr>
        <p:spPr bwMode="auto">
          <a:xfrm>
            <a:off x="898505" y="4518018"/>
            <a:ext cx="568641" cy="593774"/>
          </a:xfrm>
          <a:custGeom>
            <a:avLst/>
            <a:gdLst>
              <a:gd name="T0" fmla="*/ 1162982 w 3584"/>
              <a:gd name="T1" fmla="*/ 601256 h 3740"/>
              <a:gd name="T2" fmla="*/ 1162982 w 3584"/>
              <a:gd name="T3" fmla="*/ 187261 h 3740"/>
              <a:gd name="T4" fmla="*/ 1181274 w 3584"/>
              <a:gd name="T5" fmla="*/ 187261 h 3740"/>
              <a:gd name="T6" fmla="*/ 1275140 w 3584"/>
              <a:gd name="T7" fmla="*/ 93871 h 3740"/>
              <a:gd name="T8" fmla="*/ 1181274 w 3584"/>
              <a:gd name="T9" fmla="*/ 0 h 3740"/>
              <a:gd name="T10" fmla="*/ 706165 w 3584"/>
              <a:gd name="T11" fmla="*/ 0 h 3740"/>
              <a:gd name="T12" fmla="*/ 612780 w 3584"/>
              <a:gd name="T13" fmla="*/ 93871 h 3740"/>
              <a:gd name="T14" fmla="*/ 706165 w 3584"/>
              <a:gd name="T15" fmla="*/ 187261 h 3740"/>
              <a:gd name="T16" fmla="*/ 750451 w 3584"/>
              <a:gd name="T17" fmla="*/ 187261 h 3740"/>
              <a:gd name="T18" fmla="*/ 750451 w 3584"/>
              <a:gd name="T19" fmla="*/ 601256 h 3740"/>
              <a:gd name="T20" fmla="*/ 600264 w 3584"/>
              <a:gd name="T21" fmla="*/ 829916 h 3740"/>
              <a:gd name="T22" fmla="*/ 600264 w 3584"/>
              <a:gd name="T23" fmla="*/ 1575588 h 3740"/>
              <a:gd name="T24" fmla="*/ 513618 w 3584"/>
              <a:gd name="T25" fmla="*/ 1800397 h 3740"/>
              <a:gd name="T26" fmla="*/ 1537966 w 3584"/>
              <a:gd name="T27" fmla="*/ 1800397 h 3740"/>
              <a:gd name="T28" fmla="*/ 1725218 w 3584"/>
              <a:gd name="T29" fmla="*/ 1612655 h 3740"/>
              <a:gd name="T30" fmla="*/ 1162982 w 3584"/>
              <a:gd name="T31" fmla="*/ 601256 h 3740"/>
              <a:gd name="T32" fmla="*/ 1535560 w 3584"/>
              <a:gd name="T33" fmla="*/ 1599176 h 3740"/>
              <a:gd name="T34" fmla="*/ 1459504 w 3584"/>
              <a:gd name="T35" fmla="*/ 1576069 h 3740"/>
              <a:gd name="T36" fmla="*/ 1136507 w 3584"/>
              <a:gd name="T37" fmla="*/ 975295 h 3740"/>
              <a:gd name="T38" fmla="*/ 642624 w 3584"/>
              <a:gd name="T39" fmla="*/ 975295 h 3740"/>
              <a:gd name="T40" fmla="*/ 825062 w 3584"/>
              <a:gd name="T41" fmla="*/ 637841 h 3740"/>
              <a:gd name="T42" fmla="*/ 825062 w 3584"/>
              <a:gd name="T43" fmla="*/ 187261 h 3740"/>
              <a:gd name="T44" fmla="*/ 1087889 w 3584"/>
              <a:gd name="T45" fmla="*/ 187261 h 3740"/>
              <a:gd name="T46" fmla="*/ 1087889 w 3584"/>
              <a:gd name="T47" fmla="*/ 637841 h 3740"/>
              <a:gd name="T48" fmla="*/ 1270808 w 3584"/>
              <a:gd name="T49" fmla="*/ 975295 h 3740"/>
              <a:gd name="T50" fmla="*/ 1264550 w 3584"/>
              <a:gd name="T51" fmla="*/ 975295 h 3740"/>
              <a:gd name="T52" fmla="*/ 1558665 w 3584"/>
              <a:gd name="T53" fmla="*/ 1522635 h 3740"/>
              <a:gd name="T54" fmla="*/ 1535560 w 3584"/>
              <a:gd name="T55" fmla="*/ 1599176 h 3740"/>
              <a:gd name="T56" fmla="*/ 525171 w 3584"/>
              <a:gd name="T57" fmla="*/ 487648 h 3740"/>
              <a:gd name="T58" fmla="*/ 506398 w 3584"/>
              <a:gd name="T59" fmla="*/ 487648 h 3740"/>
              <a:gd name="T60" fmla="*/ 600264 w 3584"/>
              <a:gd name="T61" fmla="*/ 393777 h 3740"/>
              <a:gd name="T62" fmla="*/ 506398 w 3584"/>
              <a:gd name="T63" fmla="*/ 299906 h 3740"/>
              <a:gd name="T64" fmla="*/ 93866 w 3584"/>
              <a:gd name="T65" fmla="*/ 299906 h 3740"/>
              <a:gd name="T66" fmla="*/ 0 w 3584"/>
              <a:gd name="T67" fmla="*/ 393777 h 3740"/>
              <a:gd name="T68" fmla="*/ 93866 w 3584"/>
              <a:gd name="T69" fmla="*/ 487648 h 3740"/>
              <a:gd name="T70" fmla="*/ 75093 w 3584"/>
              <a:gd name="T71" fmla="*/ 487648 h 3740"/>
              <a:gd name="T72" fmla="*/ 75093 w 3584"/>
              <a:gd name="T73" fmla="*/ 1575588 h 3740"/>
              <a:gd name="T74" fmla="*/ 300373 w 3584"/>
              <a:gd name="T75" fmla="*/ 1800397 h 3740"/>
              <a:gd name="T76" fmla="*/ 525171 w 3584"/>
              <a:gd name="T77" fmla="*/ 1575588 h 3740"/>
              <a:gd name="T78" fmla="*/ 525171 w 3584"/>
              <a:gd name="T79" fmla="*/ 487648 h 3740"/>
              <a:gd name="T80" fmla="*/ 449596 w 3584"/>
              <a:gd name="T81" fmla="*/ 899236 h 3740"/>
              <a:gd name="T82" fmla="*/ 300373 w 3584"/>
              <a:gd name="T83" fmla="*/ 899236 h 3740"/>
              <a:gd name="T84" fmla="*/ 300373 w 3584"/>
              <a:gd name="T85" fmla="*/ 1481717 h 3740"/>
              <a:gd name="T86" fmla="*/ 244053 w 3584"/>
              <a:gd name="T87" fmla="*/ 1538040 h 3740"/>
              <a:gd name="T88" fmla="*/ 187733 w 3584"/>
              <a:gd name="T89" fmla="*/ 1481717 h 3740"/>
              <a:gd name="T90" fmla="*/ 187733 w 3584"/>
              <a:gd name="T91" fmla="*/ 899236 h 3740"/>
              <a:gd name="T92" fmla="*/ 148261 w 3584"/>
              <a:gd name="T93" fmla="*/ 899236 h 3740"/>
              <a:gd name="T94" fmla="*/ 148261 w 3584"/>
              <a:gd name="T95" fmla="*/ 487648 h 3740"/>
              <a:gd name="T96" fmla="*/ 449596 w 3584"/>
              <a:gd name="T97" fmla="*/ 487648 h 3740"/>
              <a:gd name="T98" fmla="*/ 449596 w 3584"/>
              <a:gd name="T99" fmla="*/ 899236 h 3740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</a:gdLst>
            <a:ahLst/>
            <a:cxnLst>
              <a:cxn ang="T100">
                <a:pos x="T0" y="T1"/>
              </a:cxn>
              <a:cxn ang="T101">
                <a:pos x="T2" y="T3"/>
              </a:cxn>
              <a:cxn ang="T102">
                <a:pos x="T4" y="T5"/>
              </a:cxn>
              <a:cxn ang="T103">
                <a:pos x="T6" y="T7"/>
              </a:cxn>
              <a:cxn ang="T104">
                <a:pos x="T8" y="T9"/>
              </a:cxn>
              <a:cxn ang="T105">
                <a:pos x="T10" y="T11"/>
              </a:cxn>
              <a:cxn ang="T106">
                <a:pos x="T12" y="T13"/>
              </a:cxn>
              <a:cxn ang="T107">
                <a:pos x="T14" y="T15"/>
              </a:cxn>
              <a:cxn ang="T108">
                <a:pos x="T16" y="T17"/>
              </a:cxn>
              <a:cxn ang="T109">
                <a:pos x="T18" y="T19"/>
              </a:cxn>
              <a:cxn ang="T110">
                <a:pos x="T20" y="T21"/>
              </a:cxn>
              <a:cxn ang="T111">
                <a:pos x="T22" y="T23"/>
              </a:cxn>
              <a:cxn ang="T112">
                <a:pos x="T24" y="T25"/>
              </a:cxn>
              <a:cxn ang="T113">
                <a:pos x="T26" y="T27"/>
              </a:cxn>
              <a:cxn ang="T114">
                <a:pos x="T28" y="T29"/>
              </a:cxn>
              <a:cxn ang="T115">
                <a:pos x="T30" y="T31"/>
              </a:cxn>
              <a:cxn ang="T116">
                <a:pos x="T32" y="T33"/>
              </a:cxn>
              <a:cxn ang="T117">
                <a:pos x="T34" y="T35"/>
              </a:cxn>
              <a:cxn ang="T118">
                <a:pos x="T36" y="T37"/>
              </a:cxn>
              <a:cxn ang="T119">
                <a:pos x="T38" y="T39"/>
              </a:cxn>
              <a:cxn ang="T120">
                <a:pos x="T40" y="T41"/>
              </a:cxn>
              <a:cxn ang="T121">
                <a:pos x="T42" y="T43"/>
              </a:cxn>
              <a:cxn ang="T122">
                <a:pos x="T44" y="T45"/>
              </a:cxn>
              <a:cxn ang="T123">
                <a:pos x="T46" y="T47"/>
              </a:cxn>
              <a:cxn ang="T124">
                <a:pos x="T48" y="T49"/>
              </a:cxn>
              <a:cxn ang="T125">
                <a:pos x="T50" y="T51"/>
              </a:cxn>
              <a:cxn ang="T126">
                <a:pos x="T52" y="T53"/>
              </a:cxn>
              <a:cxn ang="T127">
                <a:pos x="T54" y="T55"/>
              </a:cxn>
              <a:cxn ang="T128">
                <a:pos x="T56" y="T57"/>
              </a:cxn>
              <a:cxn ang="T129">
                <a:pos x="T58" y="T59"/>
              </a:cxn>
              <a:cxn ang="T130">
                <a:pos x="T60" y="T61"/>
              </a:cxn>
              <a:cxn ang="T131">
                <a:pos x="T62" y="T63"/>
              </a:cxn>
              <a:cxn ang="T132">
                <a:pos x="T64" y="T65"/>
              </a:cxn>
              <a:cxn ang="T133">
                <a:pos x="T66" y="T67"/>
              </a:cxn>
              <a:cxn ang="T134">
                <a:pos x="T68" y="T69"/>
              </a:cxn>
              <a:cxn ang="T135">
                <a:pos x="T70" y="T71"/>
              </a:cxn>
              <a:cxn ang="T136">
                <a:pos x="T72" y="T73"/>
              </a:cxn>
              <a:cxn ang="T137">
                <a:pos x="T74" y="T75"/>
              </a:cxn>
              <a:cxn ang="T138">
                <a:pos x="T76" y="T77"/>
              </a:cxn>
              <a:cxn ang="T139">
                <a:pos x="T78" y="T79"/>
              </a:cxn>
              <a:cxn ang="T140">
                <a:pos x="T80" y="T81"/>
              </a:cxn>
              <a:cxn ang="T141">
                <a:pos x="T82" y="T83"/>
              </a:cxn>
              <a:cxn ang="T142">
                <a:pos x="T84" y="T85"/>
              </a:cxn>
              <a:cxn ang="T143">
                <a:pos x="T86" y="T87"/>
              </a:cxn>
              <a:cxn ang="T144">
                <a:pos x="T88" y="T89"/>
              </a:cxn>
              <a:cxn ang="T145">
                <a:pos x="T90" y="T91"/>
              </a:cxn>
              <a:cxn ang="T146">
                <a:pos x="T92" y="T93"/>
              </a:cxn>
              <a:cxn ang="T147">
                <a:pos x="T94" y="T95"/>
              </a:cxn>
              <a:cxn ang="T148">
                <a:pos x="T96" y="T97"/>
              </a:cxn>
              <a:cxn ang="T149">
                <a:pos x="T98" y="T99"/>
              </a:cxn>
            </a:cxnLst>
            <a:rect l="0" t="0" r="r" b="b"/>
            <a:pathLst>
              <a:path w="3584" h="3740">
                <a:moveTo>
                  <a:pt x="2416" y="1249"/>
                </a:moveTo>
                <a:cubicBezTo>
                  <a:pt x="2416" y="389"/>
                  <a:pt x="2416" y="389"/>
                  <a:pt x="2416" y="389"/>
                </a:cubicBezTo>
                <a:cubicBezTo>
                  <a:pt x="2454" y="389"/>
                  <a:pt x="2454" y="389"/>
                  <a:pt x="2454" y="389"/>
                </a:cubicBezTo>
                <a:cubicBezTo>
                  <a:pt x="2562" y="389"/>
                  <a:pt x="2649" y="302"/>
                  <a:pt x="2649" y="195"/>
                </a:cubicBezTo>
                <a:cubicBezTo>
                  <a:pt x="2649" y="87"/>
                  <a:pt x="2562" y="0"/>
                  <a:pt x="2454" y="0"/>
                </a:cubicBezTo>
                <a:cubicBezTo>
                  <a:pt x="1467" y="0"/>
                  <a:pt x="1467" y="0"/>
                  <a:pt x="1467" y="0"/>
                </a:cubicBezTo>
                <a:cubicBezTo>
                  <a:pt x="1360" y="0"/>
                  <a:pt x="1273" y="87"/>
                  <a:pt x="1273" y="195"/>
                </a:cubicBezTo>
                <a:cubicBezTo>
                  <a:pt x="1273" y="302"/>
                  <a:pt x="1360" y="389"/>
                  <a:pt x="1467" y="389"/>
                </a:cubicBezTo>
                <a:cubicBezTo>
                  <a:pt x="1559" y="389"/>
                  <a:pt x="1559" y="389"/>
                  <a:pt x="1559" y="389"/>
                </a:cubicBezTo>
                <a:cubicBezTo>
                  <a:pt x="1559" y="1249"/>
                  <a:pt x="1559" y="1249"/>
                  <a:pt x="1559" y="1249"/>
                </a:cubicBezTo>
                <a:cubicBezTo>
                  <a:pt x="1446" y="1412"/>
                  <a:pt x="1343" y="1571"/>
                  <a:pt x="1247" y="1724"/>
                </a:cubicBezTo>
                <a:cubicBezTo>
                  <a:pt x="1247" y="3273"/>
                  <a:pt x="1247" y="3273"/>
                  <a:pt x="1247" y="3273"/>
                </a:cubicBezTo>
                <a:cubicBezTo>
                  <a:pt x="1247" y="3453"/>
                  <a:pt x="1179" y="3616"/>
                  <a:pt x="1067" y="3740"/>
                </a:cubicBezTo>
                <a:cubicBezTo>
                  <a:pt x="3195" y="3740"/>
                  <a:pt x="3195" y="3740"/>
                  <a:pt x="3195" y="3740"/>
                </a:cubicBezTo>
                <a:cubicBezTo>
                  <a:pt x="3410" y="3740"/>
                  <a:pt x="3584" y="3566"/>
                  <a:pt x="3584" y="3350"/>
                </a:cubicBezTo>
                <a:cubicBezTo>
                  <a:pt x="3584" y="3350"/>
                  <a:pt x="3200" y="2384"/>
                  <a:pt x="2416" y="1249"/>
                </a:cubicBezTo>
                <a:close/>
                <a:moveTo>
                  <a:pt x="3190" y="3322"/>
                </a:moveTo>
                <a:cubicBezTo>
                  <a:pt x="3133" y="3353"/>
                  <a:pt x="3063" y="3331"/>
                  <a:pt x="3032" y="3274"/>
                </a:cubicBezTo>
                <a:cubicBezTo>
                  <a:pt x="2361" y="2026"/>
                  <a:pt x="2361" y="2026"/>
                  <a:pt x="2361" y="2026"/>
                </a:cubicBezTo>
                <a:cubicBezTo>
                  <a:pt x="1335" y="2026"/>
                  <a:pt x="1335" y="2026"/>
                  <a:pt x="1335" y="2026"/>
                </a:cubicBezTo>
                <a:cubicBezTo>
                  <a:pt x="1714" y="1325"/>
                  <a:pt x="1714" y="1325"/>
                  <a:pt x="1714" y="1325"/>
                </a:cubicBezTo>
                <a:cubicBezTo>
                  <a:pt x="1714" y="389"/>
                  <a:pt x="1714" y="389"/>
                  <a:pt x="1714" y="389"/>
                </a:cubicBezTo>
                <a:cubicBezTo>
                  <a:pt x="2260" y="389"/>
                  <a:pt x="2260" y="389"/>
                  <a:pt x="2260" y="389"/>
                </a:cubicBezTo>
                <a:cubicBezTo>
                  <a:pt x="2260" y="1325"/>
                  <a:pt x="2260" y="1325"/>
                  <a:pt x="2260" y="1325"/>
                </a:cubicBezTo>
                <a:cubicBezTo>
                  <a:pt x="2640" y="2026"/>
                  <a:pt x="2640" y="2026"/>
                  <a:pt x="2640" y="2026"/>
                </a:cubicBezTo>
                <a:cubicBezTo>
                  <a:pt x="2627" y="2026"/>
                  <a:pt x="2627" y="2026"/>
                  <a:pt x="2627" y="2026"/>
                </a:cubicBezTo>
                <a:cubicBezTo>
                  <a:pt x="3238" y="3163"/>
                  <a:pt x="3238" y="3163"/>
                  <a:pt x="3238" y="3163"/>
                </a:cubicBezTo>
                <a:cubicBezTo>
                  <a:pt x="3269" y="3220"/>
                  <a:pt x="3247" y="3291"/>
                  <a:pt x="3190" y="3322"/>
                </a:cubicBezTo>
                <a:close/>
                <a:moveTo>
                  <a:pt x="1091" y="1013"/>
                </a:moveTo>
                <a:cubicBezTo>
                  <a:pt x="1052" y="1013"/>
                  <a:pt x="1052" y="1013"/>
                  <a:pt x="1052" y="1013"/>
                </a:cubicBezTo>
                <a:cubicBezTo>
                  <a:pt x="1160" y="1013"/>
                  <a:pt x="1247" y="925"/>
                  <a:pt x="1247" y="818"/>
                </a:cubicBezTo>
                <a:cubicBezTo>
                  <a:pt x="1247" y="710"/>
                  <a:pt x="1160" y="623"/>
                  <a:pt x="1052" y="623"/>
                </a:cubicBezTo>
                <a:cubicBezTo>
                  <a:pt x="195" y="623"/>
                  <a:pt x="195" y="623"/>
                  <a:pt x="195" y="623"/>
                </a:cubicBezTo>
                <a:cubicBezTo>
                  <a:pt x="87" y="623"/>
                  <a:pt x="0" y="710"/>
                  <a:pt x="0" y="818"/>
                </a:cubicBezTo>
                <a:cubicBezTo>
                  <a:pt x="0" y="925"/>
                  <a:pt x="87" y="1013"/>
                  <a:pt x="195" y="1013"/>
                </a:cubicBezTo>
                <a:cubicBezTo>
                  <a:pt x="156" y="1013"/>
                  <a:pt x="156" y="1013"/>
                  <a:pt x="156" y="1013"/>
                </a:cubicBezTo>
                <a:cubicBezTo>
                  <a:pt x="156" y="3273"/>
                  <a:pt x="156" y="3273"/>
                  <a:pt x="156" y="3273"/>
                </a:cubicBezTo>
                <a:cubicBezTo>
                  <a:pt x="156" y="3531"/>
                  <a:pt x="365" y="3740"/>
                  <a:pt x="624" y="3740"/>
                </a:cubicBezTo>
                <a:cubicBezTo>
                  <a:pt x="882" y="3740"/>
                  <a:pt x="1091" y="3531"/>
                  <a:pt x="1091" y="3273"/>
                </a:cubicBezTo>
                <a:lnTo>
                  <a:pt x="1091" y="1013"/>
                </a:lnTo>
                <a:close/>
                <a:moveTo>
                  <a:pt x="934" y="1868"/>
                </a:moveTo>
                <a:cubicBezTo>
                  <a:pt x="624" y="1868"/>
                  <a:pt x="624" y="1868"/>
                  <a:pt x="624" y="1868"/>
                </a:cubicBezTo>
                <a:cubicBezTo>
                  <a:pt x="624" y="3078"/>
                  <a:pt x="624" y="3078"/>
                  <a:pt x="624" y="3078"/>
                </a:cubicBezTo>
                <a:cubicBezTo>
                  <a:pt x="624" y="3142"/>
                  <a:pt x="571" y="3195"/>
                  <a:pt x="507" y="3195"/>
                </a:cubicBezTo>
                <a:cubicBezTo>
                  <a:pt x="442" y="3195"/>
                  <a:pt x="390" y="3142"/>
                  <a:pt x="390" y="3078"/>
                </a:cubicBezTo>
                <a:cubicBezTo>
                  <a:pt x="390" y="1868"/>
                  <a:pt x="390" y="1868"/>
                  <a:pt x="390" y="1868"/>
                </a:cubicBezTo>
                <a:cubicBezTo>
                  <a:pt x="308" y="1868"/>
                  <a:pt x="308" y="1868"/>
                  <a:pt x="308" y="1868"/>
                </a:cubicBezTo>
                <a:cubicBezTo>
                  <a:pt x="308" y="1013"/>
                  <a:pt x="308" y="1013"/>
                  <a:pt x="308" y="1013"/>
                </a:cubicBezTo>
                <a:cubicBezTo>
                  <a:pt x="934" y="1013"/>
                  <a:pt x="934" y="1013"/>
                  <a:pt x="934" y="1013"/>
                </a:cubicBezTo>
                <a:lnTo>
                  <a:pt x="934" y="186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latin typeface="Georgia" panose="02040502050405020303" charset="0"/>
              <a:ea typeface="Arial" panose="020B0604020202020204" pitchFamily="34" charset="0"/>
              <a:cs typeface="Georgia" panose="02040502050405020303" charset="0"/>
            </a:endParaRPr>
          </a:p>
        </p:txBody>
      </p:sp>
      <p:sp>
        <p:nvSpPr>
          <p:cNvPr id="27" name="矩形 26" descr="#clear#"/>
          <p:cNvSpPr/>
          <p:nvPr/>
        </p:nvSpPr>
        <p:spPr>
          <a:xfrm>
            <a:off x="4369435" y="1823085"/>
            <a:ext cx="7351395" cy="13747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en-US" sz="1800" dirty="0">
                <a:solidFill>
                  <a:schemeClr val="tx1"/>
                </a:solidFill>
                <a:latin typeface="Georgia" panose="02040502050405020303" charset="0"/>
                <a:ea typeface="Arial" panose="020B0604020202020204" pitchFamily="34" charset="0"/>
                <a:cs typeface="Georgia" panose="02040502050405020303" charset="0"/>
              </a:rPr>
              <a:t>Existing systems were prone to errors and lacked automation.</a:t>
            </a:r>
            <a:endParaRPr lang="en-US" altLang="en-US" sz="1800" dirty="0">
              <a:solidFill>
                <a:schemeClr val="tx1"/>
              </a:solidFill>
              <a:latin typeface="Georgia" panose="02040502050405020303" charset="0"/>
              <a:ea typeface="Arial" panose="020B0604020202020204" pitchFamily="34" charset="0"/>
              <a:cs typeface="Georgia" panose="02040502050405020303" charset="0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en-US" sz="1800" dirty="0">
                <a:solidFill>
                  <a:schemeClr val="tx1"/>
                </a:solidFill>
                <a:latin typeface="Georgia" panose="02040502050405020303" charset="0"/>
                <a:ea typeface="Arial" panose="020B0604020202020204" pitchFamily="34" charset="0"/>
                <a:cs typeface="Georgia" panose="02040502050405020303" charset="0"/>
              </a:rPr>
              <a:t>Administrative processes, such as fee tracking and attendance, required manual effort and were time-consuming.</a:t>
            </a:r>
            <a:endParaRPr lang="en-US" altLang="en-US" sz="1800" dirty="0">
              <a:solidFill>
                <a:schemeClr val="tx1"/>
              </a:solidFill>
              <a:latin typeface="Georgia" panose="02040502050405020303" charset="0"/>
              <a:ea typeface="Arial" panose="020B0604020202020204" pitchFamily="34" charset="0"/>
              <a:cs typeface="Georgia" panose="02040502050405020303" charset="0"/>
            </a:endParaRPr>
          </a:p>
        </p:txBody>
      </p:sp>
      <p:sp>
        <p:nvSpPr>
          <p:cNvPr id="2" name="矩形 26" descr="#clear#"/>
          <p:cNvSpPr/>
          <p:nvPr/>
        </p:nvSpPr>
        <p:spPr>
          <a:xfrm>
            <a:off x="4372610" y="4171950"/>
            <a:ext cx="7347585" cy="17119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marL="285750" indent="-285750" algn="just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en-US" sz="1800" dirty="0">
                <a:solidFill>
                  <a:schemeClr val="tx1"/>
                </a:solidFill>
                <a:latin typeface="Georgia" panose="02040502050405020303" charset="0"/>
                <a:ea typeface="Arial" panose="020B0604020202020204" pitchFamily="34" charset="0"/>
                <a:cs typeface="Georgia" panose="02040502050405020303" charset="0"/>
              </a:rPr>
              <a:t>Teachers, students, and administrators faced difficulties accessing and managing records.</a:t>
            </a:r>
            <a:endParaRPr lang="en-US" altLang="en-US" sz="1800" dirty="0">
              <a:solidFill>
                <a:schemeClr val="tx1"/>
              </a:solidFill>
              <a:latin typeface="Georgia" panose="02040502050405020303" charset="0"/>
              <a:ea typeface="Arial" panose="020B0604020202020204" pitchFamily="34" charset="0"/>
              <a:cs typeface="Georgia" panose="02040502050405020303" charset="0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en-US" sz="1800" dirty="0">
                <a:solidFill>
                  <a:schemeClr val="tx1"/>
                </a:solidFill>
                <a:latin typeface="Georgia" panose="02040502050405020303" charset="0"/>
                <a:ea typeface="Arial" panose="020B0604020202020204" pitchFamily="34" charset="0"/>
                <a:cs typeface="Georgia" panose="02040502050405020303" charset="0"/>
              </a:rPr>
              <a:t>Data was scattered across different platforms, causing delays in decision-making and reporting.</a:t>
            </a:r>
            <a:endParaRPr lang="en-US" altLang="en-US" sz="1800" dirty="0">
              <a:solidFill>
                <a:schemeClr val="tx1"/>
              </a:solidFill>
              <a:latin typeface="Georgia" panose="02040502050405020303" charset="0"/>
              <a:ea typeface="Arial" panose="020B0604020202020204" pitchFamily="34" charset="0"/>
              <a:cs typeface="Georgia" panose="02040502050405020303" charset="0"/>
            </a:endParaRPr>
          </a:p>
        </p:txBody>
      </p:sp>
      <p:sp>
        <p:nvSpPr>
          <p:cNvPr id="3" name="KSO_Shape"/>
          <p:cNvSpPr/>
          <p:nvPr/>
        </p:nvSpPr>
        <p:spPr bwMode="auto">
          <a:xfrm>
            <a:off x="898505" y="2247893"/>
            <a:ext cx="568641" cy="593774"/>
          </a:xfrm>
          <a:custGeom>
            <a:avLst/>
            <a:gdLst>
              <a:gd name="T0" fmla="*/ 1162982 w 3584"/>
              <a:gd name="T1" fmla="*/ 601256 h 3740"/>
              <a:gd name="T2" fmla="*/ 1162982 w 3584"/>
              <a:gd name="T3" fmla="*/ 187261 h 3740"/>
              <a:gd name="T4" fmla="*/ 1181274 w 3584"/>
              <a:gd name="T5" fmla="*/ 187261 h 3740"/>
              <a:gd name="T6" fmla="*/ 1275140 w 3584"/>
              <a:gd name="T7" fmla="*/ 93871 h 3740"/>
              <a:gd name="T8" fmla="*/ 1181274 w 3584"/>
              <a:gd name="T9" fmla="*/ 0 h 3740"/>
              <a:gd name="T10" fmla="*/ 706165 w 3584"/>
              <a:gd name="T11" fmla="*/ 0 h 3740"/>
              <a:gd name="T12" fmla="*/ 612780 w 3584"/>
              <a:gd name="T13" fmla="*/ 93871 h 3740"/>
              <a:gd name="T14" fmla="*/ 706165 w 3584"/>
              <a:gd name="T15" fmla="*/ 187261 h 3740"/>
              <a:gd name="T16" fmla="*/ 750451 w 3584"/>
              <a:gd name="T17" fmla="*/ 187261 h 3740"/>
              <a:gd name="T18" fmla="*/ 750451 w 3584"/>
              <a:gd name="T19" fmla="*/ 601256 h 3740"/>
              <a:gd name="T20" fmla="*/ 600264 w 3584"/>
              <a:gd name="T21" fmla="*/ 829916 h 3740"/>
              <a:gd name="T22" fmla="*/ 600264 w 3584"/>
              <a:gd name="T23" fmla="*/ 1575588 h 3740"/>
              <a:gd name="T24" fmla="*/ 513618 w 3584"/>
              <a:gd name="T25" fmla="*/ 1800397 h 3740"/>
              <a:gd name="T26" fmla="*/ 1537966 w 3584"/>
              <a:gd name="T27" fmla="*/ 1800397 h 3740"/>
              <a:gd name="T28" fmla="*/ 1725218 w 3584"/>
              <a:gd name="T29" fmla="*/ 1612655 h 3740"/>
              <a:gd name="T30" fmla="*/ 1162982 w 3584"/>
              <a:gd name="T31" fmla="*/ 601256 h 3740"/>
              <a:gd name="T32" fmla="*/ 1535560 w 3584"/>
              <a:gd name="T33" fmla="*/ 1599176 h 3740"/>
              <a:gd name="T34" fmla="*/ 1459504 w 3584"/>
              <a:gd name="T35" fmla="*/ 1576069 h 3740"/>
              <a:gd name="T36" fmla="*/ 1136507 w 3584"/>
              <a:gd name="T37" fmla="*/ 975295 h 3740"/>
              <a:gd name="T38" fmla="*/ 642624 w 3584"/>
              <a:gd name="T39" fmla="*/ 975295 h 3740"/>
              <a:gd name="T40" fmla="*/ 825062 w 3584"/>
              <a:gd name="T41" fmla="*/ 637841 h 3740"/>
              <a:gd name="T42" fmla="*/ 825062 w 3584"/>
              <a:gd name="T43" fmla="*/ 187261 h 3740"/>
              <a:gd name="T44" fmla="*/ 1087889 w 3584"/>
              <a:gd name="T45" fmla="*/ 187261 h 3740"/>
              <a:gd name="T46" fmla="*/ 1087889 w 3584"/>
              <a:gd name="T47" fmla="*/ 637841 h 3740"/>
              <a:gd name="T48" fmla="*/ 1270808 w 3584"/>
              <a:gd name="T49" fmla="*/ 975295 h 3740"/>
              <a:gd name="T50" fmla="*/ 1264550 w 3584"/>
              <a:gd name="T51" fmla="*/ 975295 h 3740"/>
              <a:gd name="T52" fmla="*/ 1558665 w 3584"/>
              <a:gd name="T53" fmla="*/ 1522635 h 3740"/>
              <a:gd name="T54" fmla="*/ 1535560 w 3584"/>
              <a:gd name="T55" fmla="*/ 1599176 h 3740"/>
              <a:gd name="T56" fmla="*/ 525171 w 3584"/>
              <a:gd name="T57" fmla="*/ 487648 h 3740"/>
              <a:gd name="T58" fmla="*/ 506398 w 3584"/>
              <a:gd name="T59" fmla="*/ 487648 h 3740"/>
              <a:gd name="T60" fmla="*/ 600264 w 3584"/>
              <a:gd name="T61" fmla="*/ 393777 h 3740"/>
              <a:gd name="T62" fmla="*/ 506398 w 3584"/>
              <a:gd name="T63" fmla="*/ 299906 h 3740"/>
              <a:gd name="T64" fmla="*/ 93866 w 3584"/>
              <a:gd name="T65" fmla="*/ 299906 h 3740"/>
              <a:gd name="T66" fmla="*/ 0 w 3584"/>
              <a:gd name="T67" fmla="*/ 393777 h 3740"/>
              <a:gd name="T68" fmla="*/ 93866 w 3584"/>
              <a:gd name="T69" fmla="*/ 487648 h 3740"/>
              <a:gd name="T70" fmla="*/ 75093 w 3584"/>
              <a:gd name="T71" fmla="*/ 487648 h 3740"/>
              <a:gd name="T72" fmla="*/ 75093 w 3584"/>
              <a:gd name="T73" fmla="*/ 1575588 h 3740"/>
              <a:gd name="T74" fmla="*/ 300373 w 3584"/>
              <a:gd name="T75" fmla="*/ 1800397 h 3740"/>
              <a:gd name="T76" fmla="*/ 525171 w 3584"/>
              <a:gd name="T77" fmla="*/ 1575588 h 3740"/>
              <a:gd name="T78" fmla="*/ 525171 w 3584"/>
              <a:gd name="T79" fmla="*/ 487648 h 3740"/>
              <a:gd name="T80" fmla="*/ 449596 w 3584"/>
              <a:gd name="T81" fmla="*/ 899236 h 3740"/>
              <a:gd name="T82" fmla="*/ 300373 w 3584"/>
              <a:gd name="T83" fmla="*/ 899236 h 3740"/>
              <a:gd name="T84" fmla="*/ 300373 w 3584"/>
              <a:gd name="T85" fmla="*/ 1481717 h 3740"/>
              <a:gd name="T86" fmla="*/ 244053 w 3584"/>
              <a:gd name="T87" fmla="*/ 1538040 h 3740"/>
              <a:gd name="T88" fmla="*/ 187733 w 3584"/>
              <a:gd name="T89" fmla="*/ 1481717 h 3740"/>
              <a:gd name="T90" fmla="*/ 187733 w 3584"/>
              <a:gd name="T91" fmla="*/ 899236 h 3740"/>
              <a:gd name="T92" fmla="*/ 148261 w 3584"/>
              <a:gd name="T93" fmla="*/ 899236 h 3740"/>
              <a:gd name="T94" fmla="*/ 148261 w 3584"/>
              <a:gd name="T95" fmla="*/ 487648 h 3740"/>
              <a:gd name="T96" fmla="*/ 449596 w 3584"/>
              <a:gd name="T97" fmla="*/ 487648 h 3740"/>
              <a:gd name="T98" fmla="*/ 449596 w 3584"/>
              <a:gd name="T99" fmla="*/ 899236 h 3740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</a:gdLst>
            <a:ahLst/>
            <a:cxnLst>
              <a:cxn ang="T100">
                <a:pos x="T0" y="T1"/>
              </a:cxn>
              <a:cxn ang="T101">
                <a:pos x="T2" y="T3"/>
              </a:cxn>
              <a:cxn ang="T102">
                <a:pos x="T4" y="T5"/>
              </a:cxn>
              <a:cxn ang="T103">
                <a:pos x="T6" y="T7"/>
              </a:cxn>
              <a:cxn ang="T104">
                <a:pos x="T8" y="T9"/>
              </a:cxn>
              <a:cxn ang="T105">
                <a:pos x="T10" y="T11"/>
              </a:cxn>
              <a:cxn ang="T106">
                <a:pos x="T12" y="T13"/>
              </a:cxn>
              <a:cxn ang="T107">
                <a:pos x="T14" y="T15"/>
              </a:cxn>
              <a:cxn ang="T108">
                <a:pos x="T16" y="T17"/>
              </a:cxn>
              <a:cxn ang="T109">
                <a:pos x="T18" y="T19"/>
              </a:cxn>
              <a:cxn ang="T110">
                <a:pos x="T20" y="T21"/>
              </a:cxn>
              <a:cxn ang="T111">
                <a:pos x="T22" y="T23"/>
              </a:cxn>
              <a:cxn ang="T112">
                <a:pos x="T24" y="T25"/>
              </a:cxn>
              <a:cxn ang="T113">
                <a:pos x="T26" y="T27"/>
              </a:cxn>
              <a:cxn ang="T114">
                <a:pos x="T28" y="T29"/>
              </a:cxn>
              <a:cxn ang="T115">
                <a:pos x="T30" y="T31"/>
              </a:cxn>
              <a:cxn ang="T116">
                <a:pos x="T32" y="T33"/>
              </a:cxn>
              <a:cxn ang="T117">
                <a:pos x="T34" y="T35"/>
              </a:cxn>
              <a:cxn ang="T118">
                <a:pos x="T36" y="T37"/>
              </a:cxn>
              <a:cxn ang="T119">
                <a:pos x="T38" y="T39"/>
              </a:cxn>
              <a:cxn ang="T120">
                <a:pos x="T40" y="T41"/>
              </a:cxn>
              <a:cxn ang="T121">
                <a:pos x="T42" y="T43"/>
              </a:cxn>
              <a:cxn ang="T122">
                <a:pos x="T44" y="T45"/>
              </a:cxn>
              <a:cxn ang="T123">
                <a:pos x="T46" y="T47"/>
              </a:cxn>
              <a:cxn ang="T124">
                <a:pos x="T48" y="T49"/>
              </a:cxn>
              <a:cxn ang="T125">
                <a:pos x="T50" y="T51"/>
              </a:cxn>
              <a:cxn ang="T126">
                <a:pos x="T52" y="T53"/>
              </a:cxn>
              <a:cxn ang="T127">
                <a:pos x="T54" y="T55"/>
              </a:cxn>
              <a:cxn ang="T128">
                <a:pos x="T56" y="T57"/>
              </a:cxn>
              <a:cxn ang="T129">
                <a:pos x="T58" y="T59"/>
              </a:cxn>
              <a:cxn ang="T130">
                <a:pos x="T60" y="T61"/>
              </a:cxn>
              <a:cxn ang="T131">
                <a:pos x="T62" y="T63"/>
              </a:cxn>
              <a:cxn ang="T132">
                <a:pos x="T64" y="T65"/>
              </a:cxn>
              <a:cxn ang="T133">
                <a:pos x="T66" y="T67"/>
              </a:cxn>
              <a:cxn ang="T134">
                <a:pos x="T68" y="T69"/>
              </a:cxn>
              <a:cxn ang="T135">
                <a:pos x="T70" y="T71"/>
              </a:cxn>
              <a:cxn ang="T136">
                <a:pos x="T72" y="T73"/>
              </a:cxn>
              <a:cxn ang="T137">
                <a:pos x="T74" y="T75"/>
              </a:cxn>
              <a:cxn ang="T138">
                <a:pos x="T76" y="T77"/>
              </a:cxn>
              <a:cxn ang="T139">
                <a:pos x="T78" y="T79"/>
              </a:cxn>
              <a:cxn ang="T140">
                <a:pos x="T80" y="T81"/>
              </a:cxn>
              <a:cxn ang="T141">
                <a:pos x="T82" y="T83"/>
              </a:cxn>
              <a:cxn ang="T142">
                <a:pos x="T84" y="T85"/>
              </a:cxn>
              <a:cxn ang="T143">
                <a:pos x="T86" y="T87"/>
              </a:cxn>
              <a:cxn ang="T144">
                <a:pos x="T88" y="T89"/>
              </a:cxn>
              <a:cxn ang="T145">
                <a:pos x="T90" y="T91"/>
              </a:cxn>
              <a:cxn ang="T146">
                <a:pos x="T92" y="T93"/>
              </a:cxn>
              <a:cxn ang="T147">
                <a:pos x="T94" y="T95"/>
              </a:cxn>
              <a:cxn ang="T148">
                <a:pos x="T96" y="T97"/>
              </a:cxn>
              <a:cxn ang="T149">
                <a:pos x="T98" y="T99"/>
              </a:cxn>
            </a:cxnLst>
            <a:rect l="0" t="0" r="r" b="b"/>
            <a:pathLst>
              <a:path w="3584" h="3740">
                <a:moveTo>
                  <a:pt x="2416" y="1249"/>
                </a:moveTo>
                <a:cubicBezTo>
                  <a:pt x="2416" y="389"/>
                  <a:pt x="2416" y="389"/>
                  <a:pt x="2416" y="389"/>
                </a:cubicBezTo>
                <a:cubicBezTo>
                  <a:pt x="2454" y="389"/>
                  <a:pt x="2454" y="389"/>
                  <a:pt x="2454" y="389"/>
                </a:cubicBezTo>
                <a:cubicBezTo>
                  <a:pt x="2562" y="389"/>
                  <a:pt x="2649" y="302"/>
                  <a:pt x="2649" y="195"/>
                </a:cubicBezTo>
                <a:cubicBezTo>
                  <a:pt x="2649" y="87"/>
                  <a:pt x="2562" y="0"/>
                  <a:pt x="2454" y="0"/>
                </a:cubicBezTo>
                <a:cubicBezTo>
                  <a:pt x="1467" y="0"/>
                  <a:pt x="1467" y="0"/>
                  <a:pt x="1467" y="0"/>
                </a:cubicBezTo>
                <a:cubicBezTo>
                  <a:pt x="1360" y="0"/>
                  <a:pt x="1273" y="87"/>
                  <a:pt x="1273" y="195"/>
                </a:cubicBezTo>
                <a:cubicBezTo>
                  <a:pt x="1273" y="302"/>
                  <a:pt x="1360" y="389"/>
                  <a:pt x="1467" y="389"/>
                </a:cubicBezTo>
                <a:cubicBezTo>
                  <a:pt x="1559" y="389"/>
                  <a:pt x="1559" y="389"/>
                  <a:pt x="1559" y="389"/>
                </a:cubicBezTo>
                <a:cubicBezTo>
                  <a:pt x="1559" y="1249"/>
                  <a:pt x="1559" y="1249"/>
                  <a:pt x="1559" y="1249"/>
                </a:cubicBezTo>
                <a:cubicBezTo>
                  <a:pt x="1446" y="1412"/>
                  <a:pt x="1343" y="1571"/>
                  <a:pt x="1247" y="1724"/>
                </a:cubicBezTo>
                <a:cubicBezTo>
                  <a:pt x="1247" y="3273"/>
                  <a:pt x="1247" y="3273"/>
                  <a:pt x="1247" y="3273"/>
                </a:cubicBezTo>
                <a:cubicBezTo>
                  <a:pt x="1247" y="3453"/>
                  <a:pt x="1179" y="3616"/>
                  <a:pt x="1067" y="3740"/>
                </a:cubicBezTo>
                <a:cubicBezTo>
                  <a:pt x="3195" y="3740"/>
                  <a:pt x="3195" y="3740"/>
                  <a:pt x="3195" y="3740"/>
                </a:cubicBezTo>
                <a:cubicBezTo>
                  <a:pt x="3410" y="3740"/>
                  <a:pt x="3584" y="3566"/>
                  <a:pt x="3584" y="3350"/>
                </a:cubicBezTo>
                <a:cubicBezTo>
                  <a:pt x="3584" y="3350"/>
                  <a:pt x="3200" y="2384"/>
                  <a:pt x="2416" y="1249"/>
                </a:cubicBezTo>
                <a:close/>
                <a:moveTo>
                  <a:pt x="3190" y="3322"/>
                </a:moveTo>
                <a:cubicBezTo>
                  <a:pt x="3133" y="3353"/>
                  <a:pt x="3063" y="3331"/>
                  <a:pt x="3032" y="3274"/>
                </a:cubicBezTo>
                <a:cubicBezTo>
                  <a:pt x="2361" y="2026"/>
                  <a:pt x="2361" y="2026"/>
                  <a:pt x="2361" y="2026"/>
                </a:cubicBezTo>
                <a:cubicBezTo>
                  <a:pt x="1335" y="2026"/>
                  <a:pt x="1335" y="2026"/>
                  <a:pt x="1335" y="2026"/>
                </a:cubicBezTo>
                <a:cubicBezTo>
                  <a:pt x="1714" y="1325"/>
                  <a:pt x="1714" y="1325"/>
                  <a:pt x="1714" y="1325"/>
                </a:cubicBezTo>
                <a:cubicBezTo>
                  <a:pt x="1714" y="389"/>
                  <a:pt x="1714" y="389"/>
                  <a:pt x="1714" y="389"/>
                </a:cubicBezTo>
                <a:cubicBezTo>
                  <a:pt x="2260" y="389"/>
                  <a:pt x="2260" y="389"/>
                  <a:pt x="2260" y="389"/>
                </a:cubicBezTo>
                <a:cubicBezTo>
                  <a:pt x="2260" y="1325"/>
                  <a:pt x="2260" y="1325"/>
                  <a:pt x="2260" y="1325"/>
                </a:cubicBezTo>
                <a:cubicBezTo>
                  <a:pt x="2640" y="2026"/>
                  <a:pt x="2640" y="2026"/>
                  <a:pt x="2640" y="2026"/>
                </a:cubicBezTo>
                <a:cubicBezTo>
                  <a:pt x="2627" y="2026"/>
                  <a:pt x="2627" y="2026"/>
                  <a:pt x="2627" y="2026"/>
                </a:cubicBezTo>
                <a:cubicBezTo>
                  <a:pt x="3238" y="3163"/>
                  <a:pt x="3238" y="3163"/>
                  <a:pt x="3238" y="3163"/>
                </a:cubicBezTo>
                <a:cubicBezTo>
                  <a:pt x="3269" y="3220"/>
                  <a:pt x="3247" y="3291"/>
                  <a:pt x="3190" y="3322"/>
                </a:cubicBezTo>
                <a:close/>
                <a:moveTo>
                  <a:pt x="1091" y="1013"/>
                </a:moveTo>
                <a:cubicBezTo>
                  <a:pt x="1052" y="1013"/>
                  <a:pt x="1052" y="1013"/>
                  <a:pt x="1052" y="1013"/>
                </a:cubicBezTo>
                <a:cubicBezTo>
                  <a:pt x="1160" y="1013"/>
                  <a:pt x="1247" y="925"/>
                  <a:pt x="1247" y="818"/>
                </a:cubicBezTo>
                <a:cubicBezTo>
                  <a:pt x="1247" y="710"/>
                  <a:pt x="1160" y="623"/>
                  <a:pt x="1052" y="623"/>
                </a:cubicBezTo>
                <a:cubicBezTo>
                  <a:pt x="195" y="623"/>
                  <a:pt x="195" y="623"/>
                  <a:pt x="195" y="623"/>
                </a:cubicBezTo>
                <a:cubicBezTo>
                  <a:pt x="87" y="623"/>
                  <a:pt x="0" y="710"/>
                  <a:pt x="0" y="818"/>
                </a:cubicBezTo>
                <a:cubicBezTo>
                  <a:pt x="0" y="925"/>
                  <a:pt x="87" y="1013"/>
                  <a:pt x="195" y="1013"/>
                </a:cubicBezTo>
                <a:cubicBezTo>
                  <a:pt x="156" y="1013"/>
                  <a:pt x="156" y="1013"/>
                  <a:pt x="156" y="1013"/>
                </a:cubicBezTo>
                <a:cubicBezTo>
                  <a:pt x="156" y="3273"/>
                  <a:pt x="156" y="3273"/>
                  <a:pt x="156" y="3273"/>
                </a:cubicBezTo>
                <a:cubicBezTo>
                  <a:pt x="156" y="3531"/>
                  <a:pt x="365" y="3740"/>
                  <a:pt x="624" y="3740"/>
                </a:cubicBezTo>
                <a:cubicBezTo>
                  <a:pt x="882" y="3740"/>
                  <a:pt x="1091" y="3531"/>
                  <a:pt x="1091" y="3273"/>
                </a:cubicBezTo>
                <a:lnTo>
                  <a:pt x="1091" y="1013"/>
                </a:lnTo>
                <a:close/>
                <a:moveTo>
                  <a:pt x="934" y="1868"/>
                </a:moveTo>
                <a:cubicBezTo>
                  <a:pt x="624" y="1868"/>
                  <a:pt x="624" y="1868"/>
                  <a:pt x="624" y="1868"/>
                </a:cubicBezTo>
                <a:cubicBezTo>
                  <a:pt x="624" y="3078"/>
                  <a:pt x="624" y="3078"/>
                  <a:pt x="624" y="3078"/>
                </a:cubicBezTo>
                <a:cubicBezTo>
                  <a:pt x="624" y="3142"/>
                  <a:pt x="571" y="3195"/>
                  <a:pt x="507" y="3195"/>
                </a:cubicBezTo>
                <a:cubicBezTo>
                  <a:pt x="442" y="3195"/>
                  <a:pt x="390" y="3142"/>
                  <a:pt x="390" y="3078"/>
                </a:cubicBezTo>
                <a:cubicBezTo>
                  <a:pt x="390" y="1868"/>
                  <a:pt x="390" y="1868"/>
                  <a:pt x="390" y="1868"/>
                </a:cubicBezTo>
                <a:cubicBezTo>
                  <a:pt x="308" y="1868"/>
                  <a:pt x="308" y="1868"/>
                  <a:pt x="308" y="1868"/>
                </a:cubicBezTo>
                <a:cubicBezTo>
                  <a:pt x="308" y="1013"/>
                  <a:pt x="308" y="1013"/>
                  <a:pt x="308" y="1013"/>
                </a:cubicBezTo>
                <a:cubicBezTo>
                  <a:pt x="934" y="1013"/>
                  <a:pt x="934" y="1013"/>
                  <a:pt x="934" y="1013"/>
                </a:cubicBezTo>
                <a:lnTo>
                  <a:pt x="934" y="186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latin typeface="Georgia" panose="02040502050405020303" charset="0"/>
              <a:ea typeface="Arial" panose="020B0604020202020204" pitchFamily="34" charset="0"/>
              <a:cs typeface="Georgia" panose="02040502050405020303" charset="0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1975485" y="2087880"/>
            <a:ext cx="173990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>
                <a:latin typeface="Georgia" panose="02040502050405020303" charset="0"/>
                <a:cs typeface="Georgia" panose="02040502050405020303" charset="0"/>
              </a:rPr>
              <a:t>Need for Efficiency</a:t>
            </a:r>
            <a:endParaRPr lang="en-US" altLang="en-US">
              <a:latin typeface="Georgia" panose="02040502050405020303" charset="0"/>
              <a:cs typeface="Georgia" panose="02040502050405020303" charset="0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1975485" y="4599940"/>
            <a:ext cx="1873885" cy="9467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US">
                <a:latin typeface="Georgia" panose="02040502050405020303" charset="0"/>
                <a:cs typeface="Georgia" panose="02040502050405020303" charset="0"/>
              </a:rPr>
              <a:t>Challenges</a:t>
            </a:r>
            <a:endParaRPr lang="en-US" altLang="en-US">
              <a:latin typeface="Georgia" panose="02040502050405020303" charset="0"/>
              <a:cs typeface="Georgia" panose="02040502050405020303" charset="0"/>
            </a:endParaRPr>
          </a:p>
        </p:txBody>
      </p:sp>
    </p:spTree>
  </p:cSld>
  <p:clrMapOvr>
    <a:masterClrMapping/>
  </p:clrMapOvr>
  <p:transition spd="slow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标题 1" descr="#clear#"/>
          <p:cNvSpPr>
            <a:spLocks noGrp="1"/>
          </p:cNvSpPr>
          <p:nvPr>
            <p:ph type="title"/>
          </p:nvPr>
        </p:nvSpPr>
        <p:spPr>
          <a:xfrm>
            <a:off x="193675" y="1426845"/>
            <a:ext cx="6848475" cy="2527300"/>
          </a:xfrm>
        </p:spPr>
        <p:txBody>
          <a:bodyPr/>
          <a:lstStyle/>
          <a:p>
            <a:r>
              <a:rPr lang="en-US">
                <a:latin typeface="Georgia" panose="02040502050405020303" charset="0"/>
                <a:cs typeface="Georgia" panose="02040502050405020303" charset="0"/>
              </a:rPr>
              <a:t>04</a:t>
            </a:r>
            <a:br>
              <a:rPr lang="en-US">
                <a:latin typeface="Georgia" panose="02040502050405020303" charset="0"/>
                <a:cs typeface="Georgia" panose="02040502050405020303" charset="0"/>
              </a:rPr>
            </a:br>
            <a:r>
              <a:rPr lang="en-US" altLang="en-US" sz="4000">
                <a:latin typeface="Georgia" panose="02040502050405020303" charset="0"/>
                <a:cs typeface="Georgia" panose="02040502050405020303" charset="0"/>
              </a:rPr>
              <a:t>How it Solves the Problem ?</a:t>
            </a:r>
            <a:endParaRPr lang="en-US" altLang="en-US" sz="4000">
              <a:latin typeface="Georgia" panose="02040502050405020303" charset="0"/>
              <a:cs typeface="Georgia" panose="02040502050405020303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标题 3" descr="#clear#"/>
          <p:cNvSpPr>
            <a:spLocks noGrp="1"/>
          </p:cNvSpPr>
          <p:nvPr>
            <p:ph type="title"/>
          </p:nvPr>
        </p:nvSpPr>
        <p:spPr>
          <a:xfrm>
            <a:off x="753428" y="379730"/>
            <a:ext cx="10341767" cy="848454"/>
          </a:xfrm>
        </p:spPr>
        <p:txBody>
          <a:bodyPr/>
          <a:lstStyle/>
          <a:p>
            <a:pPr algn="ctr" eaLnBrk="1" hangingPunct="1"/>
            <a:r>
              <a:rPr lang="en-US" dirty="0">
                <a:latin typeface="Georgia" panose="02040502050405020303" charset="0"/>
                <a:cs typeface="Georgia" panose="02040502050405020303" charset="0"/>
              </a:rPr>
              <a:t>How “ Campus Hub ” solves the problem ?</a:t>
            </a:r>
            <a:r>
              <a:rPr lang="zh-CN" altLang="en-US" dirty="0">
                <a:latin typeface="Georgia" panose="02040502050405020303" charset="0"/>
                <a:cs typeface="Georgia" panose="02040502050405020303" charset="0"/>
              </a:rPr>
              <a:t>
</a:t>
            </a:r>
            <a:endParaRPr lang="en-US" altLang="zh-CN" dirty="0">
              <a:latin typeface="Georgia" panose="02040502050405020303" charset="0"/>
              <a:cs typeface="Georgia" panose="02040502050405020303" charset="0"/>
            </a:endParaRPr>
          </a:p>
        </p:txBody>
      </p:sp>
      <p:sp>
        <p:nvSpPr>
          <p:cNvPr id="11" name="任意多边形 31"/>
          <p:cNvSpPr/>
          <p:nvPr>
            <p:custDataLst>
              <p:tags r:id="rId1"/>
            </p:custDataLst>
          </p:nvPr>
        </p:nvSpPr>
        <p:spPr bwMode="auto">
          <a:xfrm>
            <a:off x="6520876" y="1797389"/>
            <a:ext cx="1992312" cy="619190"/>
          </a:xfrm>
          <a:custGeom>
            <a:avLst/>
            <a:gdLst>
              <a:gd name="connsiteX0" fmla="*/ 967581 w 1992312"/>
              <a:gd name="connsiteY0" fmla="*/ 161990 h 619190"/>
              <a:gd name="connsiteX1" fmla="*/ 815181 w 1992312"/>
              <a:gd name="connsiteY1" fmla="*/ 314390 h 619190"/>
              <a:gd name="connsiteX2" fmla="*/ 967581 w 1992312"/>
              <a:gd name="connsiteY2" fmla="*/ 466790 h 619190"/>
              <a:gd name="connsiteX3" fmla="*/ 1119981 w 1992312"/>
              <a:gd name="connsiteY3" fmla="*/ 314390 h 619190"/>
              <a:gd name="connsiteX4" fmla="*/ 967581 w 1992312"/>
              <a:gd name="connsiteY4" fmla="*/ 161990 h 619190"/>
              <a:gd name="connsiteX5" fmla="*/ 962561 w 1992312"/>
              <a:gd name="connsiteY5" fmla="*/ 37 h 619190"/>
              <a:gd name="connsiteX6" fmla="*/ 1267835 w 1992312"/>
              <a:gd name="connsiteY6" fmla="*/ 128752 h 619190"/>
              <a:gd name="connsiteX7" fmla="*/ 1717712 w 1992312"/>
              <a:gd name="connsiteY7" fmla="*/ 545930 h 619190"/>
              <a:gd name="connsiteX8" fmla="*/ 1992312 w 1992312"/>
              <a:gd name="connsiteY8" fmla="*/ 619190 h 619190"/>
              <a:gd name="connsiteX9" fmla="*/ 0 w 1992312"/>
              <a:gd name="connsiteY9" fmla="*/ 619190 h 619190"/>
              <a:gd name="connsiteX10" fmla="*/ 257073 w 1992312"/>
              <a:gd name="connsiteY10" fmla="*/ 556105 h 619190"/>
              <a:gd name="connsiteX11" fmla="*/ 648524 w 1992312"/>
              <a:gd name="connsiteY11" fmla="*/ 155207 h 619190"/>
              <a:gd name="connsiteX12" fmla="*/ 962561 w 1992312"/>
              <a:gd name="connsiteY12" fmla="*/ 37 h 619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992312" h="619190">
                <a:moveTo>
                  <a:pt x="967581" y="161990"/>
                </a:moveTo>
                <a:cubicBezTo>
                  <a:pt x="883413" y="161990"/>
                  <a:pt x="815181" y="230222"/>
                  <a:pt x="815181" y="314390"/>
                </a:cubicBezTo>
                <a:cubicBezTo>
                  <a:pt x="815181" y="398558"/>
                  <a:pt x="883413" y="466790"/>
                  <a:pt x="967581" y="466790"/>
                </a:cubicBezTo>
                <a:cubicBezTo>
                  <a:pt x="1051749" y="466790"/>
                  <a:pt x="1119981" y="398558"/>
                  <a:pt x="1119981" y="314390"/>
                </a:cubicBezTo>
                <a:cubicBezTo>
                  <a:pt x="1119981" y="230222"/>
                  <a:pt x="1051749" y="161990"/>
                  <a:pt x="967581" y="161990"/>
                </a:cubicBezTo>
                <a:close/>
                <a:moveTo>
                  <a:pt x="962561" y="37"/>
                </a:moveTo>
                <a:cubicBezTo>
                  <a:pt x="1069188" y="1563"/>
                  <a:pt x="1174354" y="50404"/>
                  <a:pt x="1267835" y="128752"/>
                </a:cubicBezTo>
                <a:cubicBezTo>
                  <a:pt x="1437269" y="269168"/>
                  <a:pt x="1548278" y="411619"/>
                  <a:pt x="1717712" y="545930"/>
                </a:cubicBezTo>
                <a:cubicBezTo>
                  <a:pt x="1793665" y="600875"/>
                  <a:pt x="1892989" y="617155"/>
                  <a:pt x="1992312" y="619190"/>
                </a:cubicBezTo>
                <a:lnTo>
                  <a:pt x="0" y="619190"/>
                </a:lnTo>
                <a:cubicBezTo>
                  <a:pt x="58426" y="619190"/>
                  <a:pt x="175277" y="602910"/>
                  <a:pt x="257073" y="556105"/>
                </a:cubicBezTo>
                <a:cubicBezTo>
                  <a:pt x="414822" y="466564"/>
                  <a:pt x="555043" y="254922"/>
                  <a:pt x="648524" y="155207"/>
                </a:cubicBezTo>
                <a:cubicBezTo>
                  <a:pt x="747848" y="44298"/>
                  <a:pt x="855935" y="-1489"/>
                  <a:pt x="962561" y="3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wrap="square">
            <a:noAutofit/>
          </a:bodyPr>
          <a:lstStyle/>
          <a:p>
            <a:endParaRPr lang="zh-CN" altLang="en-US">
              <a:latin typeface="Georgia" panose="02040502050405020303" charset="0"/>
              <a:ea typeface="Arial" panose="020B0604020202020204" pitchFamily="34" charset="0"/>
              <a:cs typeface="Georgia" panose="02040502050405020303" charset="0"/>
            </a:endParaRPr>
          </a:p>
        </p:txBody>
      </p:sp>
      <p:sp>
        <p:nvSpPr>
          <p:cNvPr id="12" name="Freeform 15" descr="#clear#"/>
          <p:cNvSpPr/>
          <p:nvPr/>
        </p:nvSpPr>
        <p:spPr bwMode="auto">
          <a:xfrm>
            <a:off x="6390640" y="2416810"/>
            <a:ext cx="2211705" cy="1290320"/>
          </a:xfrm>
          <a:prstGeom prst="rect">
            <a:avLst/>
          </a:prstGeom>
          <a:solidFill>
            <a:schemeClr val="accent1"/>
          </a:solidFill>
          <a:ln w="9525">
            <a:noFill/>
            <a:round/>
          </a:ln>
        </p:spPr>
        <p:txBody>
          <a:bodyPr vert="horz" wrap="square" lIns="121920" tIns="60960" rIns="121920" bIns="60960" numCol="1" anchor="ctr" anchorCtr="0" compatLnSpc="1"/>
          <a:lstStyle/>
          <a:p>
            <a:pPr algn="ctr"/>
            <a:r>
              <a:rPr lang="en-US" altLang="en-US" sz="2000">
                <a:solidFill>
                  <a:srgbClr val="FFFFFF"/>
                </a:solidFill>
                <a:latin typeface="Georgia" panose="02040502050405020303" charset="0"/>
                <a:ea typeface="Arial" panose="020B0604020202020204" pitchFamily="34" charset="0"/>
                <a:cs typeface="Georgia" panose="02040502050405020303" charset="0"/>
              </a:rPr>
              <a:t>Role-based Access</a:t>
            </a:r>
            <a:endParaRPr lang="en-US" altLang="en-US" sz="2000">
              <a:solidFill>
                <a:srgbClr val="FFFFFF"/>
              </a:solidFill>
              <a:latin typeface="Georgia" panose="02040502050405020303" charset="0"/>
              <a:ea typeface="Arial" panose="020B0604020202020204" pitchFamily="34" charset="0"/>
              <a:cs typeface="Georgia" panose="02040502050405020303" charset="0"/>
            </a:endParaRPr>
          </a:p>
        </p:txBody>
      </p:sp>
      <p:sp>
        <p:nvSpPr>
          <p:cNvPr id="13" name="任意多边形 31"/>
          <p:cNvSpPr/>
          <p:nvPr>
            <p:custDataLst>
              <p:tags r:id="rId2"/>
            </p:custDataLst>
          </p:nvPr>
        </p:nvSpPr>
        <p:spPr bwMode="auto">
          <a:xfrm>
            <a:off x="9100148" y="1795484"/>
            <a:ext cx="1992312" cy="619190"/>
          </a:xfrm>
          <a:custGeom>
            <a:avLst/>
            <a:gdLst>
              <a:gd name="connsiteX0" fmla="*/ 967581 w 1992312"/>
              <a:gd name="connsiteY0" fmla="*/ 161990 h 619190"/>
              <a:gd name="connsiteX1" fmla="*/ 815181 w 1992312"/>
              <a:gd name="connsiteY1" fmla="*/ 314390 h 619190"/>
              <a:gd name="connsiteX2" fmla="*/ 967581 w 1992312"/>
              <a:gd name="connsiteY2" fmla="*/ 466790 h 619190"/>
              <a:gd name="connsiteX3" fmla="*/ 1119981 w 1992312"/>
              <a:gd name="connsiteY3" fmla="*/ 314390 h 619190"/>
              <a:gd name="connsiteX4" fmla="*/ 967581 w 1992312"/>
              <a:gd name="connsiteY4" fmla="*/ 161990 h 619190"/>
              <a:gd name="connsiteX5" fmla="*/ 962561 w 1992312"/>
              <a:gd name="connsiteY5" fmla="*/ 37 h 619190"/>
              <a:gd name="connsiteX6" fmla="*/ 1267835 w 1992312"/>
              <a:gd name="connsiteY6" fmla="*/ 128752 h 619190"/>
              <a:gd name="connsiteX7" fmla="*/ 1717712 w 1992312"/>
              <a:gd name="connsiteY7" fmla="*/ 545930 h 619190"/>
              <a:gd name="connsiteX8" fmla="*/ 1992312 w 1992312"/>
              <a:gd name="connsiteY8" fmla="*/ 619190 h 619190"/>
              <a:gd name="connsiteX9" fmla="*/ 0 w 1992312"/>
              <a:gd name="connsiteY9" fmla="*/ 619190 h 619190"/>
              <a:gd name="connsiteX10" fmla="*/ 257073 w 1992312"/>
              <a:gd name="connsiteY10" fmla="*/ 556105 h 619190"/>
              <a:gd name="connsiteX11" fmla="*/ 648524 w 1992312"/>
              <a:gd name="connsiteY11" fmla="*/ 155207 h 619190"/>
              <a:gd name="connsiteX12" fmla="*/ 962561 w 1992312"/>
              <a:gd name="connsiteY12" fmla="*/ 37 h 619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992312" h="619190">
                <a:moveTo>
                  <a:pt x="967581" y="161990"/>
                </a:moveTo>
                <a:cubicBezTo>
                  <a:pt x="883413" y="161990"/>
                  <a:pt x="815181" y="230222"/>
                  <a:pt x="815181" y="314390"/>
                </a:cubicBezTo>
                <a:cubicBezTo>
                  <a:pt x="815181" y="398558"/>
                  <a:pt x="883413" y="466790"/>
                  <a:pt x="967581" y="466790"/>
                </a:cubicBezTo>
                <a:cubicBezTo>
                  <a:pt x="1051749" y="466790"/>
                  <a:pt x="1119981" y="398558"/>
                  <a:pt x="1119981" y="314390"/>
                </a:cubicBezTo>
                <a:cubicBezTo>
                  <a:pt x="1119981" y="230222"/>
                  <a:pt x="1051749" y="161990"/>
                  <a:pt x="967581" y="161990"/>
                </a:cubicBezTo>
                <a:close/>
                <a:moveTo>
                  <a:pt x="962561" y="37"/>
                </a:moveTo>
                <a:cubicBezTo>
                  <a:pt x="1069188" y="1563"/>
                  <a:pt x="1174354" y="50404"/>
                  <a:pt x="1267835" y="128752"/>
                </a:cubicBezTo>
                <a:cubicBezTo>
                  <a:pt x="1437269" y="269168"/>
                  <a:pt x="1548278" y="411619"/>
                  <a:pt x="1717712" y="545930"/>
                </a:cubicBezTo>
                <a:cubicBezTo>
                  <a:pt x="1793665" y="600875"/>
                  <a:pt x="1892989" y="617155"/>
                  <a:pt x="1992312" y="619190"/>
                </a:cubicBezTo>
                <a:lnTo>
                  <a:pt x="0" y="619190"/>
                </a:lnTo>
                <a:cubicBezTo>
                  <a:pt x="58426" y="619190"/>
                  <a:pt x="175277" y="602910"/>
                  <a:pt x="257073" y="556105"/>
                </a:cubicBezTo>
                <a:cubicBezTo>
                  <a:pt x="414822" y="466564"/>
                  <a:pt x="555043" y="254922"/>
                  <a:pt x="648524" y="155207"/>
                </a:cubicBezTo>
                <a:cubicBezTo>
                  <a:pt x="747848" y="44298"/>
                  <a:pt x="855935" y="-1489"/>
                  <a:pt x="962561" y="3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wrap="square">
            <a:noAutofit/>
          </a:bodyPr>
          <a:lstStyle/>
          <a:p>
            <a:endParaRPr lang="zh-CN" altLang="en-US">
              <a:latin typeface="Georgia" panose="02040502050405020303" charset="0"/>
              <a:ea typeface="Arial" panose="020B0604020202020204" pitchFamily="34" charset="0"/>
              <a:cs typeface="Georgia" panose="02040502050405020303" charset="0"/>
            </a:endParaRPr>
          </a:p>
        </p:txBody>
      </p:sp>
      <p:sp>
        <p:nvSpPr>
          <p:cNvPr id="14" name="Freeform 15" descr="#clear#"/>
          <p:cNvSpPr/>
          <p:nvPr/>
        </p:nvSpPr>
        <p:spPr bwMode="auto">
          <a:xfrm>
            <a:off x="8984615" y="2404110"/>
            <a:ext cx="2211705" cy="1282065"/>
          </a:xfrm>
          <a:prstGeom prst="rect">
            <a:avLst/>
          </a:prstGeom>
          <a:solidFill>
            <a:schemeClr val="accent1"/>
          </a:solidFill>
          <a:ln w="9525">
            <a:noFill/>
            <a:round/>
          </a:ln>
        </p:spPr>
        <p:txBody>
          <a:bodyPr vert="horz" wrap="square" lIns="121920" tIns="60960" rIns="121920" bIns="60960" numCol="1" anchor="ctr" anchorCtr="0" compatLnSpc="1"/>
          <a:lstStyle/>
          <a:p>
            <a:pPr algn="ctr"/>
            <a:r>
              <a:rPr lang="en-US" altLang="en-US" sz="2000">
                <a:solidFill>
                  <a:srgbClr val="FFFFFF"/>
                </a:solidFill>
                <a:latin typeface="Georgia" panose="02040502050405020303" charset="0"/>
                <a:ea typeface="Arial" panose="020B0604020202020204" pitchFamily="34" charset="0"/>
                <a:cs typeface="Georgia" panose="02040502050405020303" charset="0"/>
              </a:rPr>
              <a:t>Security</a:t>
            </a:r>
            <a:endParaRPr lang="en-US" altLang="en-US" sz="2000">
              <a:solidFill>
                <a:srgbClr val="FFFFFF"/>
              </a:solidFill>
              <a:latin typeface="Georgia" panose="02040502050405020303" charset="0"/>
              <a:ea typeface="Arial" panose="020B0604020202020204" pitchFamily="34" charset="0"/>
              <a:cs typeface="Georgia" panose="02040502050405020303" charset="0"/>
            </a:endParaRPr>
          </a:p>
        </p:txBody>
      </p:sp>
      <p:sp>
        <p:nvSpPr>
          <p:cNvPr id="15" name="Oval 23"/>
          <p:cNvSpPr>
            <a:spLocks noChangeArrowheads="1"/>
          </p:cNvSpPr>
          <p:nvPr/>
        </p:nvSpPr>
        <p:spPr bwMode="auto">
          <a:xfrm>
            <a:off x="8512629" y="1090023"/>
            <a:ext cx="587350" cy="593303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accent1">
                <a:lumMod val="20000"/>
                <a:lumOff val="80000"/>
              </a:schemeClr>
            </a:solidFill>
            <a:round/>
          </a:ln>
        </p:spPr>
        <p:txBody>
          <a:bodyPr/>
          <a:lstStyle/>
          <a:p>
            <a:endParaRPr lang="zh-CN" altLang="en-US">
              <a:latin typeface="Georgia" panose="02040502050405020303" charset="0"/>
              <a:ea typeface="Arial" panose="020B0604020202020204" pitchFamily="34" charset="0"/>
              <a:cs typeface="Georgia" panose="02040502050405020303" charset="0"/>
            </a:endParaRPr>
          </a:p>
        </p:txBody>
      </p:sp>
      <p:sp>
        <p:nvSpPr>
          <p:cNvPr id="17" name="KSO_Shape"/>
          <p:cNvSpPr/>
          <p:nvPr/>
        </p:nvSpPr>
        <p:spPr bwMode="auto">
          <a:xfrm rot="5400000" flipH="1">
            <a:off x="8656683" y="1444165"/>
            <a:ext cx="301458" cy="1007889"/>
          </a:xfrm>
          <a:custGeom>
            <a:avLst/>
            <a:gdLst>
              <a:gd name="T0" fmla="*/ 2147483646 w 41"/>
              <a:gd name="T1" fmla="*/ 2147483646 h 281"/>
              <a:gd name="T2" fmla="*/ 2147483646 w 41"/>
              <a:gd name="T3" fmla="*/ 2147483646 h 281"/>
              <a:gd name="T4" fmla="*/ 0 w 41"/>
              <a:gd name="T5" fmla="*/ 0 h 281"/>
              <a:gd name="T6" fmla="*/ 2147483646 w 41"/>
              <a:gd name="T7" fmla="*/ 2147483646 h 281"/>
              <a:gd name="T8" fmla="*/ 2147483646 w 41"/>
              <a:gd name="T9" fmla="*/ 2147483646 h 281"/>
              <a:gd name="T10" fmla="*/ 2147483646 w 41"/>
              <a:gd name="T11" fmla="*/ 2147483646 h 281"/>
              <a:gd name="T12" fmla="*/ 2147483646 w 41"/>
              <a:gd name="T13" fmla="*/ 2147483646 h 281"/>
              <a:gd name="T14" fmla="*/ 2147483646 w 41"/>
              <a:gd name="T15" fmla="*/ 2147483646 h 281"/>
              <a:gd name="T16" fmla="*/ 2147483646 w 41"/>
              <a:gd name="T17" fmla="*/ 2147483646 h 281"/>
              <a:gd name="T18" fmla="*/ 2147483646 w 41"/>
              <a:gd name="T19" fmla="*/ 2147483646 h 281"/>
              <a:gd name="T20" fmla="*/ 2147483646 w 41"/>
              <a:gd name="T21" fmla="*/ 2147483646 h 281"/>
              <a:gd name="T22" fmla="*/ 2147483646 w 41"/>
              <a:gd name="T23" fmla="*/ 2147483646 h 281"/>
              <a:gd name="T24" fmla="*/ 2147483646 w 41"/>
              <a:gd name="T25" fmla="*/ 2147483646 h 281"/>
              <a:gd name="T26" fmla="*/ 0 w 41"/>
              <a:gd name="T27" fmla="*/ 2147483646 h 281"/>
              <a:gd name="T28" fmla="*/ 2147483646 w 41"/>
              <a:gd name="T29" fmla="*/ 2147483646 h 281"/>
              <a:gd name="T30" fmla="*/ 2147483646 w 41"/>
              <a:gd name="T31" fmla="*/ 2147483646 h 281"/>
              <a:gd name="T32" fmla="*/ 2147483646 w 41"/>
              <a:gd name="T33" fmla="*/ 2147483646 h 281"/>
              <a:gd name="T34" fmla="*/ 2147483646 w 41"/>
              <a:gd name="T35" fmla="*/ 2147483646 h 281"/>
              <a:gd name="T36" fmla="*/ 2147483646 w 41"/>
              <a:gd name="T37" fmla="*/ 2147483646 h 281"/>
              <a:gd name="T38" fmla="*/ 2147483646 w 41"/>
              <a:gd name="T39" fmla="*/ 2147483646 h 281"/>
              <a:gd name="T40" fmla="*/ 2147483646 w 41"/>
              <a:gd name="T41" fmla="*/ 2147483646 h 281"/>
              <a:gd name="T42" fmla="*/ 2147483646 w 41"/>
              <a:gd name="T43" fmla="*/ 2147483646 h 281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</a:gdLst>
            <a:ahLst/>
            <a:cxnLst>
              <a:cxn ang="T44">
                <a:pos x="T0" y="T1"/>
              </a:cxn>
              <a:cxn ang="T45">
                <a:pos x="T2" y="T3"/>
              </a:cxn>
              <a:cxn ang="T46">
                <a:pos x="T4" y="T5"/>
              </a:cxn>
              <a:cxn ang="T47">
                <a:pos x="T6" y="T7"/>
              </a:cxn>
              <a:cxn ang="T48">
                <a:pos x="T8" y="T9"/>
              </a:cxn>
              <a:cxn ang="T49">
                <a:pos x="T10" y="T11"/>
              </a:cxn>
              <a:cxn ang="T50">
                <a:pos x="T12" y="T13"/>
              </a:cxn>
              <a:cxn ang="T51">
                <a:pos x="T14" y="T15"/>
              </a:cxn>
              <a:cxn ang="T52">
                <a:pos x="T16" y="T17"/>
              </a:cxn>
              <a:cxn ang="T53">
                <a:pos x="T18" y="T19"/>
              </a:cxn>
              <a:cxn ang="T54">
                <a:pos x="T20" y="T21"/>
              </a:cxn>
              <a:cxn ang="T55">
                <a:pos x="T22" y="T23"/>
              </a:cxn>
              <a:cxn ang="T56">
                <a:pos x="T24" y="T25"/>
              </a:cxn>
              <a:cxn ang="T57">
                <a:pos x="T26" y="T27"/>
              </a:cxn>
              <a:cxn ang="T58">
                <a:pos x="T28" y="T29"/>
              </a:cxn>
              <a:cxn ang="T59">
                <a:pos x="T30" y="T31"/>
              </a:cxn>
              <a:cxn ang="T60">
                <a:pos x="T32" y="T33"/>
              </a:cxn>
              <a:cxn ang="T61">
                <a:pos x="T34" y="T35"/>
              </a:cxn>
              <a:cxn ang="T62">
                <a:pos x="T36" y="T37"/>
              </a:cxn>
              <a:cxn ang="T63">
                <a:pos x="T38" y="T39"/>
              </a:cxn>
              <a:cxn ang="T64">
                <a:pos x="T40" y="T41"/>
              </a:cxn>
              <a:cxn ang="T65">
                <a:pos x="T42" y="T43"/>
              </a:cxn>
            </a:cxnLst>
            <a:rect l="0" t="0" r="r" b="b"/>
            <a:pathLst>
              <a:path w="41" h="281">
                <a:moveTo>
                  <a:pt x="15" y="41"/>
                </a:moveTo>
                <a:cubicBezTo>
                  <a:pt x="15" y="29"/>
                  <a:pt x="13" y="19"/>
                  <a:pt x="11" y="13"/>
                </a:cubicBezTo>
                <a:cubicBezTo>
                  <a:pt x="9" y="7"/>
                  <a:pt x="5" y="2"/>
                  <a:pt x="0" y="0"/>
                </a:cubicBezTo>
                <a:cubicBezTo>
                  <a:pt x="10" y="0"/>
                  <a:pt x="17" y="3"/>
                  <a:pt x="21" y="9"/>
                </a:cubicBezTo>
                <a:cubicBezTo>
                  <a:pt x="25" y="14"/>
                  <a:pt x="27" y="27"/>
                  <a:pt x="27" y="45"/>
                </a:cubicBezTo>
                <a:cubicBezTo>
                  <a:pt x="27" y="103"/>
                  <a:pt x="27" y="103"/>
                  <a:pt x="27" y="103"/>
                </a:cubicBezTo>
                <a:cubicBezTo>
                  <a:pt x="27" y="114"/>
                  <a:pt x="28" y="122"/>
                  <a:pt x="30" y="128"/>
                </a:cubicBezTo>
                <a:cubicBezTo>
                  <a:pt x="32" y="134"/>
                  <a:pt x="35" y="138"/>
                  <a:pt x="41" y="141"/>
                </a:cubicBezTo>
                <a:cubicBezTo>
                  <a:pt x="35" y="143"/>
                  <a:pt x="31" y="147"/>
                  <a:pt x="30" y="153"/>
                </a:cubicBezTo>
                <a:cubicBezTo>
                  <a:pt x="28" y="158"/>
                  <a:pt x="27" y="167"/>
                  <a:pt x="27" y="179"/>
                </a:cubicBezTo>
                <a:cubicBezTo>
                  <a:pt x="27" y="232"/>
                  <a:pt x="27" y="232"/>
                  <a:pt x="27" y="232"/>
                </a:cubicBezTo>
                <a:cubicBezTo>
                  <a:pt x="27" y="245"/>
                  <a:pt x="26" y="255"/>
                  <a:pt x="25" y="262"/>
                </a:cubicBezTo>
                <a:cubicBezTo>
                  <a:pt x="23" y="269"/>
                  <a:pt x="20" y="274"/>
                  <a:pt x="16" y="277"/>
                </a:cubicBezTo>
                <a:cubicBezTo>
                  <a:pt x="12" y="279"/>
                  <a:pt x="7" y="281"/>
                  <a:pt x="0" y="281"/>
                </a:cubicBezTo>
                <a:cubicBezTo>
                  <a:pt x="5" y="279"/>
                  <a:pt x="9" y="274"/>
                  <a:pt x="11" y="268"/>
                </a:cubicBezTo>
                <a:cubicBezTo>
                  <a:pt x="13" y="261"/>
                  <a:pt x="15" y="252"/>
                  <a:pt x="15" y="240"/>
                </a:cubicBezTo>
                <a:cubicBezTo>
                  <a:pt x="15" y="186"/>
                  <a:pt x="15" y="186"/>
                  <a:pt x="15" y="186"/>
                </a:cubicBezTo>
                <a:cubicBezTo>
                  <a:pt x="15" y="172"/>
                  <a:pt x="15" y="162"/>
                  <a:pt x="17" y="155"/>
                </a:cubicBezTo>
                <a:cubicBezTo>
                  <a:pt x="19" y="148"/>
                  <a:pt x="23" y="144"/>
                  <a:pt x="29" y="141"/>
                </a:cubicBezTo>
                <a:cubicBezTo>
                  <a:pt x="23" y="138"/>
                  <a:pt x="19" y="133"/>
                  <a:pt x="17" y="127"/>
                </a:cubicBezTo>
                <a:cubicBezTo>
                  <a:pt x="15" y="121"/>
                  <a:pt x="15" y="111"/>
                  <a:pt x="15" y="98"/>
                </a:cubicBezTo>
                <a:lnTo>
                  <a:pt x="15" y="41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  <a:cs typeface="+mn-cs"/>
              </a:defRPr>
            </a:lvl9pPr>
          </a:lstStyle>
          <a:p>
            <a:endParaRPr lang="zh-CN" altLang="en-US">
              <a:latin typeface="Georgia" panose="02040502050405020303" charset="0"/>
              <a:cs typeface="Georgia" panose="02040502050405020303" charset="0"/>
            </a:endParaRPr>
          </a:p>
        </p:txBody>
      </p:sp>
      <p:sp>
        <p:nvSpPr>
          <p:cNvPr id="21" name="Oval 15"/>
          <p:cNvSpPr>
            <a:spLocks noChangeArrowheads="1"/>
          </p:cNvSpPr>
          <p:nvPr/>
        </p:nvSpPr>
        <p:spPr bwMode="auto">
          <a:xfrm>
            <a:off x="2711269" y="1090128"/>
            <a:ext cx="583381" cy="593303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accent1">
                <a:lumMod val="20000"/>
                <a:lumOff val="80000"/>
              </a:schemeClr>
            </a:solidFill>
            <a:round/>
          </a:ln>
        </p:spPr>
        <p:txBody>
          <a:bodyPr/>
          <a:lstStyle/>
          <a:p>
            <a:endParaRPr lang="zh-CN" altLang="en-US">
              <a:latin typeface="Georgia" panose="02040502050405020303" charset="0"/>
              <a:ea typeface="Arial" panose="020B0604020202020204" pitchFamily="34" charset="0"/>
              <a:cs typeface="Georgia" panose="02040502050405020303" charset="0"/>
            </a:endParaRPr>
          </a:p>
        </p:txBody>
      </p:sp>
      <p:sp>
        <p:nvSpPr>
          <p:cNvPr id="22" name="KSO_Shape"/>
          <p:cNvSpPr/>
          <p:nvPr/>
        </p:nvSpPr>
        <p:spPr bwMode="auto">
          <a:xfrm>
            <a:off x="2897793" y="1313088"/>
            <a:ext cx="210335" cy="179135"/>
          </a:xfrm>
          <a:custGeom>
            <a:avLst/>
            <a:gdLst/>
            <a:ahLst/>
            <a:cxnLst/>
            <a:rect l="0" t="0" r="r" b="b"/>
            <a:pathLst>
              <a:path w="4999037" h="4260141">
                <a:moveTo>
                  <a:pt x="1900345" y="3557911"/>
                </a:moveTo>
                <a:lnTo>
                  <a:pt x="3097730" y="3557911"/>
                </a:lnTo>
                <a:lnTo>
                  <a:pt x="3102535" y="3590573"/>
                </a:lnTo>
                <a:lnTo>
                  <a:pt x="3107340" y="3623235"/>
                </a:lnTo>
                <a:lnTo>
                  <a:pt x="3113106" y="3656858"/>
                </a:lnTo>
                <a:lnTo>
                  <a:pt x="3119833" y="3691441"/>
                </a:lnTo>
                <a:lnTo>
                  <a:pt x="3126560" y="3717378"/>
                </a:lnTo>
                <a:lnTo>
                  <a:pt x="3134248" y="3744276"/>
                </a:lnTo>
                <a:lnTo>
                  <a:pt x="3140975" y="3769253"/>
                </a:lnTo>
                <a:lnTo>
                  <a:pt x="3148663" y="3795190"/>
                </a:lnTo>
                <a:lnTo>
                  <a:pt x="3158272" y="3821127"/>
                </a:lnTo>
                <a:lnTo>
                  <a:pt x="3166921" y="3846104"/>
                </a:lnTo>
                <a:lnTo>
                  <a:pt x="3177492" y="3871081"/>
                </a:lnTo>
                <a:lnTo>
                  <a:pt x="3189024" y="3895097"/>
                </a:lnTo>
                <a:lnTo>
                  <a:pt x="3200556" y="3919113"/>
                </a:lnTo>
                <a:lnTo>
                  <a:pt x="3213048" y="3941208"/>
                </a:lnTo>
                <a:lnTo>
                  <a:pt x="3226502" y="3964263"/>
                </a:lnTo>
                <a:lnTo>
                  <a:pt x="3240917" y="3984437"/>
                </a:lnTo>
                <a:lnTo>
                  <a:pt x="3256293" y="4004610"/>
                </a:lnTo>
                <a:lnTo>
                  <a:pt x="3271668" y="4024784"/>
                </a:lnTo>
                <a:lnTo>
                  <a:pt x="3288966" y="4042075"/>
                </a:lnTo>
                <a:lnTo>
                  <a:pt x="3306264" y="4058406"/>
                </a:lnTo>
                <a:lnTo>
                  <a:pt x="3318757" y="4069934"/>
                </a:lnTo>
                <a:lnTo>
                  <a:pt x="3331249" y="4079540"/>
                </a:lnTo>
                <a:lnTo>
                  <a:pt x="3344703" y="4089147"/>
                </a:lnTo>
                <a:lnTo>
                  <a:pt x="3358157" y="4097793"/>
                </a:lnTo>
                <a:lnTo>
                  <a:pt x="3372572" y="4106438"/>
                </a:lnTo>
                <a:lnTo>
                  <a:pt x="3386026" y="4114123"/>
                </a:lnTo>
                <a:lnTo>
                  <a:pt x="3402362" y="4121809"/>
                </a:lnTo>
                <a:lnTo>
                  <a:pt x="3417738" y="4127573"/>
                </a:lnTo>
                <a:lnTo>
                  <a:pt x="3433114" y="4133336"/>
                </a:lnTo>
                <a:lnTo>
                  <a:pt x="3450411" y="4138140"/>
                </a:lnTo>
                <a:lnTo>
                  <a:pt x="3467709" y="4142943"/>
                </a:lnTo>
                <a:lnTo>
                  <a:pt x="3485007" y="4145825"/>
                </a:lnTo>
                <a:lnTo>
                  <a:pt x="3504227" y="4148707"/>
                </a:lnTo>
                <a:lnTo>
                  <a:pt x="3523446" y="4151589"/>
                </a:lnTo>
                <a:lnTo>
                  <a:pt x="3543627" y="4152549"/>
                </a:lnTo>
                <a:lnTo>
                  <a:pt x="3564769" y="4152549"/>
                </a:lnTo>
                <a:lnTo>
                  <a:pt x="3564769" y="4260141"/>
                </a:lnTo>
                <a:lnTo>
                  <a:pt x="1434268" y="4260141"/>
                </a:lnTo>
                <a:lnTo>
                  <a:pt x="1434268" y="4152549"/>
                </a:lnTo>
                <a:lnTo>
                  <a:pt x="1455409" y="4152549"/>
                </a:lnTo>
                <a:lnTo>
                  <a:pt x="1474629" y="4151589"/>
                </a:lnTo>
                <a:lnTo>
                  <a:pt x="1493849" y="4148707"/>
                </a:lnTo>
                <a:lnTo>
                  <a:pt x="1513068" y="4145825"/>
                </a:lnTo>
                <a:lnTo>
                  <a:pt x="1530366" y="4142943"/>
                </a:lnTo>
                <a:lnTo>
                  <a:pt x="1547664" y="4138140"/>
                </a:lnTo>
                <a:lnTo>
                  <a:pt x="1564962" y="4133336"/>
                </a:lnTo>
                <a:lnTo>
                  <a:pt x="1581298" y="4127573"/>
                </a:lnTo>
                <a:lnTo>
                  <a:pt x="1596674" y="4121809"/>
                </a:lnTo>
                <a:lnTo>
                  <a:pt x="1612050" y="4114123"/>
                </a:lnTo>
                <a:lnTo>
                  <a:pt x="1626465" y="4106438"/>
                </a:lnTo>
                <a:lnTo>
                  <a:pt x="1639918" y="4097793"/>
                </a:lnTo>
                <a:lnTo>
                  <a:pt x="1653372" y="4089147"/>
                </a:lnTo>
                <a:lnTo>
                  <a:pt x="1666826" y="4079540"/>
                </a:lnTo>
                <a:lnTo>
                  <a:pt x="1679319" y="4069934"/>
                </a:lnTo>
                <a:lnTo>
                  <a:pt x="1691811" y="4058406"/>
                </a:lnTo>
                <a:lnTo>
                  <a:pt x="1703343" y="4047839"/>
                </a:lnTo>
                <a:lnTo>
                  <a:pt x="1715836" y="4036311"/>
                </a:lnTo>
                <a:lnTo>
                  <a:pt x="1726407" y="4024784"/>
                </a:lnTo>
                <a:lnTo>
                  <a:pt x="1736978" y="4012295"/>
                </a:lnTo>
                <a:lnTo>
                  <a:pt x="1757158" y="3985397"/>
                </a:lnTo>
                <a:lnTo>
                  <a:pt x="1776378" y="3956578"/>
                </a:lnTo>
                <a:lnTo>
                  <a:pt x="1793676" y="3926798"/>
                </a:lnTo>
                <a:lnTo>
                  <a:pt x="1809052" y="3895097"/>
                </a:lnTo>
                <a:lnTo>
                  <a:pt x="1824427" y="3863396"/>
                </a:lnTo>
                <a:lnTo>
                  <a:pt x="1837881" y="3829773"/>
                </a:lnTo>
                <a:lnTo>
                  <a:pt x="1849413" y="3795190"/>
                </a:lnTo>
                <a:lnTo>
                  <a:pt x="1859984" y="3761568"/>
                </a:lnTo>
                <a:lnTo>
                  <a:pt x="1868632" y="3726984"/>
                </a:lnTo>
                <a:lnTo>
                  <a:pt x="1878242" y="3692401"/>
                </a:lnTo>
                <a:lnTo>
                  <a:pt x="1884969" y="3657818"/>
                </a:lnTo>
                <a:lnTo>
                  <a:pt x="1890735" y="3623235"/>
                </a:lnTo>
                <a:lnTo>
                  <a:pt x="1896501" y="3590573"/>
                </a:lnTo>
                <a:lnTo>
                  <a:pt x="1900345" y="3557911"/>
                </a:lnTo>
                <a:close/>
                <a:moveTo>
                  <a:pt x="344993" y="345832"/>
                </a:moveTo>
                <a:lnTo>
                  <a:pt x="344993" y="3036592"/>
                </a:lnTo>
                <a:lnTo>
                  <a:pt x="4655005" y="3036592"/>
                </a:lnTo>
                <a:lnTo>
                  <a:pt x="4655005" y="345832"/>
                </a:lnTo>
                <a:lnTo>
                  <a:pt x="344993" y="345832"/>
                </a:lnTo>
                <a:close/>
                <a:moveTo>
                  <a:pt x="142226" y="0"/>
                </a:moveTo>
                <a:lnTo>
                  <a:pt x="4857773" y="0"/>
                </a:lnTo>
                <a:lnTo>
                  <a:pt x="4872187" y="961"/>
                </a:lnTo>
                <a:lnTo>
                  <a:pt x="4885641" y="2882"/>
                </a:lnTo>
                <a:lnTo>
                  <a:pt x="4899095" y="6725"/>
                </a:lnTo>
                <a:lnTo>
                  <a:pt x="4913510" y="10567"/>
                </a:lnTo>
                <a:lnTo>
                  <a:pt x="4925042" y="17292"/>
                </a:lnTo>
                <a:lnTo>
                  <a:pt x="4936573" y="24016"/>
                </a:lnTo>
                <a:lnTo>
                  <a:pt x="4947144" y="32662"/>
                </a:lnTo>
                <a:lnTo>
                  <a:pt x="4957715" y="42268"/>
                </a:lnTo>
                <a:lnTo>
                  <a:pt x="4967325" y="51875"/>
                </a:lnTo>
                <a:lnTo>
                  <a:pt x="4975974" y="62442"/>
                </a:lnTo>
                <a:lnTo>
                  <a:pt x="4982701" y="73970"/>
                </a:lnTo>
                <a:lnTo>
                  <a:pt x="4988466" y="87419"/>
                </a:lnTo>
                <a:lnTo>
                  <a:pt x="4993271" y="99907"/>
                </a:lnTo>
                <a:lnTo>
                  <a:pt x="4996154" y="113356"/>
                </a:lnTo>
                <a:lnTo>
                  <a:pt x="4999037" y="127766"/>
                </a:lnTo>
                <a:lnTo>
                  <a:pt x="4999037" y="142175"/>
                </a:lnTo>
                <a:lnTo>
                  <a:pt x="4999037" y="3238327"/>
                </a:lnTo>
                <a:lnTo>
                  <a:pt x="4999037" y="3253697"/>
                </a:lnTo>
                <a:lnTo>
                  <a:pt x="4996154" y="3268106"/>
                </a:lnTo>
                <a:lnTo>
                  <a:pt x="4993271" y="3281555"/>
                </a:lnTo>
                <a:lnTo>
                  <a:pt x="4988466" y="3295004"/>
                </a:lnTo>
                <a:lnTo>
                  <a:pt x="4982701" y="3307493"/>
                </a:lnTo>
                <a:lnTo>
                  <a:pt x="4975974" y="3319021"/>
                </a:lnTo>
                <a:lnTo>
                  <a:pt x="4967325" y="3329588"/>
                </a:lnTo>
                <a:lnTo>
                  <a:pt x="4957715" y="3339194"/>
                </a:lnTo>
                <a:lnTo>
                  <a:pt x="4947144" y="3349761"/>
                </a:lnTo>
                <a:lnTo>
                  <a:pt x="4936573" y="3357446"/>
                </a:lnTo>
                <a:lnTo>
                  <a:pt x="4925042" y="3364171"/>
                </a:lnTo>
                <a:lnTo>
                  <a:pt x="4913510" y="3369935"/>
                </a:lnTo>
                <a:lnTo>
                  <a:pt x="4899095" y="3374738"/>
                </a:lnTo>
                <a:lnTo>
                  <a:pt x="4885641" y="3378580"/>
                </a:lnTo>
                <a:lnTo>
                  <a:pt x="4872187" y="3380502"/>
                </a:lnTo>
                <a:lnTo>
                  <a:pt x="4857773" y="3381462"/>
                </a:lnTo>
                <a:lnTo>
                  <a:pt x="142226" y="3381462"/>
                </a:lnTo>
                <a:lnTo>
                  <a:pt x="127811" y="3380502"/>
                </a:lnTo>
                <a:lnTo>
                  <a:pt x="113396" y="3378580"/>
                </a:lnTo>
                <a:lnTo>
                  <a:pt x="99942" y="3374738"/>
                </a:lnTo>
                <a:lnTo>
                  <a:pt x="86489" y="3369935"/>
                </a:lnTo>
                <a:lnTo>
                  <a:pt x="73996" y="3364171"/>
                </a:lnTo>
                <a:lnTo>
                  <a:pt x="62464" y="3357446"/>
                </a:lnTo>
                <a:lnTo>
                  <a:pt x="51893" y="3349761"/>
                </a:lnTo>
                <a:lnTo>
                  <a:pt x="42283" y="3339194"/>
                </a:lnTo>
                <a:lnTo>
                  <a:pt x="31713" y="3329588"/>
                </a:lnTo>
                <a:lnTo>
                  <a:pt x="24025" y="3319021"/>
                </a:lnTo>
                <a:lnTo>
                  <a:pt x="17298" y="3307493"/>
                </a:lnTo>
                <a:lnTo>
                  <a:pt x="11532" y="3295004"/>
                </a:lnTo>
                <a:lnTo>
                  <a:pt x="6727" y="3281555"/>
                </a:lnTo>
                <a:lnTo>
                  <a:pt x="2883" y="3268106"/>
                </a:lnTo>
                <a:lnTo>
                  <a:pt x="961" y="3253697"/>
                </a:lnTo>
                <a:lnTo>
                  <a:pt x="0" y="3238327"/>
                </a:lnTo>
                <a:lnTo>
                  <a:pt x="0" y="142175"/>
                </a:lnTo>
                <a:lnTo>
                  <a:pt x="961" y="127766"/>
                </a:lnTo>
                <a:lnTo>
                  <a:pt x="2883" y="113356"/>
                </a:lnTo>
                <a:lnTo>
                  <a:pt x="6727" y="99907"/>
                </a:lnTo>
                <a:lnTo>
                  <a:pt x="11532" y="87419"/>
                </a:lnTo>
                <a:lnTo>
                  <a:pt x="17298" y="73970"/>
                </a:lnTo>
                <a:lnTo>
                  <a:pt x="24025" y="62442"/>
                </a:lnTo>
                <a:lnTo>
                  <a:pt x="31713" y="51875"/>
                </a:lnTo>
                <a:lnTo>
                  <a:pt x="42283" y="42268"/>
                </a:lnTo>
                <a:lnTo>
                  <a:pt x="51893" y="32662"/>
                </a:lnTo>
                <a:lnTo>
                  <a:pt x="62464" y="24016"/>
                </a:lnTo>
                <a:lnTo>
                  <a:pt x="73996" y="17292"/>
                </a:lnTo>
                <a:lnTo>
                  <a:pt x="86489" y="10567"/>
                </a:lnTo>
                <a:lnTo>
                  <a:pt x="99942" y="6725"/>
                </a:lnTo>
                <a:lnTo>
                  <a:pt x="113396" y="2882"/>
                </a:lnTo>
                <a:lnTo>
                  <a:pt x="127811" y="961"/>
                </a:lnTo>
                <a:lnTo>
                  <a:pt x="142226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zh-CN" altLang="en-US" dirty="0">
              <a:latin typeface="Georgia" panose="02040502050405020303" charset="0"/>
              <a:ea typeface="Arial" panose="020B0604020202020204" pitchFamily="34" charset="0"/>
              <a:cs typeface="Georgia" panose="02040502050405020303" charset="0"/>
            </a:endParaRPr>
          </a:p>
        </p:txBody>
      </p:sp>
      <p:sp>
        <p:nvSpPr>
          <p:cNvPr id="31" name="KSO_Shape"/>
          <p:cNvSpPr/>
          <p:nvPr/>
        </p:nvSpPr>
        <p:spPr bwMode="auto">
          <a:xfrm rot="5400000" flipH="1">
            <a:off x="2873010" y="1444273"/>
            <a:ext cx="301458" cy="1007889"/>
          </a:xfrm>
          <a:custGeom>
            <a:avLst/>
            <a:gdLst>
              <a:gd name="T0" fmla="*/ 2147483646 w 41"/>
              <a:gd name="T1" fmla="*/ 2147483646 h 281"/>
              <a:gd name="T2" fmla="*/ 2147483646 w 41"/>
              <a:gd name="T3" fmla="*/ 2147483646 h 281"/>
              <a:gd name="T4" fmla="*/ 0 w 41"/>
              <a:gd name="T5" fmla="*/ 0 h 281"/>
              <a:gd name="T6" fmla="*/ 2147483646 w 41"/>
              <a:gd name="T7" fmla="*/ 2147483646 h 281"/>
              <a:gd name="T8" fmla="*/ 2147483646 w 41"/>
              <a:gd name="T9" fmla="*/ 2147483646 h 281"/>
              <a:gd name="T10" fmla="*/ 2147483646 w 41"/>
              <a:gd name="T11" fmla="*/ 2147483646 h 281"/>
              <a:gd name="T12" fmla="*/ 2147483646 w 41"/>
              <a:gd name="T13" fmla="*/ 2147483646 h 281"/>
              <a:gd name="T14" fmla="*/ 2147483646 w 41"/>
              <a:gd name="T15" fmla="*/ 2147483646 h 281"/>
              <a:gd name="T16" fmla="*/ 2147483646 w 41"/>
              <a:gd name="T17" fmla="*/ 2147483646 h 281"/>
              <a:gd name="T18" fmla="*/ 2147483646 w 41"/>
              <a:gd name="T19" fmla="*/ 2147483646 h 281"/>
              <a:gd name="T20" fmla="*/ 2147483646 w 41"/>
              <a:gd name="T21" fmla="*/ 2147483646 h 281"/>
              <a:gd name="T22" fmla="*/ 2147483646 w 41"/>
              <a:gd name="T23" fmla="*/ 2147483646 h 281"/>
              <a:gd name="T24" fmla="*/ 2147483646 w 41"/>
              <a:gd name="T25" fmla="*/ 2147483646 h 281"/>
              <a:gd name="T26" fmla="*/ 0 w 41"/>
              <a:gd name="T27" fmla="*/ 2147483646 h 281"/>
              <a:gd name="T28" fmla="*/ 2147483646 w 41"/>
              <a:gd name="T29" fmla="*/ 2147483646 h 281"/>
              <a:gd name="T30" fmla="*/ 2147483646 w 41"/>
              <a:gd name="T31" fmla="*/ 2147483646 h 281"/>
              <a:gd name="T32" fmla="*/ 2147483646 w 41"/>
              <a:gd name="T33" fmla="*/ 2147483646 h 281"/>
              <a:gd name="T34" fmla="*/ 2147483646 w 41"/>
              <a:gd name="T35" fmla="*/ 2147483646 h 281"/>
              <a:gd name="T36" fmla="*/ 2147483646 w 41"/>
              <a:gd name="T37" fmla="*/ 2147483646 h 281"/>
              <a:gd name="T38" fmla="*/ 2147483646 w 41"/>
              <a:gd name="T39" fmla="*/ 2147483646 h 281"/>
              <a:gd name="T40" fmla="*/ 2147483646 w 41"/>
              <a:gd name="T41" fmla="*/ 2147483646 h 281"/>
              <a:gd name="T42" fmla="*/ 2147483646 w 41"/>
              <a:gd name="T43" fmla="*/ 2147483646 h 281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</a:gdLst>
            <a:ahLst/>
            <a:cxnLst>
              <a:cxn ang="T44">
                <a:pos x="T0" y="T1"/>
              </a:cxn>
              <a:cxn ang="T45">
                <a:pos x="T2" y="T3"/>
              </a:cxn>
              <a:cxn ang="T46">
                <a:pos x="T4" y="T5"/>
              </a:cxn>
              <a:cxn ang="T47">
                <a:pos x="T6" y="T7"/>
              </a:cxn>
              <a:cxn ang="T48">
                <a:pos x="T8" y="T9"/>
              </a:cxn>
              <a:cxn ang="T49">
                <a:pos x="T10" y="T11"/>
              </a:cxn>
              <a:cxn ang="T50">
                <a:pos x="T12" y="T13"/>
              </a:cxn>
              <a:cxn ang="T51">
                <a:pos x="T14" y="T15"/>
              </a:cxn>
              <a:cxn ang="T52">
                <a:pos x="T16" y="T17"/>
              </a:cxn>
              <a:cxn ang="T53">
                <a:pos x="T18" y="T19"/>
              </a:cxn>
              <a:cxn ang="T54">
                <a:pos x="T20" y="T21"/>
              </a:cxn>
              <a:cxn ang="T55">
                <a:pos x="T22" y="T23"/>
              </a:cxn>
              <a:cxn ang="T56">
                <a:pos x="T24" y="T25"/>
              </a:cxn>
              <a:cxn ang="T57">
                <a:pos x="T26" y="T27"/>
              </a:cxn>
              <a:cxn ang="T58">
                <a:pos x="T28" y="T29"/>
              </a:cxn>
              <a:cxn ang="T59">
                <a:pos x="T30" y="T31"/>
              </a:cxn>
              <a:cxn ang="T60">
                <a:pos x="T32" y="T33"/>
              </a:cxn>
              <a:cxn ang="T61">
                <a:pos x="T34" y="T35"/>
              </a:cxn>
              <a:cxn ang="T62">
                <a:pos x="T36" y="T37"/>
              </a:cxn>
              <a:cxn ang="T63">
                <a:pos x="T38" y="T39"/>
              </a:cxn>
              <a:cxn ang="T64">
                <a:pos x="T40" y="T41"/>
              </a:cxn>
              <a:cxn ang="T65">
                <a:pos x="T42" y="T43"/>
              </a:cxn>
            </a:cxnLst>
            <a:rect l="0" t="0" r="r" b="b"/>
            <a:pathLst>
              <a:path w="41" h="281">
                <a:moveTo>
                  <a:pt x="15" y="41"/>
                </a:moveTo>
                <a:cubicBezTo>
                  <a:pt x="15" y="29"/>
                  <a:pt x="13" y="19"/>
                  <a:pt x="11" y="13"/>
                </a:cubicBezTo>
                <a:cubicBezTo>
                  <a:pt x="9" y="7"/>
                  <a:pt x="5" y="2"/>
                  <a:pt x="0" y="0"/>
                </a:cubicBezTo>
                <a:cubicBezTo>
                  <a:pt x="10" y="0"/>
                  <a:pt x="17" y="3"/>
                  <a:pt x="21" y="9"/>
                </a:cubicBezTo>
                <a:cubicBezTo>
                  <a:pt x="25" y="14"/>
                  <a:pt x="27" y="27"/>
                  <a:pt x="27" y="45"/>
                </a:cubicBezTo>
                <a:cubicBezTo>
                  <a:pt x="27" y="103"/>
                  <a:pt x="27" y="103"/>
                  <a:pt x="27" y="103"/>
                </a:cubicBezTo>
                <a:cubicBezTo>
                  <a:pt x="27" y="114"/>
                  <a:pt x="28" y="122"/>
                  <a:pt x="30" y="128"/>
                </a:cubicBezTo>
                <a:cubicBezTo>
                  <a:pt x="32" y="134"/>
                  <a:pt x="35" y="138"/>
                  <a:pt x="41" y="141"/>
                </a:cubicBezTo>
                <a:cubicBezTo>
                  <a:pt x="35" y="143"/>
                  <a:pt x="31" y="147"/>
                  <a:pt x="30" y="153"/>
                </a:cubicBezTo>
                <a:cubicBezTo>
                  <a:pt x="28" y="158"/>
                  <a:pt x="27" y="167"/>
                  <a:pt x="27" y="179"/>
                </a:cubicBezTo>
                <a:cubicBezTo>
                  <a:pt x="27" y="232"/>
                  <a:pt x="27" y="232"/>
                  <a:pt x="27" y="232"/>
                </a:cubicBezTo>
                <a:cubicBezTo>
                  <a:pt x="27" y="245"/>
                  <a:pt x="26" y="255"/>
                  <a:pt x="25" y="262"/>
                </a:cubicBezTo>
                <a:cubicBezTo>
                  <a:pt x="23" y="269"/>
                  <a:pt x="20" y="274"/>
                  <a:pt x="16" y="277"/>
                </a:cubicBezTo>
                <a:cubicBezTo>
                  <a:pt x="12" y="279"/>
                  <a:pt x="7" y="281"/>
                  <a:pt x="0" y="281"/>
                </a:cubicBezTo>
                <a:cubicBezTo>
                  <a:pt x="5" y="279"/>
                  <a:pt x="9" y="274"/>
                  <a:pt x="11" y="268"/>
                </a:cubicBezTo>
                <a:cubicBezTo>
                  <a:pt x="13" y="261"/>
                  <a:pt x="15" y="252"/>
                  <a:pt x="15" y="240"/>
                </a:cubicBezTo>
                <a:cubicBezTo>
                  <a:pt x="15" y="186"/>
                  <a:pt x="15" y="186"/>
                  <a:pt x="15" y="186"/>
                </a:cubicBezTo>
                <a:cubicBezTo>
                  <a:pt x="15" y="172"/>
                  <a:pt x="15" y="162"/>
                  <a:pt x="17" y="155"/>
                </a:cubicBezTo>
                <a:cubicBezTo>
                  <a:pt x="19" y="148"/>
                  <a:pt x="23" y="144"/>
                  <a:pt x="29" y="141"/>
                </a:cubicBezTo>
                <a:cubicBezTo>
                  <a:pt x="23" y="138"/>
                  <a:pt x="19" y="133"/>
                  <a:pt x="17" y="127"/>
                </a:cubicBezTo>
                <a:cubicBezTo>
                  <a:pt x="15" y="121"/>
                  <a:pt x="15" y="111"/>
                  <a:pt x="15" y="98"/>
                </a:cubicBezTo>
                <a:lnTo>
                  <a:pt x="15" y="41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  <a:cs typeface="+mn-cs"/>
              </a:defRPr>
            </a:lvl9pPr>
          </a:lstStyle>
          <a:p>
            <a:endParaRPr lang="zh-CN" altLang="en-US">
              <a:latin typeface="Georgia" panose="02040502050405020303" charset="0"/>
              <a:cs typeface="Georgia" panose="02040502050405020303" charset="0"/>
            </a:endParaRPr>
          </a:p>
        </p:txBody>
      </p:sp>
      <p:sp>
        <p:nvSpPr>
          <p:cNvPr id="33" name="矩形 32" descr="#clear#"/>
          <p:cNvSpPr/>
          <p:nvPr/>
        </p:nvSpPr>
        <p:spPr>
          <a:xfrm>
            <a:off x="6288405" y="3840480"/>
            <a:ext cx="2413635" cy="271653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>
              <a:lnSpc>
                <a:spcPct val="150000"/>
              </a:lnSpc>
            </a:pPr>
            <a:r>
              <a:rPr lang="en-US" altLang="en-US" sz="1800" dirty="0">
                <a:solidFill>
                  <a:schemeClr val="tx1"/>
                </a:solidFill>
                <a:latin typeface="Georgia" panose="02040502050405020303" charset="0"/>
                <a:ea typeface="Arial" panose="020B0604020202020204" pitchFamily="34" charset="0"/>
                <a:cs typeface="Georgia" panose="02040502050405020303" charset="0"/>
              </a:rPr>
              <a:t>Ensures data privacy by giving different levels of access to administrators, teachers, and students.</a:t>
            </a:r>
            <a:endParaRPr lang="en-US" altLang="en-US" sz="1800" dirty="0">
              <a:solidFill>
                <a:schemeClr val="tx1"/>
              </a:solidFill>
              <a:latin typeface="Georgia" panose="02040502050405020303" charset="0"/>
              <a:ea typeface="Arial" panose="020B0604020202020204" pitchFamily="34" charset="0"/>
              <a:cs typeface="Georgia" panose="02040502050405020303" charset="0"/>
            </a:endParaRPr>
          </a:p>
        </p:txBody>
      </p:sp>
      <p:sp>
        <p:nvSpPr>
          <p:cNvPr id="2" name="Freeform 15" descr="#clear#"/>
          <p:cNvSpPr/>
          <p:nvPr/>
        </p:nvSpPr>
        <p:spPr bwMode="auto">
          <a:xfrm>
            <a:off x="3168650" y="2404110"/>
            <a:ext cx="2211705" cy="1282065"/>
          </a:xfrm>
          <a:prstGeom prst="rect">
            <a:avLst/>
          </a:prstGeom>
          <a:solidFill>
            <a:schemeClr val="accent1"/>
          </a:solidFill>
          <a:ln w="9525">
            <a:noFill/>
            <a:round/>
          </a:ln>
        </p:spPr>
        <p:txBody>
          <a:bodyPr vert="horz" wrap="square" lIns="121920" tIns="60960" rIns="121920" bIns="60960" numCol="1" anchor="ctr" anchorCtr="0" compatLnSpc="1"/>
          <a:p>
            <a:pPr algn="ctr"/>
            <a:r>
              <a:rPr lang="en-US" altLang="en-US" sz="2000">
                <a:solidFill>
                  <a:srgbClr val="FFFFFF"/>
                </a:solidFill>
                <a:latin typeface="Georgia" panose="02040502050405020303" charset="0"/>
                <a:ea typeface="Arial" panose="020B0604020202020204" pitchFamily="34" charset="0"/>
                <a:cs typeface="Georgia" panose="02040502050405020303" charset="0"/>
              </a:rPr>
              <a:t>Automated Features</a:t>
            </a:r>
            <a:endParaRPr lang="en-US" altLang="en-US" sz="2000">
              <a:solidFill>
                <a:srgbClr val="FFFFFF"/>
              </a:solidFill>
              <a:latin typeface="Georgia" panose="02040502050405020303" charset="0"/>
              <a:ea typeface="Arial" panose="020B0604020202020204" pitchFamily="34" charset="0"/>
              <a:cs typeface="Georgia" panose="02040502050405020303" charset="0"/>
            </a:endParaRPr>
          </a:p>
        </p:txBody>
      </p:sp>
      <p:sp>
        <p:nvSpPr>
          <p:cNvPr id="3" name="Freeform 15" descr="#clear#"/>
          <p:cNvSpPr/>
          <p:nvPr/>
        </p:nvSpPr>
        <p:spPr bwMode="auto">
          <a:xfrm>
            <a:off x="608965" y="2404110"/>
            <a:ext cx="2211705" cy="1282065"/>
          </a:xfrm>
          <a:prstGeom prst="rect">
            <a:avLst/>
          </a:prstGeom>
          <a:solidFill>
            <a:schemeClr val="accent1"/>
          </a:solidFill>
          <a:ln w="9525">
            <a:noFill/>
            <a:round/>
          </a:ln>
        </p:spPr>
        <p:txBody>
          <a:bodyPr vert="horz" wrap="square" lIns="121920" tIns="60960" rIns="121920" bIns="60960" numCol="1" anchor="ctr" anchorCtr="0" compatLnSpc="1"/>
          <a:lstStyle/>
          <a:p>
            <a:pPr algn="ctr"/>
            <a:r>
              <a:rPr lang="en-US" altLang="en-US" sz="2000">
                <a:solidFill>
                  <a:srgbClr val="FFFFFF"/>
                </a:solidFill>
                <a:latin typeface="Georgia" panose="02040502050405020303" charset="0"/>
                <a:ea typeface="Arial" panose="020B0604020202020204" pitchFamily="34" charset="0"/>
                <a:cs typeface="Georgia" panose="02040502050405020303" charset="0"/>
              </a:rPr>
              <a:t>Centralized Data Management</a:t>
            </a:r>
            <a:endParaRPr lang="en-US" altLang="en-US" sz="2000">
              <a:solidFill>
                <a:srgbClr val="FFFFFF"/>
              </a:solidFill>
              <a:latin typeface="Georgia" panose="02040502050405020303" charset="0"/>
              <a:ea typeface="Arial" panose="020B0604020202020204" pitchFamily="34" charset="0"/>
              <a:cs typeface="Georgia" panose="02040502050405020303" charset="0"/>
            </a:endParaRPr>
          </a:p>
        </p:txBody>
      </p:sp>
      <p:sp>
        <p:nvSpPr>
          <p:cNvPr id="4" name="任意多边形 31"/>
          <p:cNvSpPr/>
          <p:nvPr>
            <p:custDataLst>
              <p:tags r:id="rId3"/>
            </p:custDataLst>
          </p:nvPr>
        </p:nvSpPr>
        <p:spPr bwMode="auto">
          <a:xfrm>
            <a:off x="3278566" y="1795484"/>
            <a:ext cx="1992312" cy="619190"/>
          </a:xfrm>
          <a:custGeom>
            <a:avLst/>
            <a:gdLst>
              <a:gd name="connsiteX0" fmla="*/ 967581 w 1992312"/>
              <a:gd name="connsiteY0" fmla="*/ 161990 h 619190"/>
              <a:gd name="connsiteX1" fmla="*/ 815181 w 1992312"/>
              <a:gd name="connsiteY1" fmla="*/ 314390 h 619190"/>
              <a:gd name="connsiteX2" fmla="*/ 967581 w 1992312"/>
              <a:gd name="connsiteY2" fmla="*/ 466790 h 619190"/>
              <a:gd name="connsiteX3" fmla="*/ 1119981 w 1992312"/>
              <a:gd name="connsiteY3" fmla="*/ 314390 h 619190"/>
              <a:gd name="connsiteX4" fmla="*/ 967581 w 1992312"/>
              <a:gd name="connsiteY4" fmla="*/ 161990 h 619190"/>
              <a:gd name="connsiteX5" fmla="*/ 962561 w 1992312"/>
              <a:gd name="connsiteY5" fmla="*/ 37 h 619190"/>
              <a:gd name="connsiteX6" fmla="*/ 1267835 w 1992312"/>
              <a:gd name="connsiteY6" fmla="*/ 128752 h 619190"/>
              <a:gd name="connsiteX7" fmla="*/ 1717712 w 1992312"/>
              <a:gd name="connsiteY7" fmla="*/ 545930 h 619190"/>
              <a:gd name="connsiteX8" fmla="*/ 1992312 w 1992312"/>
              <a:gd name="connsiteY8" fmla="*/ 619190 h 619190"/>
              <a:gd name="connsiteX9" fmla="*/ 0 w 1992312"/>
              <a:gd name="connsiteY9" fmla="*/ 619190 h 619190"/>
              <a:gd name="connsiteX10" fmla="*/ 257073 w 1992312"/>
              <a:gd name="connsiteY10" fmla="*/ 556105 h 619190"/>
              <a:gd name="connsiteX11" fmla="*/ 648524 w 1992312"/>
              <a:gd name="connsiteY11" fmla="*/ 155207 h 619190"/>
              <a:gd name="connsiteX12" fmla="*/ 962561 w 1992312"/>
              <a:gd name="connsiteY12" fmla="*/ 37 h 619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992312" h="619190">
                <a:moveTo>
                  <a:pt x="967581" y="161990"/>
                </a:moveTo>
                <a:cubicBezTo>
                  <a:pt x="883413" y="161990"/>
                  <a:pt x="815181" y="230222"/>
                  <a:pt x="815181" y="314390"/>
                </a:cubicBezTo>
                <a:cubicBezTo>
                  <a:pt x="815181" y="398558"/>
                  <a:pt x="883413" y="466790"/>
                  <a:pt x="967581" y="466790"/>
                </a:cubicBezTo>
                <a:cubicBezTo>
                  <a:pt x="1051749" y="466790"/>
                  <a:pt x="1119981" y="398558"/>
                  <a:pt x="1119981" y="314390"/>
                </a:cubicBezTo>
                <a:cubicBezTo>
                  <a:pt x="1119981" y="230222"/>
                  <a:pt x="1051749" y="161990"/>
                  <a:pt x="967581" y="161990"/>
                </a:cubicBezTo>
                <a:close/>
                <a:moveTo>
                  <a:pt x="962561" y="37"/>
                </a:moveTo>
                <a:cubicBezTo>
                  <a:pt x="1069188" y="1563"/>
                  <a:pt x="1174354" y="50404"/>
                  <a:pt x="1267835" y="128752"/>
                </a:cubicBezTo>
                <a:cubicBezTo>
                  <a:pt x="1437269" y="269168"/>
                  <a:pt x="1548278" y="411619"/>
                  <a:pt x="1717712" y="545930"/>
                </a:cubicBezTo>
                <a:cubicBezTo>
                  <a:pt x="1793665" y="600875"/>
                  <a:pt x="1892989" y="617155"/>
                  <a:pt x="1992312" y="619190"/>
                </a:cubicBezTo>
                <a:lnTo>
                  <a:pt x="0" y="619190"/>
                </a:lnTo>
                <a:cubicBezTo>
                  <a:pt x="58426" y="619190"/>
                  <a:pt x="175277" y="602910"/>
                  <a:pt x="257073" y="556105"/>
                </a:cubicBezTo>
                <a:cubicBezTo>
                  <a:pt x="414822" y="466564"/>
                  <a:pt x="555043" y="254922"/>
                  <a:pt x="648524" y="155207"/>
                </a:cubicBezTo>
                <a:cubicBezTo>
                  <a:pt x="747848" y="44298"/>
                  <a:pt x="855935" y="-1489"/>
                  <a:pt x="962561" y="3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wrap="square">
            <a:noAutofit/>
          </a:bodyPr>
          <a:p>
            <a:endParaRPr lang="zh-CN" altLang="en-US">
              <a:latin typeface="Georgia" panose="02040502050405020303" charset="0"/>
              <a:ea typeface="Arial" panose="020B0604020202020204" pitchFamily="34" charset="0"/>
              <a:cs typeface="Georgia" panose="02040502050405020303" charset="0"/>
            </a:endParaRPr>
          </a:p>
        </p:txBody>
      </p:sp>
      <p:sp>
        <p:nvSpPr>
          <p:cNvPr id="5" name="任意多边形 31"/>
          <p:cNvSpPr/>
          <p:nvPr>
            <p:custDataLst>
              <p:tags r:id="rId4"/>
            </p:custDataLst>
          </p:nvPr>
        </p:nvSpPr>
        <p:spPr bwMode="auto">
          <a:xfrm>
            <a:off x="718881" y="1795484"/>
            <a:ext cx="1992312" cy="619190"/>
          </a:xfrm>
          <a:custGeom>
            <a:avLst/>
            <a:gdLst>
              <a:gd name="connsiteX0" fmla="*/ 967581 w 1992312"/>
              <a:gd name="connsiteY0" fmla="*/ 161990 h 619190"/>
              <a:gd name="connsiteX1" fmla="*/ 815181 w 1992312"/>
              <a:gd name="connsiteY1" fmla="*/ 314390 h 619190"/>
              <a:gd name="connsiteX2" fmla="*/ 967581 w 1992312"/>
              <a:gd name="connsiteY2" fmla="*/ 466790 h 619190"/>
              <a:gd name="connsiteX3" fmla="*/ 1119981 w 1992312"/>
              <a:gd name="connsiteY3" fmla="*/ 314390 h 619190"/>
              <a:gd name="connsiteX4" fmla="*/ 967581 w 1992312"/>
              <a:gd name="connsiteY4" fmla="*/ 161990 h 619190"/>
              <a:gd name="connsiteX5" fmla="*/ 962561 w 1992312"/>
              <a:gd name="connsiteY5" fmla="*/ 37 h 619190"/>
              <a:gd name="connsiteX6" fmla="*/ 1267835 w 1992312"/>
              <a:gd name="connsiteY6" fmla="*/ 128752 h 619190"/>
              <a:gd name="connsiteX7" fmla="*/ 1717712 w 1992312"/>
              <a:gd name="connsiteY7" fmla="*/ 545930 h 619190"/>
              <a:gd name="connsiteX8" fmla="*/ 1992312 w 1992312"/>
              <a:gd name="connsiteY8" fmla="*/ 619190 h 619190"/>
              <a:gd name="connsiteX9" fmla="*/ 0 w 1992312"/>
              <a:gd name="connsiteY9" fmla="*/ 619190 h 619190"/>
              <a:gd name="connsiteX10" fmla="*/ 257073 w 1992312"/>
              <a:gd name="connsiteY10" fmla="*/ 556105 h 619190"/>
              <a:gd name="connsiteX11" fmla="*/ 648524 w 1992312"/>
              <a:gd name="connsiteY11" fmla="*/ 155207 h 619190"/>
              <a:gd name="connsiteX12" fmla="*/ 962561 w 1992312"/>
              <a:gd name="connsiteY12" fmla="*/ 37 h 619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992312" h="619190">
                <a:moveTo>
                  <a:pt x="967581" y="161990"/>
                </a:moveTo>
                <a:cubicBezTo>
                  <a:pt x="883413" y="161990"/>
                  <a:pt x="815181" y="230222"/>
                  <a:pt x="815181" y="314390"/>
                </a:cubicBezTo>
                <a:cubicBezTo>
                  <a:pt x="815181" y="398558"/>
                  <a:pt x="883413" y="466790"/>
                  <a:pt x="967581" y="466790"/>
                </a:cubicBezTo>
                <a:cubicBezTo>
                  <a:pt x="1051749" y="466790"/>
                  <a:pt x="1119981" y="398558"/>
                  <a:pt x="1119981" y="314390"/>
                </a:cubicBezTo>
                <a:cubicBezTo>
                  <a:pt x="1119981" y="230222"/>
                  <a:pt x="1051749" y="161990"/>
                  <a:pt x="967581" y="161990"/>
                </a:cubicBezTo>
                <a:close/>
                <a:moveTo>
                  <a:pt x="962561" y="37"/>
                </a:moveTo>
                <a:cubicBezTo>
                  <a:pt x="1069188" y="1563"/>
                  <a:pt x="1174354" y="50404"/>
                  <a:pt x="1267835" y="128752"/>
                </a:cubicBezTo>
                <a:cubicBezTo>
                  <a:pt x="1437269" y="269168"/>
                  <a:pt x="1548278" y="411619"/>
                  <a:pt x="1717712" y="545930"/>
                </a:cubicBezTo>
                <a:cubicBezTo>
                  <a:pt x="1793665" y="600875"/>
                  <a:pt x="1892989" y="617155"/>
                  <a:pt x="1992312" y="619190"/>
                </a:cubicBezTo>
                <a:lnTo>
                  <a:pt x="0" y="619190"/>
                </a:lnTo>
                <a:cubicBezTo>
                  <a:pt x="58426" y="619190"/>
                  <a:pt x="175277" y="602910"/>
                  <a:pt x="257073" y="556105"/>
                </a:cubicBezTo>
                <a:cubicBezTo>
                  <a:pt x="414822" y="466564"/>
                  <a:pt x="555043" y="254922"/>
                  <a:pt x="648524" y="155207"/>
                </a:cubicBezTo>
                <a:cubicBezTo>
                  <a:pt x="747848" y="44298"/>
                  <a:pt x="855935" y="-1489"/>
                  <a:pt x="962561" y="3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wrap="square">
            <a:noAutofit/>
          </a:bodyPr>
          <a:lstStyle/>
          <a:p>
            <a:endParaRPr lang="zh-CN" altLang="en-US">
              <a:latin typeface="Georgia" panose="02040502050405020303" charset="0"/>
              <a:ea typeface="Arial" panose="020B0604020202020204" pitchFamily="34" charset="0"/>
              <a:cs typeface="Georgia" panose="02040502050405020303" charset="0"/>
            </a:endParaRPr>
          </a:p>
        </p:txBody>
      </p:sp>
      <p:sp>
        <p:nvSpPr>
          <p:cNvPr id="6" name="矩形 32" descr="#clear#"/>
          <p:cNvSpPr/>
          <p:nvPr/>
        </p:nvSpPr>
        <p:spPr>
          <a:xfrm>
            <a:off x="8883015" y="3686175"/>
            <a:ext cx="2212340" cy="271653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>
              <a:lnSpc>
                <a:spcPct val="150000"/>
              </a:lnSpc>
            </a:pPr>
            <a:r>
              <a:rPr lang="en-US" altLang="en-US" sz="1800" dirty="0">
                <a:solidFill>
                  <a:schemeClr val="tx1"/>
                </a:solidFill>
                <a:latin typeface="Georgia" panose="02040502050405020303" charset="0"/>
                <a:ea typeface="Arial" panose="020B0604020202020204" pitchFamily="34" charset="0"/>
                <a:cs typeface="Georgia" panose="02040502050405020303" charset="0"/>
              </a:rPr>
              <a:t>The system includes encryption and role-based security to protect sensitive data.</a:t>
            </a:r>
            <a:endParaRPr lang="en-US" altLang="en-US" sz="1800" dirty="0">
              <a:solidFill>
                <a:schemeClr val="tx1"/>
              </a:solidFill>
              <a:latin typeface="Georgia" panose="02040502050405020303" charset="0"/>
              <a:ea typeface="Arial" panose="020B0604020202020204" pitchFamily="34" charset="0"/>
              <a:cs typeface="Georgia" panose="02040502050405020303" charset="0"/>
            </a:endParaRPr>
          </a:p>
        </p:txBody>
      </p:sp>
      <p:sp>
        <p:nvSpPr>
          <p:cNvPr id="7" name="矩形 32" descr="#clear#"/>
          <p:cNvSpPr/>
          <p:nvPr/>
        </p:nvSpPr>
        <p:spPr>
          <a:xfrm>
            <a:off x="3037205" y="3840480"/>
            <a:ext cx="2479040" cy="271653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>
              <a:lnSpc>
                <a:spcPct val="150000"/>
              </a:lnSpc>
            </a:pPr>
            <a:r>
              <a:rPr lang="en-US" altLang="en-US" sz="1800" dirty="0">
                <a:solidFill>
                  <a:schemeClr val="tx1"/>
                </a:solidFill>
                <a:latin typeface="Georgia" panose="02040502050405020303" charset="0"/>
                <a:ea typeface="Arial" panose="020B0604020202020204" pitchFamily="34" charset="0"/>
                <a:cs typeface="Georgia" panose="02040502050405020303" charset="0"/>
              </a:rPr>
              <a:t>Attendance tracking, fee management, and student records are handled automatically, reducing human errors.</a:t>
            </a:r>
            <a:endParaRPr lang="en-US" altLang="en-US" sz="1800" dirty="0">
              <a:solidFill>
                <a:schemeClr val="tx1"/>
              </a:solidFill>
              <a:latin typeface="Georgia" panose="02040502050405020303" charset="0"/>
              <a:ea typeface="Arial" panose="020B0604020202020204" pitchFamily="34" charset="0"/>
              <a:cs typeface="Georgia" panose="02040502050405020303" charset="0"/>
            </a:endParaRPr>
          </a:p>
        </p:txBody>
      </p:sp>
      <p:sp>
        <p:nvSpPr>
          <p:cNvPr id="8" name="矩形 32" descr="#clear#"/>
          <p:cNvSpPr/>
          <p:nvPr/>
        </p:nvSpPr>
        <p:spPr>
          <a:xfrm>
            <a:off x="499110" y="3840480"/>
            <a:ext cx="2212340" cy="271653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>
              <a:lnSpc>
                <a:spcPct val="150000"/>
              </a:lnSpc>
            </a:pPr>
            <a:r>
              <a:rPr lang="en-US" altLang="en-US" sz="1800" dirty="0">
                <a:solidFill>
                  <a:schemeClr val="tx1"/>
                </a:solidFill>
                <a:latin typeface="Georgia" panose="02040502050405020303" charset="0"/>
                <a:ea typeface="Arial" panose="020B0604020202020204" pitchFamily="34" charset="0"/>
                <a:cs typeface="Georgia" panose="02040502050405020303" charset="0"/>
              </a:rPr>
              <a:t>All student information, attendance, and fee details are stored in one secure database.</a:t>
            </a:r>
            <a:endParaRPr lang="en-US" altLang="en-US" sz="1800" dirty="0">
              <a:solidFill>
                <a:schemeClr val="tx1"/>
              </a:solidFill>
              <a:latin typeface="Georgia" panose="02040502050405020303" charset="0"/>
              <a:ea typeface="Arial" panose="020B0604020202020204" pitchFamily="34" charset="0"/>
              <a:cs typeface="Georgia" panose="02040502050405020303" charset="0"/>
            </a:endParaRPr>
          </a:p>
        </p:txBody>
      </p:sp>
      <p:sp>
        <p:nvSpPr>
          <p:cNvPr id="9" name="KSO_Shape"/>
          <p:cNvSpPr/>
          <p:nvPr/>
        </p:nvSpPr>
        <p:spPr bwMode="auto">
          <a:xfrm>
            <a:off x="8702328" y="1313088"/>
            <a:ext cx="210335" cy="179135"/>
          </a:xfrm>
          <a:custGeom>
            <a:avLst/>
            <a:gdLst/>
            <a:ahLst/>
            <a:cxnLst/>
            <a:rect l="0" t="0" r="r" b="b"/>
            <a:pathLst>
              <a:path w="4999037" h="4260141">
                <a:moveTo>
                  <a:pt x="1900345" y="3557911"/>
                </a:moveTo>
                <a:lnTo>
                  <a:pt x="3097730" y="3557911"/>
                </a:lnTo>
                <a:lnTo>
                  <a:pt x="3102535" y="3590573"/>
                </a:lnTo>
                <a:lnTo>
                  <a:pt x="3107340" y="3623235"/>
                </a:lnTo>
                <a:lnTo>
                  <a:pt x="3113106" y="3656858"/>
                </a:lnTo>
                <a:lnTo>
                  <a:pt x="3119833" y="3691441"/>
                </a:lnTo>
                <a:lnTo>
                  <a:pt x="3126560" y="3717378"/>
                </a:lnTo>
                <a:lnTo>
                  <a:pt x="3134248" y="3744276"/>
                </a:lnTo>
                <a:lnTo>
                  <a:pt x="3140975" y="3769253"/>
                </a:lnTo>
                <a:lnTo>
                  <a:pt x="3148663" y="3795190"/>
                </a:lnTo>
                <a:lnTo>
                  <a:pt x="3158272" y="3821127"/>
                </a:lnTo>
                <a:lnTo>
                  <a:pt x="3166921" y="3846104"/>
                </a:lnTo>
                <a:lnTo>
                  <a:pt x="3177492" y="3871081"/>
                </a:lnTo>
                <a:lnTo>
                  <a:pt x="3189024" y="3895097"/>
                </a:lnTo>
                <a:lnTo>
                  <a:pt x="3200556" y="3919113"/>
                </a:lnTo>
                <a:lnTo>
                  <a:pt x="3213048" y="3941208"/>
                </a:lnTo>
                <a:lnTo>
                  <a:pt x="3226502" y="3964263"/>
                </a:lnTo>
                <a:lnTo>
                  <a:pt x="3240917" y="3984437"/>
                </a:lnTo>
                <a:lnTo>
                  <a:pt x="3256293" y="4004610"/>
                </a:lnTo>
                <a:lnTo>
                  <a:pt x="3271668" y="4024784"/>
                </a:lnTo>
                <a:lnTo>
                  <a:pt x="3288966" y="4042075"/>
                </a:lnTo>
                <a:lnTo>
                  <a:pt x="3306264" y="4058406"/>
                </a:lnTo>
                <a:lnTo>
                  <a:pt x="3318757" y="4069934"/>
                </a:lnTo>
                <a:lnTo>
                  <a:pt x="3331249" y="4079540"/>
                </a:lnTo>
                <a:lnTo>
                  <a:pt x="3344703" y="4089147"/>
                </a:lnTo>
                <a:lnTo>
                  <a:pt x="3358157" y="4097793"/>
                </a:lnTo>
                <a:lnTo>
                  <a:pt x="3372572" y="4106438"/>
                </a:lnTo>
                <a:lnTo>
                  <a:pt x="3386026" y="4114123"/>
                </a:lnTo>
                <a:lnTo>
                  <a:pt x="3402362" y="4121809"/>
                </a:lnTo>
                <a:lnTo>
                  <a:pt x="3417738" y="4127573"/>
                </a:lnTo>
                <a:lnTo>
                  <a:pt x="3433114" y="4133336"/>
                </a:lnTo>
                <a:lnTo>
                  <a:pt x="3450411" y="4138140"/>
                </a:lnTo>
                <a:lnTo>
                  <a:pt x="3467709" y="4142943"/>
                </a:lnTo>
                <a:lnTo>
                  <a:pt x="3485007" y="4145825"/>
                </a:lnTo>
                <a:lnTo>
                  <a:pt x="3504227" y="4148707"/>
                </a:lnTo>
                <a:lnTo>
                  <a:pt x="3523446" y="4151589"/>
                </a:lnTo>
                <a:lnTo>
                  <a:pt x="3543627" y="4152549"/>
                </a:lnTo>
                <a:lnTo>
                  <a:pt x="3564769" y="4152549"/>
                </a:lnTo>
                <a:lnTo>
                  <a:pt x="3564769" y="4260141"/>
                </a:lnTo>
                <a:lnTo>
                  <a:pt x="1434268" y="4260141"/>
                </a:lnTo>
                <a:lnTo>
                  <a:pt x="1434268" y="4152549"/>
                </a:lnTo>
                <a:lnTo>
                  <a:pt x="1455409" y="4152549"/>
                </a:lnTo>
                <a:lnTo>
                  <a:pt x="1474629" y="4151589"/>
                </a:lnTo>
                <a:lnTo>
                  <a:pt x="1493849" y="4148707"/>
                </a:lnTo>
                <a:lnTo>
                  <a:pt x="1513068" y="4145825"/>
                </a:lnTo>
                <a:lnTo>
                  <a:pt x="1530366" y="4142943"/>
                </a:lnTo>
                <a:lnTo>
                  <a:pt x="1547664" y="4138140"/>
                </a:lnTo>
                <a:lnTo>
                  <a:pt x="1564962" y="4133336"/>
                </a:lnTo>
                <a:lnTo>
                  <a:pt x="1581298" y="4127573"/>
                </a:lnTo>
                <a:lnTo>
                  <a:pt x="1596674" y="4121809"/>
                </a:lnTo>
                <a:lnTo>
                  <a:pt x="1612050" y="4114123"/>
                </a:lnTo>
                <a:lnTo>
                  <a:pt x="1626465" y="4106438"/>
                </a:lnTo>
                <a:lnTo>
                  <a:pt x="1639918" y="4097793"/>
                </a:lnTo>
                <a:lnTo>
                  <a:pt x="1653372" y="4089147"/>
                </a:lnTo>
                <a:lnTo>
                  <a:pt x="1666826" y="4079540"/>
                </a:lnTo>
                <a:lnTo>
                  <a:pt x="1679319" y="4069934"/>
                </a:lnTo>
                <a:lnTo>
                  <a:pt x="1691811" y="4058406"/>
                </a:lnTo>
                <a:lnTo>
                  <a:pt x="1703343" y="4047839"/>
                </a:lnTo>
                <a:lnTo>
                  <a:pt x="1715836" y="4036311"/>
                </a:lnTo>
                <a:lnTo>
                  <a:pt x="1726407" y="4024784"/>
                </a:lnTo>
                <a:lnTo>
                  <a:pt x="1736978" y="4012295"/>
                </a:lnTo>
                <a:lnTo>
                  <a:pt x="1757158" y="3985397"/>
                </a:lnTo>
                <a:lnTo>
                  <a:pt x="1776378" y="3956578"/>
                </a:lnTo>
                <a:lnTo>
                  <a:pt x="1793676" y="3926798"/>
                </a:lnTo>
                <a:lnTo>
                  <a:pt x="1809052" y="3895097"/>
                </a:lnTo>
                <a:lnTo>
                  <a:pt x="1824427" y="3863396"/>
                </a:lnTo>
                <a:lnTo>
                  <a:pt x="1837881" y="3829773"/>
                </a:lnTo>
                <a:lnTo>
                  <a:pt x="1849413" y="3795190"/>
                </a:lnTo>
                <a:lnTo>
                  <a:pt x="1859984" y="3761568"/>
                </a:lnTo>
                <a:lnTo>
                  <a:pt x="1868632" y="3726984"/>
                </a:lnTo>
                <a:lnTo>
                  <a:pt x="1878242" y="3692401"/>
                </a:lnTo>
                <a:lnTo>
                  <a:pt x="1884969" y="3657818"/>
                </a:lnTo>
                <a:lnTo>
                  <a:pt x="1890735" y="3623235"/>
                </a:lnTo>
                <a:lnTo>
                  <a:pt x="1896501" y="3590573"/>
                </a:lnTo>
                <a:lnTo>
                  <a:pt x="1900345" y="3557911"/>
                </a:lnTo>
                <a:close/>
                <a:moveTo>
                  <a:pt x="344993" y="345832"/>
                </a:moveTo>
                <a:lnTo>
                  <a:pt x="344993" y="3036592"/>
                </a:lnTo>
                <a:lnTo>
                  <a:pt x="4655005" y="3036592"/>
                </a:lnTo>
                <a:lnTo>
                  <a:pt x="4655005" y="345832"/>
                </a:lnTo>
                <a:lnTo>
                  <a:pt x="344993" y="345832"/>
                </a:lnTo>
                <a:close/>
                <a:moveTo>
                  <a:pt x="142226" y="0"/>
                </a:moveTo>
                <a:lnTo>
                  <a:pt x="4857773" y="0"/>
                </a:lnTo>
                <a:lnTo>
                  <a:pt x="4872187" y="961"/>
                </a:lnTo>
                <a:lnTo>
                  <a:pt x="4885641" y="2882"/>
                </a:lnTo>
                <a:lnTo>
                  <a:pt x="4899095" y="6725"/>
                </a:lnTo>
                <a:lnTo>
                  <a:pt x="4913510" y="10567"/>
                </a:lnTo>
                <a:lnTo>
                  <a:pt x="4925042" y="17292"/>
                </a:lnTo>
                <a:lnTo>
                  <a:pt x="4936573" y="24016"/>
                </a:lnTo>
                <a:lnTo>
                  <a:pt x="4947144" y="32662"/>
                </a:lnTo>
                <a:lnTo>
                  <a:pt x="4957715" y="42268"/>
                </a:lnTo>
                <a:lnTo>
                  <a:pt x="4967325" y="51875"/>
                </a:lnTo>
                <a:lnTo>
                  <a:pt x="4975974" y="62442"/>
                </a:lnTo>
                <a:lnTo>
                  <a:pt x="4982701" y="73970"/>
                </a:lnTo>
                <a:lnTo>
                  <a:pt x="4988466" y="87419"/>
                </a:lnTo>
                <a:lnTo>
                  <a:pt x="4993271" y="99907"/>
                </a:lnTo>
                <a:lnTo>
                  <a:pt x="4996154" y="113356"/>
                </a:lnTo>
                <a:lnTo>
                  <a:pt x="4999037" y="127766"/>
                </a:lnTo>
                <a:lnTo>
                  <a:pt x="4999037" y="142175"/>
                </a:lnTo>
                <a:lnTo>
                  <a:pt x="4999037" y="3238327"/>
                </a:lnTo>
                <a:lnTo>
                  <a:pt x="4999037" y="3253697"/>
                </a:lnTo>
                <a:lnTo>
                  <a:pt x="4996154" y="3268106"/>
                </a:lnTo>
                <a:lnTo>
                  <a:pt x="4993271" y="3281555"/>
                </a:lnTo>
                <a:lnTo>
                  <a:pt x="4988466" y="3295004"/>
                </a:lnTo>
                <a:lnTo>
                  <a:pt x="4982701" y="3307493"/>
                </a:lnTo>
                <a:lnTo>
                  <a:pt x="4975974" y="3319021"/>
                </a:lnTo>
                <a:lnTo>
                  <a:pt x="4967325" y="3329588"/>
                </a:lnTo>
                <a:lnTo>
                  <a:pt x="4957715" y="3339194"/>
                </a:lnTo>
                <a:lnTo>
                  <a:pt x="4947144" y="3349761"/>
                </a:lnTo>
                <a:lnTo>
                  <a:pt x="4936573" y="3357446"/>
                </a:lnTo>
                <a:lnTo>
                  <a:pt x="4925042" y="3364171"/>
                </a:lnTo>
                <a:lnTo>
                  <a:pt x="4913510" y="3369935"/>
                </a:lnTo>
                <a:lnTo>
                  <a:pt x="4899095" y="3374738"/>
                </a:lnTo>
                <a:lnTo>
                  <a:pt x="4885641" y="3378580"/>
                </a:lnTo>
                <a:lnTo>
                  <a:pt x="4872187" y="3380502"/>
                </a:lnTo>
                <a:lnTo>
                  <a:pt x="4857773" y="3381462"/>
                </a:lnTo>
                <a:lnTo>
                  <a:pt x="142226" y="3381462"/>
                </a:lnTo>
                <a:lnTo>
                  <a:pt x="127811" y="3380502"/>
                </a:lnTo>
                <a:lnTo>
                  <a:pt x="113396" y="3378580"/>
                </a:lnTo>
                <a:lnTo>
                  <a:pt x="99942" y="3374738"/>
                </a:lnTo>
                <a:lnTo>
                  <a:pt x="86489" y="3369935"/>
                </a:lnTo>
                <a:lnTo>
                  <a:pt x="73996" y="3364171"/>
                </a:lnTo>
                <a:lnTo>
                  <a:pt x="62464" y="3357446"/>
                </a:lnTo>
                <a:lnTo>
                  <a:pt x="51893" y="3349761"/>
                </a:lnTo>
                <a:lnTo>
                  <a:pt x="42283" y="3339194"/>
                </a:lnTo>
                <a:lnTo>
                  <a:pt x="31713" y="3329588"/>
                </a:lnTo>
                <a:lnTo>
                  <a:pt x="24025" y="3319021"/>
                </a:lnTo>
                <a:lnTo>
                  <a:pt x="17298" y="3307493"/>
                </a:lnTo>
                <a:lnTo>
                  <a:pt x="11532" y="3295004"/>
                </a:lnTo>
                <a:lnTo>
                  <a:pt x="6727" y="3281555"/>
                </a:lnTo>
                <a:lnTo>
                  <a:pt x="2883" y="3268106"/>
                </a:lnTo>
                <a:lnTo>
                  <a:pt x="961" y="3253697"/>
                </a:lnTo>
                <a:lnTo>
                  <a:pt x="0" y="3238327"/>
                </a:lnTo>
                <a:lnTo>
                  <a:pt x="0" y="142175"/>
                </a:lnTo>
                <a:lnTo>
                  <a:pt x="961" y="127766"/>
                </a:lnTo>
                <a:lnTo>
                  <a:pt x="2883" y="113356"/>
                </a:lnTo>
                <a:lnTo>
                  <a:pt x="6727" y="99907"/>
                </a:lnTo>
                <a:lnTo>
                  <a:pt x="11532" y="87419"/>
                </a:lnTo>
                <a:lnTo>
                  <a:pt x="17298" y="73970"/>
                </a:lnTo>
                <a:lnTo>
                  <a:pt x="24025" y="62442"/>
                </a:lnTo>
                <a:lnTo>
                  <a:pt x="31713" y="51875"/>
                </a:lnTo>
                <a:lnTo>
                  <a:pt x="42283" y="42268"/>
                </a:lnTo>
                <a:lnTo>
                  <a:pt x="51893" y="32662"/>
                </a:lnTo>
                <a:lnTo>
                  <a:pt x="62464" y="24016"/>
                </a:lnTo>
                <a:lnTo>
                  <a:pt x="73996" y="17292"/>
                </a:lnTo>
                <a:lnTo>
                  <a:pt x="86489" y="10567"/>
                </a:lnTo>
                <a:lnTo>
                  <a:pt x="99942" y="6725"/>
                </a:lnTo>
                <a:lnTo>
                  <a:pt x="113396" y="2882"/>
                </a:lnTo>
                <a:lnTo>
                  <a:pt x="127811" y="961"/>
                </a:lnTo>
                <a:lnTo>
                  <a:pt x="142226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p>
            <a:endParaRPr lang="zh-CN" altLang="en-US" dirty="0">
              <a:latin typeface="Georgia" panose="02040502050405020303" charset="0"/>
              <a:ea typeface="Arial" panose="020B0604020202020204" pitchFamily="34" charset="0"/>
              <a:cs typeface="Georgia" panose="02040502050405020303" charset="0"/>
            </a:endParaRPr>
          </a:p>
        </p:txBody>
      </p:sp>
    </p:spTree>
  </p:cSld>
  <p:clrMapOvr>
    <a:masterClrMapping/>
  </p:clrMapOvr>
  <p:transition spd="slow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标题 1" descr="#clear#"/>
          <p:cNvSpPr>
            <a:spLocks noGrp="1"/>
          </p:cNvSpPr>
          <p:nvPr>
            <p:ph type="title"/>
          </p:nvPr>
        </p:nvSpPr>
        <p:spPr>
          <a:xfrm>
            <a:off x="193675" y="1426845"/>
            <a:ext cx="6848475" cy="2527300"/>
          </a:xfrm>
        </p:spPr>
        <p:txBody>
          <a:bodyPr/>
          <a:lstStyle/>
          <a:p>
            <a:r>
              <a:rPr lang="en-US">
                <a:latin typeface="Georgia" panose="02040502050405020303" charset="0"/>
                <a:cs typeface="Georgia" panose="02040502050405020303" charset="0"/>
              </a:rPr>
              <a:t>05</a:t>
            </a:r>
            <a:br>
              <a:rPr lang="en-US">
                <a:latin typeface="Georgia" panose="02040502050405020303" charset="0"/>
                <a:cs typeface="Georgia" panose="02040502050405020303" charset="0"/>
              </a:rPr>
            </a:br>
            <a:r>
              <a:rPr lang="en-US" altLang="en-US">
                <a:latin typeface="Georgia" panose="02040502050405020303" charset="0"/>
                <a:cs typeface="Georgia" panose="02040502050405020303" charset="0"/>
              </a:rPr>
              <a:t>Technologies Used</a:t>
            </a:r>
            <a:endParaRPr lang="en-US" altLang="en-US">
              <a:latin typeface="Georgia" panose="02040502050405020303" charset="0"/>
              <a:cs typeface="Georgia" panose="02040502050405020303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标题 3" descr="#clear#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>
                <a:latin typeface="Georgia" panose="02040502050405020303" charset="0"/>
                <a:cs typeface="Georgia" panose="02040502050405020303" charset="0"/>
              </a:rPr>
              <a:t>Which Technologies are used ?</a:t>
            </a:r>
            <a:r>
              <a:rPr lang="zh-CN" altLang="en-US">
                <a:latin typeface="Georgia" panose="02040502050405020303" charset="0"/>
                <a:cs typeface="Georgia" panose="02040502050405020303" charset="0"/>
              </a:rPr>
              <a:t>
</a:t>
            </a:r>
            <a:endParaRPr lang="en-US" altLang="zh-CN" dirty="0">
              <a:latin typeface="Georgia" panose="02040502050405020303" charset="0"/>
              <a:cs typeface="Georgia" panose="02040502050405020303" charset="0"/>
            </a:endParaRPr>
          </a:p>
        </p:txBody>
      </p:sp>
      <p:sp>
        <p:nvSpPr>
          <p:cNvPr id="16" name="椭圆 15"/>
          <p:cNvSpPr/>
          <p:nvPr/>
        </p:nvSpPr>
        <p:spPr>
          <a:xfrm>
            <a:off x="1649652" y="1216922"/>
            <a:ext cx="1661903" cy="1661903"/>
          </a:xfrm>
          <a:prstGeom prst="ellipse">
            <a:avLst/>
          </a:prstGeom>
          <a:solidFill>
            <a:schemeClr val="accent1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EFFFF"/>
              </a:solidFill>
              <a:latin typeface="Georgia" panose="02040502050405020303" charset="0"/>
              <a:ea typeface="Arial" panose="020B0604020202020204" pitchFamily="34" charset="0"/>
              <a:cs typeface="Georgia" panose="02040502050405020303" charset="0"/>
            </a:endParaRPr>
          </a:p>
        </p:txBody>
      </p:sp>
      <p:sp>
        <p:nvSpPr>
          <p:cNvPr id="17" name="KSO_Shape"/>
          <p:cNvSpPr/>
          <p:nvPr/>
        </p:nvSpPr>
        <p:spPr bwMode="auto">
          <a:xfrm>
            <a:off x="1991109" y="1684850"/>
            <a:ext cx="978989" cy="858126"/>
          </a:xfrm>
          <a:custGeom>
            <a:avLst/>
            <a:gdLst>
              <a:gd name="T0" fmla="*/ 272525 w 3323"/>
              <a:gd name="T1" fmla="*/ 106820 h 2908"/>
              <a:gd name="T2" fmla="*/ 1551711 w 3323"/>
              <a:gd name="T3" fmla="*/ 979270 h 2908"/>
              <a:gd name="T4" fmla="*/ 1658446 w 3323"/>
              <a:gd name="T5" fmla="*/ 978728 h 2908"/>
              <a:gd name="T6" fmla="*/ 1551711 w 3323"/>
              <a:gd name="T7" fmla="*/ 0 h 2908"/>
              <a:gd name="T8" fmla="*/ 165790 w 3323"/>
              <a:gd name="T9" fmla="*/ 106820 h 2908"/>
              <a:gd name="T10" fmla="*/ 249227 w 3323"/>
              <a:gd name="T11" fmla="*/ 690803 h 2908"/>
              <a:gd name="T12" fmla="*/ 1462856 w 3323"/>
              <a:gd name="T13" fmla="*/ 960292 h 2908"/>
              <a:gd name="T14" fmla="*/ 1515953 w 3323"/>
              <a:gd name="T15" fmla="*/ 142607 h 2908"/>
              <a:gd name="T16" fmla="*/ 307742 w 3323"/>
              <a:gd name="T17" fmla="*/ 666402 h 2908"/>
              <a:gd name="T18" fmla="*/ 307742 w 3323"/>
              <a:gd name="T19" fmla="*/ 1029697 h 2908"/>
              <a:gd name="T20" fmla="*/ 1232050 w 3323"/>
              <a:gd name="T21" fmla="*/ 1031324 h 2908"/>
              <a:gd name="T22" fmla="*/ 1320363 w 3323"/>
              <a:gd name="T23" fmla="*/ 676163 h 2908"/>
              <a:gd name="T24" fmla="*/ 1409760 w 3323"/>
              <a:gd name="T25" fmla="*/ 978728 h 2908"/>
              <a:gd name="T26" fmla="*/ 698920 w 3323"/>
              <a:gd name="T27" fmla="*/ 854015 h 2908"/>
              <a:gd name="T28" fmla="*/ 556427 w 3323"/>
              <a:gd name="T29" fmla="*/ 711408 h 2908"/>
              <a:gd name="T30" fmla="*/ 698920 w 3323"/>
              <a:gd name="T31" fmla="*/ 854015 h 2908"/>
              <a:gd name="T32" fmla="*/ 556427 w 3323"/>
              <a:gd name="T33" fmla="*/ 640375 h 2908"/>
              <a:gd name="T34" fmla="*/ 698920 w 3323"/>
              <a:gd name="T35" fmla="*/ 498311 h 2908"/>
              <a:gd name="T36" fmla="*/ 698920 w 3323"/>
              <a:gd name="T37" fmla="*/ 426736 h 2908"/>
              <a:gd name="T38" fmla="*/ 556427 w 3323"/>
              <a:gd name="T39" fmla="*/ 284672 h 2908"/>
              <a:gd name="T40" fmla="*/ 698920 w 3323"/>
              <a:gd name="T41" fmla="*/ 426736 h 2908"/>
              <a:gd name="T42" fmla="*/ 1232050 w 3323"/>
              <a:gd name="T43" fmla="*/ 1173931 h 2908"/>
              <a:gd name="T44" fmla="*/ 306658 w 3323"/>
              <a:gd name="T45" fmla="*/ 1067111 h 2908"/>
              <a:gd name="T46" fmla="*/ 1747301 w 3323"/>
              <a:gd name="T47" fmla="*/ 1102899 h 2908"/>
              <a:gd name="T48" fmla="*/ 1693663 w 3323"/>
              <a:gd name="T49" fmla="*/ 1209176 h 2908"/>
              <a:gd name="T50" fmla="*/ 1658446 w 3323"/>
              <a:gd name="T51" fmla="*/ 1120250 h 2908"/>
              <a:gd name="T52" fmla="*/ 1551711 w 3323"/>
              <a:gd name="T53" fmla="*/ 1120250 h 2908"/>
              <a:gd name="T54" fmla="*/ 1515953 w 3323"/>
              <a:gd name="T55" fmla="*/ 1209176 h 2908"/>
              <a:gd name="T56" fmla="*/ 1462856 w 3323"/>
              <a:gd name="T57" fmla="*/ 1031324 h 2908"/>
              <a:gd name="T58" fmla="*/ 1409760 w 3323"/>
              <a:gd name="T59" fmla="*/ 1209176 h 2908"/>
              <a:gd name="T60" fmla="*/ 1374001 w 3323"/>
              <a:gd name="T61" fmla="*/ 800334 h 2908"/>
              <a:gd name="T62" fmla="*/ 1267267 w 3323"/>
              <a:gd name="T63" fmla="*/ 800334 h 2908"/>
              <a:gd name="T64" fmla="*/ 1123149 w 3323"/>
              <a:gd name="T65" fmla="*/ 1209176 h 2908"/>
              <a:gd name="T66" fmla="*/ 1800397 w 3323"/>
              <a:gd name="T67" fmla="*/ 1529635 h 2908"/>
              <a:gd name="T68" fmla="*/ 1747301 w 3323"/>
              <a:gd name="T69" fmla="*/ 1102899 h 2908"/>
              <a:gd name="T70" fmla="*/ 352169 w 3323"/>
              <a:gd name="T71" fmla="*/ 854015 h 2908"/>
              <a:gd name="T72" fmla="*/ 59056 w 3323"/>
              <a:gd name="T73" fmla="*/ 1055182 h 2908"/>
              <a:gd name="T74" fmla="*/ 387928 w 3323"/>
              <a:gd name="T75" fmla="*/ 1526381 h 2908"/>
              <a:gd name="T76" fmla="*/ 731428 w 3323"/>
              <a:gd name="T77" fmla="*/ 1286173 h 2908"/>
              <a:gd name="T78" fmla="*/ 287695 w 3323"/>
              <a:gd name="T79" fmla="*/ 1209176 h 2908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</a:gdLst>
            <a:ahLst/>
            <a:cxnLst>
              <a:cxn ang="T80">
                <a:pos x="T0" y="T1"/>
              </a:cxn>
              <a:cxn ang="T81">
                <a:pos x="T2" y="T3"/>
              </a:cxn>
              <a:cxn ang="T82">
                <a:pos x="T4" y="T5"/>
              </a:cxn>
              <a:cxn ang="T83">
                <a:pos x="T6" y="T7"/>
              </a:cxn>
              <a:cxn ang="T84">
                <a:pos x="T8" y="T9"/>
              </a:cxn>
              <a:cxn ang="T85">
                <a:pos x="T10" y="T11"/>
              </a:cxn>
              <a:cxn ang="T86">
                <a:pos x="T12" y="T13"/>
              </a:cxn>
              <a:cxn ang="T87">
                <a:pos x="T14" y="T15"/>
              </a:cxn>
              <a:cxn ang="T88">
                <a:pos x="T16" y="T17"/>
              </a:cxn>
              <a:cxn ang="T89">
                <a:pos x="T18" y="T19"/>
              </a:cxn>
              <a:cxn ang="T90">
                <a:pos x="T20" y="T21"/>
              </a:cxn>
              <a:cxn ang="T91">
                <a:pos x="T22" y="T23"/>
              </a:cxn>
              <a:cxn ang="T92">
                <a:pos x="T24" y="T25"/>
              </a:cxn>
              <a:cxn ang="T93">
                <a:pos x="T26" y="T27"/>
              </a:cxn>
              <a:cxn ang="T94">
                <a:pos x="T28" y="T29"/>
              </a:cxn>
              <a:cxn ang="T95">
                <a:pos x="T30" y="T31"/>
              </a:cxn>
              <a:cxn ang="T96">
                <a:pos x="T32" y="T33"/>
              </a:cxn>
              <a:cxn ang="T97">
                <a:pos x="T34" y="T35"/>
              </a:cxn>
              <a:cxn ang="T98">
                <a:pos x="T36" y="T37"/>
              </a:cxn>
              <a:cxn ang="T99">
                <a:pos x="T38" y="T39"/>
              </a:cxn>
              <a:cxn ang="T100">
                <a:pos x="T40" y="T41"/>
              </a:cxn>
              <a:cxn ang="T101">
                <a:pos x="T42" y="T43"/>
              </a:cxn>
              <a:cxn ang="T102">
                <a:pos x="T44" y="T45"/>
              </a:cxn>
              <a:cxn ang="T103">
                <a:pos x="T46" y="T47"/>
              </a:cxn>
              <a:cxn ang="T104">
                <a:pos x="T48" y="T49"/>
              </a:cxn>
              <a:cxn ang="T105">
                <a:pos x="T50" y="T51"/>
              </a:cxn>
              <a:cxn ang="T106">
                <a:pos x="T52" y="T53"/>
              </a:cxn>
              <a:cxn ang="T107">
                <a:pos x="T54" y="T55"/>
              </a:cxn>
              <a:cxn ang="T108">
                <a:pos x="T56" y="T57"/>
              </a:cxn>
              <a:cxn ang="T109">
                <a:pos x="T58" y="T59"/>
              </a:cxn>
              <a:cxn ang="T110">
                <a:pos x="T60" y="T61"/>
              </a:cxn>
              <a:cxn ang="T111">
                <a:pos x="T62" y="T63"/>
              </a:cxn>
              <a:cxn ang="T112">
                <a:pos x="T64" y="T65"/>
              </a:cxn>
              <a:cxn ang="T113">
                <a:pos x="T66" y="T67"/>
              </a:cxn>
              <a:cxn ang="T114">
                <a:pos x="T68" y="T69"/>
              </a:cxn>
              <a:cxn ang="T115">
                <a:pos x="T70" y="T71"/>
              </a:cxn>
              <a:cxn ang="T116">
                <a:pos x="T72" y="T73"/>
              </a:cxn>
              <a:cxn ang="T117">
                <a:pos x="T74" y="T75"/>
              </a:cxn>
              <a:cxn ang="T118">
                <a:pos x="T76" y="T77"/>
              </a:cxn>
              <a:cxn ang="T119">
                <a:pos x="T78" y="T79"/>
              </a:cxn>
            </a:cxnLst>
            <a:rect l="0" t="0" r="r" b="b"/>
            <a:pathLst>
              <a:path w="3323" h="2908">
                <a:moveTo>
                  <a:pt x="503" y="1245"/>
                </a:moveTo>
                <a:cubicBezTo>
                  <a:pt x="503" y="197"/>
                  <a:pt x="503" y="197"/>
                  <a:pt x="503" y="197"/>
                </a:cubicBezTo>
                <a:cubicBezTo>
                  <a:pt x="2864" y="197"/>
                  <a:pt x="2864" y="197"/>
                  <a:pt x="2864" y="197"/>
                </a:cubicBezTo>
                <a:cubicBezTo>
                  <a:pt x="2864" y="1806"/>
                  <a:pt x="2864" y="1806"/>
                  <a:pt x="2864" y="1806"/>
                </a:cubicBezTo>
                <a:cubicBezTo>
                  <a:pt x="2891" y="1784"/>
                  <a:pt x="2925" y="1771"/>
                  <a:pt x="2962" y="1771"/>
                </a:cubicBezTo>
                <a:cubicBezTo>
                  <a:pt x="2999" y="1771"/>
                  <a:pt x="3033" y="1784"/>
                  <a:pt x="3061" y="1805"/>
                </a:cubicBezTo>
                <a:cubicBezTo>
                  <a:pt x="3061" y="197"/>
                  <a:pt x="3061" y="197"/>
                  <a:pt x="3061" y="197"/>
                </a:cubicBezTo>
                <a:cubicBezTo>
                  <a:pt x="3061" y="88"/>
                  <a:pt x="2972" y="0"/>
                  <a:pt x="2864" y="0"/>
                </a:cubicBezTo>
                <a:cubicBezTo>
                  <a:pt x="503" y="0"/>
                  <a:pt x="503" y="0"/>
                  <a:pt x="503" y="0"/>
                </a:cubicBezTo>
                <a:cubicBezTo>
                  <a:pt x="394" y="0"/>
                  <a:pt x="306" y="88"/>
                  <a:pt x="306" y="197"/>
                </a:cubicBezTo>
                <a:cubicBezTo>
                  <a:pt x="306" y="1476"/>
                  <a:pt x="306" y="1476"/>
                  <a:pt x="306" y="1476"/>
                </a:cubicBezTo>
                <a:cubicBezTo>
                  <a:pt x="374" y="1385"/>
                  <a:pt x="433" y="1308"/>
                  <a:pt x="460" y="1274"/>
                </a:cubicBezTo>
                <a:cubicBezTo>
                  <a:pt x="470" y="1261"/>
                  <a:pt x="485" y="1252"/>
                  <a:pt x="503" y="1245"/>
                </a:cubicBezTo>
                <a:close/>
                <a:moveTo>
                  <a:pt x="2700" y="1771"/>
                </a:moveTo>
                <a:cubicBezTo>
                  <a:pt x="2737" y="1771"/>
                  <a:pt x="2771" y="1784"/>
                  <a:pt x="2798" y="1806"/>
                </a:cubicBezTo>
                <a:cubicBezTo>
                  <a:pt x="2798" y="263"/>
                  <a:pt x="2798" y="263"/>
                  <a:pt x="2798" y="263"/>
                </a:cubicBezTo>
                <a:cubicBezTo>
                  <a:pt x="568" y="263"/>
                  <a:pt x="568" y="263"/>
                  <a:pt x="568" y="263"/>
                </a:cubicBezTo>
                <a:cubicBezTo>
                  <a:pt x="568" y="1229"/>
                  <a:pt x="568" y="1229"/>
                  <a:pt x="568" y="1229"/>
                </a:cubicBezTo>
                <a:cubicBezTo>
                  <a:pt x="721" y="1217"/>
                  <a:pt x="946" y="1330"/>
                  <a:pt x="804" y="1589"/>
                </a:cubicBezTo>
                <a:cubicBezTo>
                  <a:pt x="859" y="1556"/>
                  <a:pt x="717" y="1727"/>
                  <a:pt x="568" y="1899"/>
                </a:cubicBezTo>
                <a:cubicBezTo>
                  <a:pt x="568" y="1902"/>
                  <a:pt x="568" y="1902"/>
                  <a:pt x="568" y="1902"/>
                </a:cubicBezTo>
                <a:cubicBezTo>
                  <a:pt x="2274" y="1902"/>
                  <a:pt x="2274" y="1902"/>
                  <a:pt x="2274" y="1902"/>
                </a:cubicBezTo>
                <a:cubicBezTo>
                  <a:pt x="2274" y="1411"/>
                  <a:pt x="2274" y="1411"/>
                  <a:pt x="2274" y="1411"/>
                </a:cubicBezTo>
                <a:cubicBezTo>
                  <a:pt x="2274" y="1320"/>
                  <a:pt x="2347" y="1247"/>
                  <a:pt x="2437" y="1247"/>
                </a:cubicBezTo>
                <a:cubicBezTo>
                  <a:pt x="2528" y="1247"/>
                  <a:pt x="2602" y="1320"/>
                  <a:pt x="2602" y="1411"/>
                </a:cubicBezTo>
                <a:cubicBezTo>
                  <a:pt x="2602" y="1805"/>
                  <a:pt x="2602" y="1805"/>
                  <a:pt x="2602" y="1805"/>
                </a:cubicBezTo>
                <a:cubicBezTo>
                  <a:pt x="2629" y="1784"/>
                  <a:pt x="2663" y="1771"/>
                  <a:pt x="2700" y="1771"/>
                </a:cubicBezTo>
                <a:close/>
                <a:moveTo>
                  <a:pt x="1290" y="1575"/>
                </a:moveTo>
                <a:cubicBezTo>
                  <a:pt x="1027" y="1575"/>
                  <a:pt x="1027" y="1575"/>
                  <a:pt x="1027" y="1575"/>
                </a:cubicBezTo>
                <a:cubicBezTo>
                  <a:pt x="1027" y="1312"/>
                  <a:pt x="1027" y="1312"/>
                  <a:pt x="1027" y="1312"/>
                </a:cubicBezTo>
                <a:cubicBezTo>
                  <a:pt x="1290" y="1312"/>
                  <a:pt x="1290" y="1312"/>
                  <a:pt x="1290" y="1312"/>
                </a:cubicBezTo>
                <a:lnTo>
                  <a:pt x="1290" y="1575"/>
                </a:lnTo>
                <a:close/>
                <a:moveTo>
                  <a:pt x="1290" y="1181"/>
                </a:moveTo>
                <a:cubicBezTo>
                  <a:pt x="1027" y="1181"/>
                  <a:pt x="1027" y="1181"/>
                  <a:pt x="1027" y="1181"/>
                </a:cubicBezTo>
                <a:cubicBezTo>
                  <a:pt x="1027" y="919"/>
                  <a:pt x="1027" y="919"/>
                  <a:pt x="1027" y="919"/>
                </a:cubicBezTo>
                <a:cubicBezTo>
                  <a:pt x="1290" y="919"/>
                  <a:pt x="1290" y="919"/>
                  <a:pt x="1290" y="919"/>
                </a:cubicBezTo>
                <a:lnTo>
                  <a:pt x="1290" y="1181"/>
                </a:lnTo>
                <a:close/>
                <a:moveTo>
                  <a:pt x="1290" y="787"/>
                </a:moveTo>
                <a:cubicBezTo>
                  <a:pt x="1027" y="787"/>
                  <a:pt x="1027" y="787"/>
                  <a:pt x="1027" y="787"/>
                </a:cubicBezTo>
                <a:cubicBezTo>
                  <a:pt x="1027" y="525"/>
                  <a:pt x="1027" y="525"/>
                  <a:pt x="1027" y="525"/>
                </a:cubicBezTo>
                <a:cubicBezTo>
                  <a:pt x="1290" y="525"/>
                  <a:pt x="1290" y="525"/>
                  <a:pt x="1290" y="525"/>
                </a:cubicBezTo>
                <a:lnTo>
                  <a:pt x="1290" y="787"/>
                </a:lnTo>
                <a:close/>
                <a:moveTo>
                  <a:pt x="566" y="2165"/>
                </a:moveTo>
                <a:cubicBezTo>
                  <a:pt x="2274" y="2165"/>
                  <a:pt x="2274" y="2165"/>
                  <a:pt x="2274" y="2165"/>
                </a:cubicBezTo>
                <a:cubicBezTo>
                  <a:pt x="2274" y="1968"/>
                  <a:pt x="2274" y="1968"/>
                  <a:pt x="2274" y="1968"/>
                </a:cubicBezTo>
                <a:cubicBezTo>
                  <a:pt x="566" y="1968"/>
                  <a:pt x="566" y="1968"/>
                  <a:pt x="566" y="1968"/>
                </a:cubicBezTo>
                <a:cubicBezTo>
                  <a:pt x="566" y="2105"/>
                  <a:pt x="566" y="2062"/>
                  <a:pt x="566" y="2165"/>
                </a:cubicBezTo>
                <a:close/>
                <a:moveTo>
                  <a:pt x="3225" y="2034"/>
                </a:moveTo>
                <a:cubicBezTo>
                  <a:pt x="3170" y="2034"/>
                  <a:pt x="3126" y="2078"/>
                  <a:pt x="3126" y="2132"/>
                </a:cubicBezTo>
                <a:cubicBezTo>
                  <a:pt x="3126" y="2230"/>
                  <a:pt x="3126" y="2230"/>
                  <a:pt x="3126" y="2230"/>
                </a:cubicBezTo>
                <a:cubicBezTo>
                  <a:pt x="3061" y="2230"/>
                  <a:pt x="3061" y="2230"/>
                  <a:pt x="3061" y="2230"/>
                </a:cubicBezTo>
                <a:cubicBezTo>
                  <a:pt x="3061" y="2066"/>
                  <a:pt x="3061" y="2066"/>
                  <a:pt x="3061" y="2066"/>
                </a:cubicBezTo>
                <a:cubicBezTo>
                  <a:pt x="3061" y="2012"/>
                  <a:pt x="3017" y="1968"/>
                  <a:pt x="2962" y="1968"/>
                </a:cubicBezTo>
                <a:cubicBezTo>
                  <a:pt x="2908" y="1968"/>
                  <a:pt x="2864" y="2012"/>
                  <a:pt x="2864" y="2066"/>
                </a:cubicBezTo>
                <a:cubicBezTo>
                  <a:pt x="2864" y="2230"/>
                  <a:pt x="2864" y="2230"/>
                  <a:pt x="2864" y="2230"/>
                </a:cubicBezTo>
                <a:cubicBezTo>
                  <a:pt x="2798" y="2230"/>
                  <a:pt x="2798" y="2230"/>
                  <a:pt x="2798" y="2230"/>
                </a:cubicBezTo>
                <a:cubicBezTo>
                  <a:pt x="2798" y="2001"/>
                  <a:pt x="2798" y="2001"/>
                  <a:pt x="2798" y="2001"/>
                </a:cubicBezTo>
                <a:cubicBezTo>
                  <a:pt x="2798" y="1947"/>
                  <a:pt x="2754" y="1902"/>
                  <a:pt x="2700" y="1902"/>
                </a:cubicBezTo>
                <a:cubicBezTo>
                  <a:pt x="2646" y="1902"/>
                  <a:pt x="2602" y="1947"/>
                  <a:pt x="2602" y="2001"/>
                </a:cubicBezTo>
                <a:cubicBezTo>
                  <a:pt x="2602" y="2230"/>
                  <a:pt x="2602" y="2230"/>
                  <a:pt x="2602" y="2230"/>
                </a:cubicBezTo>
                <a:cubicBezTo>
                  <a:pt x="2536" y="2230"/>
                  <a:pt x="2536" y="2230"/>
                  <a:pt x="2536" y="2230"/>
                </a:cubicBezTo>
                <a:cubicBezTo>
                  <a:pt x="2536" y="1476"/>
                  <a:pt x="2536" y="1476"/>
                  <a:pt x="2536" y="1476"/>
                </a:cubicBezTo>
                <a:cubicBezTo>
                  <a:pt x="2536" y="1422"/>
                  <a:pt x="2492" y="1378"/>
                  <a:pt x="2437" y="1378"/>
                </a:cubicBezTo>
                <a:cubicBezTo>
                  <a:pt x="2383" y="1378"/>
                  <a:pt x="2339" y="1422"/>
                  <a:pt x="2339" y="1476"/>
                </a:cubicBezTo>
                <a:cubicBezTo>
                  <a:pt x="2339" y="2230"/>
                  <a:pt x="2339" y="2230"/>
                  <a:pt x="2339" y="2230"/>
                </a:cubicBezTo>
                <a:cubicBezTo>
                  <a:pt x="2073" y="2230"/>
                  <a:pt x="2073" y="2230"/>
                  <a:pt x="2073" y="2230"/>
                </a:cubicBezTo>
                <a:cubicBezTo>
                  <a:pt x="2208" y="2821"/>
                  <a:pt x="2208" y="2821"/>
                  <a:pt x="2208" y="2821"/>
                </a:cubicBezTo>
                <a:cubicBezTo>
                  <a:pt x="3323" y="2821"/>
                  <a:pt x="3323" y="2821"/>
                  <a:pt x="3323" y="2821"/>
                </a:cubicBezTo>
                <a:cubicBezTo>
                  <a:pt x="3323" y="2132"/>
                  <a:pt x="3323" y="2132"/>
                  <a:pt x="3323" y="2132"/>
                </a:cubicBezTo>
                <a:cubicBezTo>
                  <a:pt x="3323" y="2078"/>
                  <a:pt x="3279" y="2034"/>
                  <a:pt x="3225" y="2034"/>
                </a:cubicBezTo>
                <a:close/>
                <a:moveTo>
                  <a:pt x="356" y="1963"/>
                </a:moveTo>
                <a:cubicBezTo>
                  <a:pt x="356" y="1963"/>
                  <a:pt x="732" y="1525"/>
                  <a:pt x="650" y="1575"/>
                </a:cubicBezTo>
                <a:cubicBezTo>
                  <a:pt x="765" y="1421"/>
                  <a:pt x="585" y="1318"/>
                  <a:pt x="513" y="1405"/>
                </a:cubicBezTo>
                <a:cubicBezTo>
                  <a:pt x="442" y="1492"/>
                  <a:pt x="109" y="1946"/>
                  <a:pt x="109" y="1946"/>
                </a:cubicBezTo>
                <a:cubicBezTo>
                  <a:pt x="109" y="1946"/>
                  <a:pt x="0" y="2094"/>
                  <a:pt x="109" y="2225"/>
                </a:cubicBezTo>
                <a:cubicBezTo>
                  <a:pt x="131" y="2247"/>
                  <a:pt x="716" y="2815"/>
                  <a:pt x="716" y="2815"/>
                </a:cubicBezTo>
                <a:cubicBezTo>
                  <a:pt x="716" y="2815"/>
                  <a:pt x="781" y="2908"/>
                  <a:pt x="880" y="2821"/>
                </a:cubicBezTo>
                <a:cubicBezTo>
                  <a:pt x="978" y="2733"/>
                  <a:pt x="1350" y="2372"/>
                  <a:pt x="1350" y="2372"/>
                </a:cubicBezTo>
                <a:cubicBezTo>
                  <a:pt x="1350" y="2230"/>
                  <a:pt x="1350" y="2230"/>
                  <a:pt x="1350" y="2230"/>
                </a:cubicBezTo>
                <a:cubicBezTo>
                  <a:pt x="1350" y="2230"/>
                  <a:pt x="761" y="2230"/>
                  <a:pt x="531" y="2230"/>
                </a:cubicBezTo>
                <a:cubicBezTo>
                  <a:pt x="236" y="2230"/>
                  <a:pt x="356" y="1963"/>
                  <a:pt x="356" y="1963"/>
                </a:cubicBezTo>
                <a:close/>
              </a:path>
            </a:pathLst>
          </a:custGeom>
          <a:solidFill>
            <a:srgbClr val="FEFFFF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>
              <a:solidFill>
                <a:srgbClr val="FEFFFF"/>
              </a:solidFill>
              <a:latin typeface="Georgia" panose="02040502050405020303" charset="0"/>
              <a:ea typeface="Arial" panose="020B0604020202020204" pitchFamily="34" charset="0"/>
              <a:cs typeface="Georgia" panose="02040502050405020303" charset="0"/>
            </a:endParaRPr>
          </a:p>
        </p:txBody>
      </p:sp>
      <p:sp>
        <p:nvSpPr>
          <p:cNvPr id="18" name="矩形 17" descr="#clear#"/>
          <p:cNvSpPr/>
          <p:nvPr/>
        </p:nvSpPr>
        <p:spPr>
          <a:xfrm>
            <a:off x="1043940" y="4066540"/>
            <a:ext cx="3210560" cy="221551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400050" indent="-400050" algn="l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en-US" sz="1800" dirty="0">
                <a:solidFill>
                  <a:schemeClr val="tx1"/>
                </a:solidFill>
                <a:latin typeface="Georgia" panose="02040502050405020303" charset="0"/>
                <a:ea typeface="Arial" panose="020B0604020202020204" pitchFamily="34" charset="0"/>
                <a:cs typeface="Georgia" panose="02040502050405020303" charset="0"/>
              </a:rPr>
              <a:t>Used for backend development.</a:t>
            </a:r>
            <a:endParaRPr lang="en-US" altLang="en-US" sz="1800" dirty="0">
              <a:solidFill>
                <a:schemeClr val="tx1"/>
              </a:solidFill>
              <a:latin typeface="Georgia" panose="02040502050405020303" charset="0"/>
              <a:ea typeface="Arial" panose="020B0604020202020204" pitchFamily="34" charset="0"/>
              <a:cs typeface="Georgia" panose="02040502050405020303" charset="0"/>
            </a:endParaRPr>
          </a:p>
          <a:p>
            <a:pPr marL="400050" indent="-400050" algn="l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en-US" sz="1800" dirty="0">
                <a:solidFill>
                  <a:schemeClr val="tx1"/>
                </a:solidFill>
                <a:latin typeface="Georgia" panose="02040502050405020303" charset="0"/>
                <a:ea typeface="Arial" panose="020B0604020202020204" pitchFamily="34" charset="0"/>
                <a:cs typeface="Georgia" panose="02040502050405020303" charset="0"/>
              </a:rPr>
              <a:t>Ensures the system is strong, stable, and can grow with more users.</a:t>
            </a:r>
            <a:endParaRPr lang="en-US" altLang="en-US" sz="1800" dirty="0">
              <a:solidFill>
                <a:schemeClr val="tx1"/>
              </a:solidFill>
              <a:latin typeface="Georgia" panose="02040502050405020303" charset="0"/>
              <a:ea typeface="Arial" panose="020B0604020202020204" pitchFamily="34" charset="0"/>
              <a:cs typeface="Georgia" panose="02040502050405020303" charset="0"/>
            </a:endParaRPr>
          </a:p>
        </p:txBody>
      </p:sp>
      <p:sp>
        <p:nvSpPr>
          <p:cNvPr id="19" name="矩形 18" descr="#clear#"/>
          <p:cNvSpPr/>
          <p:nvPr/>
        </p:nvSpPr>
        <p:spPr>
          <a:xfrm>
            <a:off x="1217381" y="3190877"/>
            <a:ext cx="2526444" cy="5640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>
              <a:lnSpc>
                <a:spcPct val="150000"/>
              </a:lnSpc>
            </a:pPr>
            <a:r>
              <a:rPr lang="en-US" altLang="en-US" sz="1800" dirty="0">
                <a:solidFill>
                  <a:srgbClr val="FEFFFF"/>
                </a:solidFill>
                <a:latin typeface="Georgia" panose="02040502050405020303" charset="0"/>
                <a:ea typeface="Arial" panose="020B0604020202020204" pitchFamily="34" charset="0"/>
                <a:cs typeface="Georgia" panose="02040502050405020303" charset="0"/>
              </a:rPr>
              <a:t>Java Technology</a:t>
            </a:r>
            <a:endParaRPr lang="en-US" altLang="en-US" sz="1800" dirty="0">
              <a:solidFill>
                <a:srgbClr val="FEFFFF"/>
              </a:solidFill>
              <a:latin typeface="Georgia" panose="02040502050405020303" charset="0"/>
              <a:ea typeface="Arial" panose="020B0604020202020204" pitchFamily="34" charset="0"/>
              <a:cs typeface="Georgia" panose="02040502050405020303" charset="0"/>
            </a:endParaRPr>
          </a:p>
        </p:txBody>
      </p:sp>
      <p:sp>
        <p:nvSpPr>
          <p:cNvPr id="20" name="椭圆 19"/>
          <p:cNvSpPr/>
          <p:nvPr/>
        </p:nvSpPr>
        <p:spPr>
          <a:xfrm>
            <a:off x="5265049" y="1216922"/>
            <a:ext cx="1661903" cy="1661903"/>
          </a:xfrm>
          <a:prstGeom prst="ellipse">
            <a:avLst/>
          </a:prstGeom>
          <a:solidFill>
            <a:schemeClr val="accent1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EFFFF"/>
              </a:solidFill>
              <a:latin typeface="Georgia" panose="02040502050405020303" charset="0"/>
              <a:ea typeface="Arial" panose="020B0604020202020204" pitchFamily="34" charset="0"/>
              <a:cs typeface="Georgia" panose="02040502050405020303" charset="0"/>
            </a:endParaRPr>
          </a:p>
        </p:txBody>
      </p:sp>
      <p:sp>
        <p:nvSpPr>
          <p:cNvPr id="21" name="矩形 20" descr="#clear#"/>
          <p:cNvSpPr/>
          <p:nvPr/>
        </p:nvSpPr>
        <p:spPr>
          <a:xfrm>
            <a:off x="4577715" y="3754755"/>
            <a:ext cx="3195320" cy="269303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285750" indent="-285750" algn="l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en-US" sz="1800" dirty="0">
                <a:solidFill>
                  <a:schemeClr val="tx1"/>
                </a:solidFill>
                <a:latin typeface="Georgia" panose="02040502050405020303" charset="0"/>
                <a:ea typeface="Arial" panose="020B0604020202020204" pitchFamily="34" charset="0"/>
                <a:cs typeface="Georgia" panose="02040502050405020303" charset="0"/>
              </a:rPr>
              <a:t>Client: The interface where users (students, teachers, admins) interact.</a:t>
            </a:r>
            <a:endParaRPr lang="en-US" altLang="en-US" sz="1800" dirty="0">
              <a:solidFill>
                <a:schemeClr val="tx1"/>
              </a:solidFill>
              <a:latin typeface="Georgia" panose="02040502050405020303" charset="0"/>
              <a:ea typeface="Arial" panose="020B0604020202020204" pitchFamily="34" charset="0"/>
              <a:cs typeface="Georgia" panose="02040502050405020303" charset="0"/>
            </a:endParaRPr>
          </a:p>
          <a:p>
            <a:pPr marL="285750" indent="-285750" algn="l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en-US" sz="1800" dirty="0">
                <a:solidFill>
                  <a:schemeClr val="tx1"/>
                </a:solidFill>
                <a:latin typeface="Georgia" panose="02040502050405020303" charset="0"/>
                <a:ea typeface="Arial" panose="020B0604020202020204" pitchFamily="34" charset="0"/>
                <a:cs typeface="Georgia" panose="02040502050405020303" charset="0"/>
              </a:rPr>
              <a:t>Server: Handles data and processes the logic.</a:t>
            </a:r>
            <a:endParaRPr lang="en-US" altLang="en-US" sz="1800" dirty="0">
              <a:solidFill>
                <a:schemeClr val="tx1"/>
              </a:solidFill>
              <a:latin typeface="Georgia" panose="02040502050405020303" charset="0"/>
              <a:ea typeface="Arial" panose="020B0604020202020204" pitchFamily="34" charset="0"/>
              <a:cs typeface="Georgia" panose="02040502050405020303" charset="0"/>
            </a:endParaRPr>
          </a:p>
        </p:txBody>
      </p:sp>
      <p:sp>
        <p:nvSpPr>
          <p:cNvPr id="22" name="矩形 21" descr="#clear#"/>
          <p:cNvSpPr/>
          <p:nvPr/>
        </p:nvSpPr>
        <p:spPr>
          <a:xfrm>
            <a:off x="4846320" y="3190875"/>
            <a:ext cx="2675890" cy="5638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>
              <a:lnSpc>
                <a:spcPct val="150000"/>
              </a:lnSpc>
            </a:pPr>
            <a:r>
              <a:rPr lang="en-US" altLang="en-US" sz="1600" dirty="0">
                <a:solidFill>
                  <a:srgbClr val="FEFFFF"/>
                </a:solidFill>
                <a:latin typeface="Georgia" panose="02040502050405020303" charset="0"/>
                <a:ea typeface="Arial" panose="020B0604020202020204" pitchFamily="34" charset="0"/>
                <a:cs typeface="Georgia" panose="02040502050405020303" charset="0"/>
              </a:rPr>
              <a:t>Client-Server Architecture</a:t>
            </a:r>
            <a:endParaRPr lang="en-US" altLang="en-US" sz="1600" dirty="0">
              <a:solidFill>
                <a:srgbClr val="FEFFFF"/>
              </a:solidFill>
              <a:latin typeface="Georgia" panose="02040502050405020303" charset="0"/>
              <a:ea typeface="Arial" panose="020B0604020202020204" pitchFamily="34" charset="0"/>
              <a:cs typeface="Georgia" panose="02040502050405020303" charset="0"/>
            </a:endParaRPr>
          </a:p>
        </p:txBody>
      </p:sp>
      <p:sp>
        <p:nvSpPr>
          <p:cNvPr id="23" name="椭圆 22"/>
          <p:cNvSpPr/>
          <p:nvPr/>
        </p:nvSpPr>
        <p:spPr>
          <a:xfrm>
            <a:off x="8880446" y="1216922"/>
            <a:ext cx="1661903" cy="1661903"/>
          </a:xfrm>
          <a:prstGeom prst="ellipse">
            <a:avLst/>
          </a:prstGeom>
          <a:solidFill>
            <a:schemeClr val="accent1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EFFFF"/>
              </a:solidFill>
              <a:latin typeface="Georgia" panose="02040502050405020303" charset="0"/>
              <a:ea typeface="Arial" panose="020B0604020202020204" pitchFamily="34" charset="0"/>
              <a:cs typeface="Georgia" panose="02040502050405020303" charset="0"/>
            </a:endParaRPr>
          </a:p>
        </p:txBody>
      </p:sp>
      <p:sp>
        <p:nvSpPr>
          <p:cNvPr id="30" name="矩形 29" descr="#clear#"/>
          <p:cNvSpPr/>
          <p:nvPr/>
        </p:nvSpPr>
        <p:spPr>
          <a:xfrm>
            <a:off x="8448040" y="4130675"/>
            <a:ext cx="3007360" cy="184277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285750" indent="-285750" algn="l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en-US" sz="1800" dirty="0">
                <a:solidFill>
                  <a:schemeClr val="tx1"/>
                </a:solidFill>
                <a:latin typeface="Georgia" panose="02040502050405020303" charset="0"/>
                <a:ea typeface="Arial" panose="020B0604020202020204" pitchFamily="34" charset="0"/>
                <a:cs typeface="Georgia" panose="02040502050405020303" charset="0"/>
              </a:rPr>
              <a:t>Separates the user interface, business logic, and data for better organization and easier management.</a:t>
            </a:r>
            <a:endParaRPr lang="en-US" altLang="en-US" sz="1800" dirty="0">
              <a:solidFill>
                <a:schemeClr val="tx1"/>
              </a:solidFill>
              <a:latin typeface="Georgia" panose="02040502050405020303" charset="0"/>
              <a:ea typeface="Arial" panose="020B0604020202020204" pitchFamily="34" charset="0"/>
              <a:cs typeface="Georgia" panose="02040502050405020303" charset="0"/>
            </a:endParaRPr>
          </a:p>
        </p:txBody>
      </p:sp>
      <p:sp>
        <p:nvSpPr>
          <p:cNvPr id="32" name="矩形 31" descr="#clear#"/>
          <p:cNvSpPr/>
          <p:nvPr/>
        </p:nvSpPr>
        <p:spPr>
          <a:xfrm>
            <a:off x="8446905" y="3190877"/>
            <a:ext cx="2526444" cy="5640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>
              <a:lnSpc>
                <a:spcPct val="150000"/>
              </a:lnSpc>
            </a:pPr>
            <a:r>
              <a:rPr lang="en-US" altLang="en-US" sz="1800" dirty="0">
                <a:solidFill>
                  <a:srgbClr val="FEFFFF"/>
                </a:solidFill>
                <a:latin typeface="Georgia" panose="02040502050405020303" charset="0"/>
                <a:ea typeface="Arial" panose="020B0604020202020204" pitchFamily="34" charset="0"/>
                <a:cs typeface="Georgia" panose="02040502050405020303" charset="0"/>
              </a:rPr>
              <a:t>MVC Design Pattern</a:t>
            </a:r>
            <a:endParaRPr lang="en-US" altLang="en-US" sz="1800" dirty="0">
              <a:solidFill>
                <a:srgbClr val="FEFFFF"/>
              </a:solidFill>
              <a:latin typeface="Georgia" panose="02040502050405020303" charset="0"/>
              <a:ea typeface="Arial" panose="020B0604020202020204" pitchFamily="34" charset="0"/>
              <a:cs typeface="Georgia" panose="02040502050405020303" charset="0"/>
            </a:endParaRPr>
          </a:p>
        </p:txBody>
      </p:sp>
      <p:sp>
        <p:nvSpPr>
          <p:cNvPr id="33" name="KSO_Shape"/>
          <p:cNvSpPr/>
          <p:nvPr/>
        </p:nvSpPr>
        <p:spPr>
          <a:xfrm>
            <a:off x="5606506" y="1684667"/>
            <a:ext cx="978989" cy="773401"/>
          </a:xfrm>
          <a:prstGeom prst="wedgeEllipseCallout">
            <a:avLst>
              <a:gd name="adj1" fmla="val -25046"/>
              <a:gd name="adj2" fmla="val 65698"/>
            </a:avLst>
          </a:prstGeom>
          <a:solidFill>
            <a:srgbClr val="FEFFFF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 dirty="0">
              <a:solidFill>
                <a:srgbClr val="FEFFFF"/>
              </a:solidFill>
              <a:latin typeface="Georgia" panose="02040502050405020303" charset="0"/>
              <a:ea typeface="Arial" panose="020B0604020202020204" pitchFamily="34" charset="0"/>
              <a:cs typeface="Georgia" panose="02040502050405020303" charset="0"/>
            </a:endParaRPr>
          </a:p>
        </p:txBody>
      </p:sp>
      <p:sp>
        <p:nvSpPr>
          <p:cNvPr id="34" name="KSO_Shape"/>
          <p:cNvSpPr/>
          <p:nvPr/>
        </p:nvSpPr>
        <p:spPr bwMode="auto">
          <a:xfrm>
            <a:off x="9277149" y="1534990"/>
            <a:ext cx="827857" cy="858126"/>
          </a:xfrm>
          <a:custGeom>
            <a:avLst/>
            <a:gdLst>
              <a:gd name="T0" fmla="*/ 269770 w 11301413"/>
              <a:gd name="T1" fmla="*/ 1200927 h 11718926"/>
              <a:gd name="T2" fmla="*/ 408539 w 11301413"/>
              <a:gd name="T3" fmla="*/ 1208278 h 11718926"/>
              <a:gd name="T4" fmla="*/ 479976 w 11301413"/>
              <a:gd name="T5" fmla="*/ 1297067 h 11718926"/>
              <a:gd name="T6" fmla="*/ 479976 w 11301413"/>
              <a:gd name="T7" fmla="*/ 1710455 h 11718926"/>
              <a:gd name="T8" fmla="*/ 401049 w 11301413"/>
              <a:gd name="T9" fmla="*/ 1800397 h 11718926"/>
              <a:gd name="T10" fmla="*/ 138923 w 11301413"/>
              <a:gd name="T11" fmla="*/ 1800397 h 11718926"/>
              <a:gd name="T12" fmla="*/ 59997 w 11301413"/>
              <a:gd name="T13" fmla="*/ 1710455 h 11718926"/>
              <a:gd name="T14" fmla="*/ 59997 w 11301413"/>
              <a:gd name="T15" fmla="*/ 1297643 h 11718926"/>
              <a:gd name="T16" fmla="*/ 131434 w 11301413"/>
              <a:gd name="T17" fmla="*/ 1208278 h 11718926"/>
              <a:gd name="T18" fmla="*/ 269770 w 11301413"/>
              <a:gd name="T19" fmla="*/ 1200927 h 11718926"/>
              <a:gd name="T20" fmla="*/ 869740 w 11301413"/>
              <a:gd name="T21" fmla="*/ 1021179 h 11718926"/>
              <a:gd name="T22" fmla="*/ 1008508 w 11301413"/>
              <a:gd name="T23" fmla="*/ 1028529 h 11718926"/>
              <a:gd name="T24" fmla="*/ 1079945 w 11301413"/>
              <a:gd name="T25" fmla="*/ 1117879 h 11718926"/>
              <a:gd name="T26" fmla="*/ 1079945 w 11301413"/>
              <a:gd name="T27" fmla="*/ 1710471 h 11718926"/>
              <a:gd name="T28" fmla="*/ 1001019 w 11301413"/>
              <a:gd name="T29" fmla="*/ 1800397 h 11718926"/>
              <a:gd name="T30" fmla="*/ 738892 w 11301413"/>
              <a:gd name="T31" fmla="*/ 1800397 h 11718926"/>
              <a:gd name="T32" fmla="*/ 659966 w 11301413"/>
              <a:gd name="T33" fmla="*/ 1710471 h 11718926"/>
              <a:gd name="T34" fmla="*/ 659966 w 11301413"/>
              <a:gd name="T35" fmla="*/ 1117879 h 11718926"/>
              <a:gd name="T36" fmla="*/ 731403 w 11301413"/>
              <a:gd name="T37" fmla="*/ 1028529 h 11718926"/>
              <a:gd name="T38" fmla="*/ 869740 w 11301413"/>
              <a:gd name="T39" fmla="*/ 1021179 h 11718926"/>
              <a:gd name="T40" fmla="*/ 1469559 w 11301413"/>
              <a:gd name="T41" fmla="*/ 720707 h 11718926"/>
              <a:gd name="T42" fmla="*/ 1608510 w 11301413"/>
              <a:gd name="T43" fmla="*/ 728058 h 11718926"/>
              <a:gd name="T44" fmla="*/ 1679427 w 11301413"/>
              <a:gd name="T45" fmla="*/ 817996 h 11718926"/>
              <a:gd name="T46" fmla="*/ 1679427 w 11301413"/>
              <a:gd name="T47" fmla="*/ 1710459 h 11718926"/>
              <a:gd name="T48" fmla="*/ 1601015 w 11301413"/>
              <a:gd name="T49" fmla="*/ 1800397 h 11718926"/>
              <a:gd name="T50" fmla="*/ 1338104 w 11301413"/>
              <a:gd name="T51" fmla="*/ 1800397 h 11718926"/>
              <a:gd name="T52" fmla="*/ 1259692 w 11301413"/>
              <a:gd name="T53" fmla="*/ 1710459 h 11718926"/>
              <a:gd name="T54" fmla="*/ 1259692 w 11301413"/>
              <a:gd name="T55" fmla="*/ 817996 h 11718926"/>
              <a:gd name="T56" fmla="*/ 1330609 w 11301413"/>
              <a:gd name="T57" fmla="*/ 728058 h 11718926"/>
              <a:gd name="T58" fmla="*/ 1469559 w 11301413"/>
              <a:gd name="T59" fmla="*/ 720707 h 11718926"/>
              <a:gd name="T60" fmla="*/ 1527073 w 11301413"/>
              <a:gd name="T61" fmla="*/ 0 h 11718926"/>
              <a:gd name="T62" fmla="*/ 1736253 w 11301413"/>
              <a:gd name="T63" fmla="*/ 210420 h 11718926"/>
              <a:gd name="T64" fmla="*/ 1527073 w 11301413"/>
              <a:gd name="T65" fmla="*/ 420264 h 11718926"/>
              <a:gd name="T66" fmla="*/ 1462532 w 11301413"/>
              <a:gd name="T67" fmla="*/ 409311 h 11718926"/>
              <a:gd name="T68" fmla="*/ 970988 w 11301413"/>
              <a:gd name="T69" fmla="*/ 779997 h 11718926"/>
              <a:gd name="T70" fmla="*/ 810213 w 11301413"/>
              <a:gd name="T71" fmla="*/ 765008 h 11718926"/>
              <a:gd name="T72" fmla="*/ 595270 w 11301413"/>
              <a:gd name="T73" fmla="*/ 528645 h 11718926"/>
              <a:gd name="T74" fmla="*/ 415479 w 11301413"/>
              <a:gd name="T75" fmla="*/ 711970 h 11718926"/>
              <a:gd name="T76" fmla="*/ 418937 w 11301413"/>
              <a:gd name="T77" fmla="*/ 750019 h 11718926"/>
              <a:gd name="T78" fmla="*/ 209756 w 11301413"/>
              <a:gd name="T79" fmla="*/ 960439 h 11718926"/>
              <a:gd name="T80" fmla="*/ 0 w 11301413"/>
              <a:gd name="T81" fmla="*/ 750019 h 11718926"/>
              <a:gd name="T82" fmla="*/ 209756 w 11301413"/>
              <a:gd name="T83" fmla="*/ 540175 h 11718926"/>
              <a:gd name="T84" fmla="*/ 244332 w 11301413"/>
              <a:gd name="T85" fmla="*/ 543634 h 11718926"/>
              <a:gd name="T86" fmla="*/ 513442 w 11301413"/>
              <a:gd name="T87" fmla="*/ 276141 h 11718926"/>
              <a:gd name="T88" fmla="*/ 601033 w 11301413"/>
              <a:gd name="T89" fmla="*/ 240398 h 11718926"/>
              <a:gd name="T90" fmla="*/ 687471 w 11301413"/>
              <a:gd name="T91" fmla="*/ 279600 h 11718926"/>
              <a:gd name="T92" fmla="*/ 913939 w 11301413"/>
              <a:gd name="T93" fmla="*/ 522304 h 11718926"/>
              <a:gd name="T94" fmla="*/ 1317893 w 11301413"/>
              <a:gd name="T95" fmla="*/ 217338 h 11718926"/>
              <a:gd name="T96" fmla="*/ 1317316 w 11301413"/>
              <a:gd name="T97" fmla="*/ 210420 h 11718926"/>
              <a:gd name="T98" fmla="*/ 1527073 w 11301413"/>
              <a:gd name="T99" fmla="*/ 0 h 1171892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</a:gdLst>
            <a:ahLst/>
            <a:cxnLst>
              <a:cxn ang="T100">
                <a:pos x="T0" y="T1"/>
              </a:cxn>
              <a:cxn ang="T101">
                <a:pos x="T2" y="T3"/>
              </a:cxn>
              <a:cxn ang="T102">
                <a:pos x="T4" y="T5"/>
              </a:cxn>
              <a:cxn ang="T103">
                <a:pos x="T6" y="T7"/>
              </a:cxn>
              <a:cxn ang="T104">
                <a:pos x="T8" y="T9"/>
              </a:cxn>
              <a:cxn ang="T105">
                <a:pos x="T10" y="T11"/>
              </a:cxn>
              <a:cxn ang="T106">
                <a:pos x="T12" y="T13"/>
              </a:cxn>
              <a:cxn ang="T107">
                <a:pos x="T14" y="T15"/>
              </a:cxn>
              <a:cxn ang="T108">
                <a:pos x="T16" y="T17"/>
              </a:cxn>
              <a:cxn ang="T109">
                <a:pos x="T18" y="T19"/>
              </a:cxn>
              <a:cxn ang="T110">
                <a:pos x="T20" y="T21"/>
              </a:cxn>
              <a:cxn ang="T111">
                <a:pos x="T22" y="T23"/>
              </a:cxn>
              <a:cxn ang="T112">
                <a:pos x="T24" y="T25"/>
              </a:cxn>
              <a:cxn ang="T113">
                <a:pos x="T26" y="T27"/>
              </a:cxn>
              <a:cxn ang="T114">
                <a:pos x="T28" y="T29"/>
              </a:cxn>
              <a:cxn ang="T115">
                <a:pos x="T30" y="T31"/>
              </a:cxn>
              <a:cxn ang="T116">
                <a:pos x="T32" y="T33"/>
              </a:cxn>
              <a:cxn ang="T117">
                <a:pos x="T34" y="T35"/>
              </a:cxn>
              <a:cxn ang="T118">
                <a:pos x="T36" y="T37"/>
              </a:cxn>
              <a:cxn ang="T119">
                <a:pos x="T38" y="T39"/>
              </a:cxn>
              <a:cxn ang="T120">
                <a:pos x="T40" y="T41"/>
              </a:cxn>
              <a:cxn ang="T121">
                <a:pos x="T42" y="T43"/>
              </a:cxn>
              <a:cxn ang="T122">
                <a:pos x="T44" y="T45"/>
              </a:cxn>
              <a:cxn ang="T123">
                <a:pos x="T46" y="T47"/>
              </a:cxn>
              <a:cxn ang="T124">
                <a:pos x="T48" y="T49"/>
              </a:cxn>
              <a:cxn ang="T125">
                <a:pos x="T50" y="T51"/>
              </a:cxn>
              <a:cxn ang="T126">
                <a:pos x="T52" y="T53"/>
              </a:cxn>
              <a:cxn ang="T127">
                <a:pos x="T54" y="T55"/>
              </a:cxn>
              <a:cxn ang="T128">
                <a:pos x="T56" y="T57"/>
              </a:cxn>
              <a:cxn ang="T129">
                <a:pos x="T58" y="T59"/>
              </a:cxn>
              <a:cxn ang="T130">
                <a:pos x="T60" y="T61"/>
              </a:cxn>
              <a:cxn ang="T131">
                <a:pos x="T62" y="T63"/>
              </a:cxn>
              <a:cxn ang="T132">
                <a:pos x="T64" y="T65"/>
              </a:cxn>
              <a:cxn ang="T133">
                <a:pos x="T66" y="T67"/>
              </a:cxn>
              <a:cxn ang="T134">
                <a:pos x="T68" y="T69"/>
              </a:cxn>
              <a:cxn ang="T135">
                <a:pos x="T70" y="T71"/>
              </a:cxn>
              <a:cxn ang="T136">
                <a:pos x="T72" y="T73"/>
              </a:cxn>
              <a:cxn ang="T137">
                <a:pos x="T74" y="T75"/>
              </a:cxn>
              <a:cxn ang="T138">
                <a:pos x="T76" y="T77"/>
              </a:cxn>
              <a:cxn ang="T139">
                <a:pos x="T78" y="T79"/>
              </a:cxn>
              <a:cxn ang="T140">
                <a:pos x="T80" y="T81"/>
              </a:cxn>
              <a:cxn ang="T141">
                <a:pos x="T82" y="T83"/>
              </a:cxn>
              <a:cxn ang="T142">
                <a:pos x="T84" y="T85"/>
              </a:cxn>
              <a:cxn ang="T143">
                <a:pos x="T86" y="T87"/>
              </a:cxn>
              <a:cxn ang="T144">
                <a:pos x="T88" y="T89"/>
              </a:cxn>
              <a:cxn ang="T145">
                <a:pos x="T90" y="T91"/>
              </a:cxn>
              <a:cxn ang="T146">
                <a:pos x="T92" y="T93"/>
              </a:cxn>
              <a:cxn ang="T147">
                <a:pos x="T94" y="T95"/>
              </a:cxn>
              <a:cxn ang="T148">
                <a:pos x="T96" y="T97"/>
              </a:cxn>
              <a:cxn ang="T149">
                <a:pos x="T98" y="T99"/>
              </a:cxn>
            </a:cxnLst>
            <a:rect l="0" t="0" r="r" b="b"/>
            <a:pathLst>
              <a:path w="11301413" h="11718926">
                <a:moveTo>
                  <a:pt x="1755956" y="7816926"/>
                </a:moveTo>
                <a:cubicBezTo>
                  <a:pt x="2057354" y="7816926"/>
                  <a:pt x="2359221" y="7832876"/>
                  <a:pt x="2659213" y="7864774"/>
                </a:cubicBezTo>
                <a:cubicBezTo>
                  <a:pt x="2921705" y="7894796"/>
                  <a:pt x="3124200" y="8142484"/>
                  <a:pt x="3124200" y="8442710"/>
                </a:cubicBezTo>
                <a:cubicBezTo>
                  <a:pt x="3124200" y="8442710"/>
                  <a:pt x="3124200" y="8442710"/>
                  <a:pt x="3124200" y="11133486"/>
                </a:cubicBezTo>
                <a:cubicBezTo>
                  <a:pt x="3124200" y="11456228"/>
                  <a:pt x="2895456" y="11718926"/>
                  <a:pt x="2610464" y="11718926"/>
                </a:cubicBezTo>
                <a:cubicBezTo>
                  <a:pt x="2610464" y="11718926"/>
                  <a:pt x="2610464" y="11718926"/>
                  <a:pt x="904261" y="11718926"/>
                </a:cubicBezTo>
                <a:cubicBezTo>
                  <a:pt x="619269" y="11718926"/>
                  <a:pt x="390525" y="11456228"/>
                  <a:pt x="390525" y="11133486"/>
                </a:cubicBezTo>
                <a:cubicBezTo>
                  <a:pt x="390525" y="11133486"/>
                  <a:pt x="390525" y="11133486"/>
                  <a:pt x="390525" y="8446462"/>
                </a:cubicBezTo>
                <a:cubicBezTo>
                  <a:pt x="390525" y="8146236"/>
                  <a:pt x="593019" y="7894796"/>
                  <a:pt x="855512" y="7864774"/>
                </a:cubicBezTo>
                <a:cubicBezTo>
                  <a:pt x="1153629" y="7832876"/>
                  <a:pt x="1454558" y="7816926"/>
                  <a:pt x="1755956" y="7816926"/>
                </a:cubicBezTo>
                <a:close/>
                <a:moveTo>
                  <a:pt x="5661206" y="6646934"/>
                </a:moveTo>
                <a:cubicBezTo>
                  <a:pt x="5962604" y="6646934"/>
                  <a:pt x="6264471" y="6662880"/>
                  <a:pt x="6564463" y="6694774"/>
                </a:cubicBezTo>
                <a:cubicBezTo>
                  <a:pt x="6826955" y="6721040"/>
                  <a:pt x="7029450" y="6976188"/>
                  <a:pt x="7029450" y="7276360"/>
                </a:cubicBezTo>
                <a:cubicBezTo>
                  <a:pt x="7029450" y="7276360"/>
                  <a:pt x="7029450" y="7276360"/>
                  <a:pt x="7029450" y="11133588"/>
                </a:cubicBezTo>
                <a:cubicBezTo>
                  <a:pt x="7029450" y="11456274"/>
                  <a:pt x="6796957" y="11718926"/>
                  <a:pt x="6515714" y="11718926"/>
                </a:cubicBezTo>
                <a:cubicBezTo>
                  <a:pt x="6515714" y="11718926"/>
                  <a:pt x="6515714" y="11718926"/>
                  <a:pt x="4809511" y="11718926"/>
                </a:cubicBezTo>
                <a:cubicBezTo>
                  <a:pt x="4524519" y="11718926"/>
                  <a:pt x="4295775" y="11456274"/>
                  <a:pt x="4295775" y="11133588"/>
                </a:cubicBezTo>
                <a:cubicBezTo>
                  <a:pt x="4295775" y="11133588"/>
                  <a:pt x="4295775" y="11133588"/>
                  <a:pt x="4295775" y="7276360"/>
                </a:cubicBezTo>
                <a:cubicBezTo>
                  <a:pt x="4295775" y="6976188"/>
                  <a:pt x="4498269" y="6721040"/>
                  <a:pt x="4760762" y="6694774"/>
                </a:cubicBezTo>
                <a:cubicBezTo>
                  <a:pt x="5058879" y="6662880"/>
                  <a:pt x="5359808" y="6646934"/>
                  <a:pt x="5661206" y="6646934"/>
                </a:cubicBezTo>
                <a:close/>
                <a:moveTo>
                  <a:pt x="9565481" y="4691138"/>
                </a:moveTo>
                <a:cubicBezTo>
                  <a:pt x="9867587" y="4691138"/>
                  <a:pt x="10169692" y="4707086"/>
                  <a:pt x="10469922" y="4738984"/>
                </a:cubicBezTo>
                <a:cubicBezTo>
                  <a:pt x="10732623" y="4769004"/>
                  <a:pt x="10931525" y="5020432"/>
                  <a:pt x="10931525" y="5324398"/>
                </a:cubicBezTo>
                <a:cubicBezTo>
                  <a:pt x="10931525" y="5324398"/>
                  <a:pt x="10931525" y="5324398"/>
                  <a:pt x="10931525" y="11133512"/>
                </a:cubicBezTo>
                <a:cubicBezTo>
                  <a:pt x="10931525" y="11456240"/>
                  <a:pt x="10702600" y="11718926"/>
                  <a:pt x="10421135" y="11718926"/>
                </a:cubicBezTo>
                <a:cubicBezTo>
                  <a:pt x="10421135" y="11718926"/>
                  <a:pt x="10421135" y="11718926"/>
                  <a:pt x="8709827" y="11718926"/>
                </a:cubicBezTo>
                <a:cubicBezTo>
                  <a:pt x="8428362" y="11718926"/>
                  <a:pt x="8199437" y="11456240"/>
                  <a:pt x="8199437" y="11133512"/>
                </a:cubicBezTo>
                <a:cubicBezTo>
                  <a:pt x="8199437" y="11133512"/>
                  <a:pt x="8199437" y="11133512"/>
                  <a:pt x="8199437" y="5324398"/>
                </a:cubicBezTo>
                <a:cubicBezTo>
                  <a:pt x="8199437" y="5020432"/>
                  <a:pt x="8398339" y="4769004"/>
                  <a:pt x="8661040" y="4738984"/>
                </a:cubicBezTo>
                <a:cubicBezTo>
                  <a:pt x="8961270" y="4707086"/>
                  <a:pt x="9263375" y="4691138"/>
                  <a:pt x="9565481" y="4691138"/>
                </a:cubicBezTo>
                <a:close/>
                <a:moveTo>
                  <a:pt x="9939842" y="0"/>
                </a:moveTo>
                <a:cubicBezTo>
                  <a:pt x="10693770" y="0"/>
                  <a:pt x="11301413" y="611648"/>
                  <a:pt x="11301413" y="1369642"/>
                </a:cubicBezTo>
                <a:cubicBezTo>
                  <a:pt x="11301413" y="2123884"/>
                  <a:pt x="10693770" y="2735532"/>
                  <a:pt x="9939842" y="2735532"/>
                </a:cubicBezTo>
                <a:cubicBezTo>
                  <a:pt x="9789807" y="2735532"/>
                  <a:pt x="9651024" y="2705514"/>
                  <a:pt x="9519743" y="2664236"/>
                </a:cubicBezTo>
                <a:cubicBezTo>
                  <a:pt x="9519743" y="2664236"/>
                  <a:pt x="9519743" y="2664236"/>
                  <a:pt x="6320239" y="5077060"/>
                </a:cubicBezTo>
                <a:cubicBezTo>
                  <a:pt x="5997663" y="5320968"/>
                  <a:pt x="5543807" y="5275940"/>
                  <a:pt x="5273743" y="4979496"/>
                </a:cubicBezTo>
                <a:cubicBezTo>
                  <a:pt x="5273743" y="4979496"/>
                  <a:pt x="5273743" y="4979496"/>
                  <a:pt x="3874663" y="3440992"/>
                </a:cubicBezTo>
                <a:cubicBezTo>
                  <a:pt x="3874663" y="3440992"/>
                  <a:pt x="3874663" y="3440992"/>
                  <a:pt x="2704387" y="4634272"/>
                </a:cubicBezTo>
                <a:cubicBezTo>
                  <a:pt x="2719391" y="4716824"/>
                  <a:pt x="2726893" y="4799378"/>
                  <a:pt x="2726893" y="4881932"/>
                </a:cubicBezTo>
                <a:cubicBezTo>
                  <a:pt x="2726893" y="5639926"/>
                  <a:pt x="2119249" y="6251576"/>
                  <a:pt x="1365322" y="6251576"/>
                </a:cubicBezTo>
                <a:cubicBezTo>
                  <a:pt x="611394" y="6251576"/>
                  <a:pt x="0" y="5639926"/>
                  <a:pt x="0" y="4881932"/>
                </a:cubicBezTo>
                <a:cubicBezTo>
                  <a:pt x="0" y="4127690"/>
                  <a:pt x="611394" y="3516042"/>
                  <a:pt x="1365322" y="3516042"/>
                </a:cubicBezTo>
                <a:cubicBezTo>
                  <a:pt x="1440339" y="3516042"/>
                  <a:pt x="1515357" y="3527300"/>
                  <a:pt x="1590375" y="3538556"/>
                </a:cubicBezTo>
                <a:cubicBezTo>
                  <a:pt x="1590375" y="3538556"/>
                  <a:pt x="1590375" y="3538556"/>
                  <a:pt x="3342037" y="1797422"/>
                </a:cubicBezTo>
                <a:cubicBezTo>
                  <a:pt x="3492073" y="1647324"/>
                  <a:pt x="3702122" y="1557266"/>
                  <a:pt x="3912172" y="1564770"/>
                </a:cubicBezTo>
                <a:cubicBezTo>
                  <a:pt x="4125972" y="1572274"/>
                  <a:pt x="4328520" y="1662334"/>
                  <a:pt x="4474805" y="1819936"/>
                </a:cubicBezTo>
                <a:cubicBezTo>
                  <a:pt x="4474805" y="1819936"/>
                  <a:pt x="4474805" y="1819936"/>
                  <a:pt x="5948902" y="3399716"/>
                </a:cubicBezTo>
                <a:cubicBezTo>
                  <a:pt x="5948902" y="3399716"/>
                  <a:pt x="5948902" y="3399716"/>
                  <a:pt x="8578271" y="1414672"/>
                </a:cubicBezTo>
                <a:cubicBezTo>
                  <a:pt x="8578271" y="1399662"/>
                  <a:pt x="8574520" y="1384652"/>
                  <a:pt x="8574520" y="1369642"/>
                </a:cubicBezTo>
                <a:cubicBezTo>
                  <a:pt x="8574520" y="611648"/>
                  <a:pt x="9185915" y="0"/>
                  <a:pt x="9939842" y="0"/>
                </a:cubicBezTo>
                <a:close/>
              </a:path>
            </a:pathLst>
          </a:custGeom>
          <a:solidFill>
            <a:srgbClr val="FEFFFF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>
              <a:solidFill>
                <a:srgbClr val="FEFFFF"/>
              </a:solidFill>
              <a:latin typeface="Georgia" panose="02040502050405020303" charset="0"/>
              <a:ea typeface="Arial" panose="020B0604020202020204" pitchFamily="34" charset="0"/>
              <a:cs typeface="Georgia" panose="02040502050405020303" charset="0"/>
            </a:endParaRPr>
          </a:p>
        </p:txBody>
      </p:sp>
    </p:spTree>
  </p:cSld>
  <p:clrMapOvr>
    <a:masterClrMapping/>
  </p:clrMapOvr>
  <p:transition spd="slow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标题 1" descr="#clear#"/>
          <p:cNvSpPr>
            <a:spLocks noGrp="1"/>
          </p:cNvSpPr>
          <p:nvPr>
            <p:ph type="title"/>
          </p:nvPr>
        </p:nvSpPr>
        <p:spPr>
          <a:xfrm>
            <a:off x="193675" y="1426845"/>
            <a:ext cx="6848475" cy="2527300"/>
          </a:xfrm>
        </p:spPr>
        <p:txBody>
          <a:bodyPr/>
          <a:lstStyle/>
          <a:p>
            <a:r>
              <a:rPr lang="en-US">
                <a:latin typeface="Georgia" panose="02040502050405020303" charset="0"/>
                <a:cs typeface="Georgia" panose="02040502050405020303" charset="0"/>
              </a:rPr>
              <a:t>06</a:t>
            </a:r>
            <a:br>
              <a:rPr lang="en-US">
                <a:latin typeface="Georgia" panose="02040502050405020303" charset="0"/>
                <a:cs typeface="Georgia" panose="02040502050405020303" charset="0"/>
              </a:rPr>
            </a:br>
            <a:r>
              <a:rPr lang="en-US" altLang="en-US">
                <a:latin typeface="Georgia" panose="02040502050405020303" charset="0"/>
                <a:cs typeface="Georgia" panose="02040502050405020303" charset="0"/>
              </a:rPr>
              <a:t>Functional Requirements</a:t>
            </a:r>
            <a:endParaRPr lang="en-US" altLang="en-US">
              <a:latin typeface="Georgia" panose="02040502050405020303" charset="0"/>
              <a:cs typeface="Georgia" panose="02040502050405020303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任意多边形: 形状 9"/>
          <p:cNvSpPr/>
          <p:nvPr/>
        </p:nvSpPr>
        <p:spPr>
          <a:xfrm rot="1200000" flipH="1">
            <a:off x="8909028" y="1565860"/>
            <a:ext cx="982433" cy="2218607"/>
          </a:xfrm>
          <a:custGeom>
            <a:avLst/>
            <a:gdLst>
              <a:gd name="connsiteX0" fmla="*/ 908775 w 1133441"/>
              <a:gd name="connsiteY0" fmla="*/ 0 h 2559624"/>
              <a:gd name="connsiteX1" fmla="*/ 999401 w 1133441"/>
              <a:gd name="connsiteY1" fmla="*/ 130660 h 2559624"/>
              <a:gd name="connsiteX2" fmla="*/ 635115 w 1133441"/>
              <a:gd name="connsiteY2" fmla="*/ 1505873 h 2559624"/>
              <a:gd name="connsiteX3" fmla="*/ 635984 w 1133441"/>
              <a:gd name="connsiteY3" fmla="*/ 1507391 h 2559624"/>
              <a:gd name="connsiteX4" fmla="*/ 310292 w 1133441"/>
              <a:gd name="connsiteY4" fmla="*/ 2427854 h 2559624"/>
              <a:gd name="connsiteX5" fmla="*/ 155325 w 1133441"/>
              <a:gd name="connsiteY5" fmla="*/ 2368302 h 2559624"/>
              <a:gd name="connsiteX6" fmla="*/ 153057 w 1133441"/>
              <a:gd name="connsiteY6" fmla="*/ 2374921 h 2559624"/>
              <a:gd name="connsiteX7" fmla="*/ 80098 w 1133441"/>
              <a:gd name="connsiteY7" fmla="*/ 2559624 h 2559624"/>
              <a:gd name="connsiteX8" fmla="*/ 498349 w 1133441"/>
              <a:gd name="connsiteY8" fmla="*/ 1294897 h 2559624"/>
              <a:gd name="connsiteX9" fmla="*/ 497185 w 1133441"/>
              <a:gd name="connsiteY9" fmla="*/ 1292863 h 2559624"/>
              <a:gd name="connsiteX10" fmla="*/ 772833 w 1133441"/>
              <a:gd name="connsiteY10" fmla="*/ 260354 h 2559624"/>
              <a:gd name="connsiteX11" fmla="*/ 733314 w 1133441"/>
              <a:gd name="connsiteY11" fmla="*/ 203492 h 25596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133441" h="2559624">
                <a:moveTo>
                  <a:pt x="908775" y="0"/>
                </a:moveTo>
                <a:lnTo>
                  <a:pt x="999401" y="130660"/>
                </a:lnTo>
                <a:cubicBezTo>
                  <a:pt x="1275098" y="612288"/>
                  <a:pt x="1111827" y="1225126"/>
                  <a:pt x="635115" y="1505873"/>
                </a:cubicBezTo>
                <a:lnTo>
                  <a:pt x="635984" y="1507391"/>
                </a:lnTo>
                <a:cubicBezTo>
                  <a:pt x="312477" y="1696125"/>
                  <a:pt x="180158" y="2088275"/>
                  <a:pt x="310292" y="2427854"/>
                </a:cubicBezTo>
                <a:cubicBezTo>
                  <a:pt x="315217" y="2417997"/>
                  <a:pt x="165898" y="2360810"/>
                  <a:pt x="155325" y="2368302"/>
                </a:cubicBezTo>
                <a:lnTo>
                  <a:pt x="153057" y="2374921"/>
                </a:lnTo>
                <a:cubicBezTo>
                  <a:pt x="139720" y="2407487"/>
                  <a:pt x="75724" y="2548553"/>
                  <a:pt x="80098" y="2559624"/>
                </a:cubicBezTo>
                <a:cubicBezTo>
                  <a:pt x="-115849" y="2098467"/>
                  <a:pt x="56844" y="1554175"/>
                  <a:pt x="498349" y="1294897"/>
                </a:cubicBezTo>
                <a:lnTo>
                  <a:pt x="497185" y="1292863"/>
                </a:lnTo>
                <a:cubicBezTo>
                  <a:pt x="856628" y="1083164"/>
                  <a:pt x="980048" y="622346"/>
                  <a:pt x="772833" y="260354"/>
                </a:cubicBezTo>
                <a:lnTo>
                  <a:pt x="733314" y="203492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Georgia" panose="02040502050405020303" charset="0"/>
              <a:ea typeface="Arial" panose="020B0604020202020204" pitchFamily="34" charset="0"/>
              <a:cs typeface="Georgia" panose="02040502050405020303" charset="0"/>
            </a:endParaRPr>
          </a:p>
        </p:txBody>
      </p:sp>
      <p:sp>
        <p:nvSpPr>
          <p:cNvPr id="24578" name="标题 3" descr="#clear#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altLang="zh-CN" dirty="0">
                <a:latin typeface="Georgia" panose="02040502050405020303" charset="0"/>
                <a:cs typeface="Georgia" panose="02040502050405020303" charset="0"/>
              </a:rPr>
              <a:t>Following are the Functional Requirements :</a:t>
            </a:r>
            <a:r>
              <a:rPr lang="zh-CN" altLang="en-US" dirty="0">
                <a:latin typeface="Georgia" panose="02040502050405020303" charset="0"/>
                <a:cs typeface="Georgia" panose="02040502050405020303" charset="0"/>
              </a:rPr>
              <a:t>
</a:t>
            </a:r>
            <a:endParaRPr lang="en-US" altLang="zh-CN" dirty="0">
              <a:latin typeface="Georgia" panose="02040502050405020303" charset="0"/>
              <a:cs typeface="Georgia" panose="02040502050405020303" charset="0"/>
            </a:endParaRPr>
          </a:p>
        </p:txBody>
      </p:sp>
      <p:sp>
        <p:nvSpPr>
          <p:cNvPr id="10" name="任意多边形: 形状 9"/>
          <p:cNvSpPr/>
          <p:nvPr/>
        </p:nvSpPr>
        <p:spPr>
          <a:xfrm rot="1200000" flipH="1">
            <a:off x="373358" y="1639520"/>
            <a:ext cx="982433" cy="2218607"/>
          </a:xfrm>
          <a:custGeom>
            <a:avLst/>
            <a:gdLst>
              <a:gd name="connsiteX0" fmla="*/ 908775 w 1133441"/>
              <a:gd name="connsiteY0" fmla="*/ 0 h 2559624"/>
              <a:gd name="connsiteX1" fmla="*/ 999401 w 1133441"/>
              <a:gd name="connsiteY1" fmla="*/ 130660 h 2559624"/>
              <a:gd name="connsiteX2" fmla="*/ 635115 w 1133441"/>
              <a:gd name="connsiteY2" fmla="*/ 1505873 h 2559624"/>
              <a:gd name="connsiteX3" fmla="*/ 635984 w 1133441"/>
              <a:gd name="connsiteY3" fmla="*/ 1507391 h 2559624"/>
              <a:gd name="connsiteX4" fmla="*/ 310292 w 1133441"/>
              <a:gd name="connsiteY4" fmla="*/ 2427854 h 2559624"/>
              <a:gd name="connsiteX5" fmla="*/ 155325 w 1133441"/>
              <a:gd name="connsiteY5" fmla="*/ 2368302 h 2559624"/>
              <a:gd name="connsiteX6" fmla="*/ 153057 w 1133441"/>
              <a:gd name="connsiteY6" fmla="*/ 2374921 h 2559624"/>
              <a:gd name="connsiteX7" fmla="*/ 80098 w 1133441"/>
              <a:gd name="connsiteY7" fmla="*/ 2559624 h 2559624"/>
              <a:gd name="connsiteX8" fmla="*/ 498349 w 1133441"/>
              <a:gd name="connsiteY8" fmla="*/ 1294897 h 2559624"/>
              <a:gd name="connsiteX9" fmla="*/ 497185 w 1133441"/>
              <a:gd name="connsiteY9" fmla="*/ 1292863 h 2559624"/>
              <a:gd name="connsiteX10" fmla="*/ 772833 w 1133441"/>
              <a:gd name="connsiteY10" fmla="*/ 260354 h 2559624"/>
              <a:gd name="connsiteX11" fmla="*/ 733314 w 1133441"/>
              <a:gd name="connsiteY11" fmla="*/ 203492 h 25596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133441" h="2559624">
                <a:moveTo>
                  <a:pt x="908775" y="0"/>
                </a:moveTo>
                <a:lnTo>
                  <a:pt x="999401" y="130660"/>
                </a:lnTo>
                <a:cubicBezTo>
                  <a:pt x="1275098" y="612288"/>
                  <a:pt x="1111827" y="1225126"/>
                  <a:pt x="635115" y="1505873"/>
                </a:cubicBezTo>
                <a:lnTo>
                  <a:pt x="635984" y="1507391"/>
                </a:lnTo>
                <a:cubicBezTo>
                  <a:pt x="312477" y="1696125"/>
                  <a:pt x="180158" y="2088275"/>
                  <a:pt x="310292" y="2427854"/>
                </a:cubicBezTo>
                <a:cubicBezTo>
                  <a:pt x="315217" y="2417997"/>
                  <a:pt x="165898" y="2360810"/>
                  <a:pt x="155325" y="2368302"/>
                </a:cubicBezTo>
                <a:lnTo>
                  <a:pt x="153057" y="2374921"/>
                </a:lnTo>
                <a:cubicBezTo>
                  <a:pt x="139720" y="2407487"/>
                  <a:pt x="75724" y="2548553"/>
                  <a:pt x="80098" y="2559624"/>
                </a:cubicBezTo>
                <a:cubicBezTo>
                  <a:pt x="-115849" y="2098467"/>
                  <a:pt x="56844" y="1554175"/>
                  <a:pt x="498349" y="1294897"/>
                </a:cubicBezTo>
                <a:lnTo>
                  <a:pt x="497185" y="1292863"/>
                </a:lnTo>
                <a:cubicBezTo>
                  <a:pt x="856628" y="1083164"/>
                  <a:pt x="980048" y="622346"/>
                  <a:pt x="772833" y="260354"/>
                </a:cubicBezTo>
                <a:lnTo>
                  <a:pt x="733314" y="203492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Georgia" panose="02040502050405020303" charset="0"/>
              <a:ea typeface="Arial" panose="020B0604020202020204" pitchFamily="34" charset="0"/>
              <a:cs typeface="Georgia" panose="02040502050405020303" charset="0"/>
            </a:endParaRPr>
          </a:p>
        </p:txBody>
      </p:sp>
      <p:sp>
        <p:nvSpPr>
          <p:cNvPr id="13" name="矩形 12" descr="#clear#"/>
          <p:cNvSpPr/>
          <p:nvPr/>
        </p:nvSpPr>
        <p:spPr>
          <a:xfrm>
            <a:off x="1139190" y="2440305"/>
            <a:ext cx="2302510" cy="127698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>
              <a:lnSpc>
                <a:spcPct val="150000"/>
              </a:lnSpc>
            </a:pPr>
            <a:r>
              <a:rPr lang="en-US" altLang="en-US" sz="1800" dirty="0">
                <a:solidFill>
                  <a:schemeClr val="tx1"/>
                </a:solidFill>
                <a:latin typeface="Georgia" panose="02040502050405020303" charset="0"/>
                <a:ea typeface="Arial" panose="020B0604020202020204" pitchFamily="34" charset="0"/>
                <a:cs typeface="Georgia" panose="02040502050405020303" charset="0"/>
              </a:rPr>
              <a:t>Perform CRUD operations on student records.</a:t>
            </a:r>
            <a:endParaRPr lang="en-US" altLang="en-US" sz="1800" dirty="0">
              <a:solidFill>
                <a:schemeClr val="tx1"/>
              </a:solidFill>
              <a:latin typeface="Georgia" panose="02040502050405020303" charset="0"/>
              <a:ea typeface="Arial" panose="020B0604020202020204" pitchFamily="34" charset="0"/>
              <a:cs typeface="Georgia" panose="02040502050405020303" charset="0"/>
            </a:endParaRPr>
          </a:p>
        </p:txBody>
      </p:sp>
      <p:sp>
        <p:nvSpPr>
          <p:cNvPr id="3" name="矩形 18" descr="#clear#"/>
          <p:cNvSpPr/>
          <p:nvPr/>
        </p:nvSpPr>
        <p:spPr>
          <a:xfrm>
            <a:off x="1419860" y="1712595"/>
            <a:ext cx="1754505" cy="72771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r>
              <a:rPr lang="en-US" altLang="en-US" sz="1400" dirty="0">
                <a:solidFill>
                  <a:srgbClr val="FEFFFF"/>
                </a:solidFill>
                <a:latin typeface="Georgia" panose="02040502050405020303" charset="0"/>
                <a:ea typeface="Arial" panose="020B0604020202020204" pitchFamily="34" charset="0"/>
                <a:cs typeface="Georgia" panose="02040502050405020303" charset="0"/>
              </a:rPr>
              <a:t>Student Record Management</a:t>
            </a:r>
            <a:endParaRPr lang="en-US" altLang="en-US" sz="1400" dirty="0">
              <a:solidFill>
                <a:srgbClr val="FEFFFF"/>
              </a:solidFill>
              <a:latin typeface="Georgia" panose="02040502050405020303" charset="0"/>
              <a:ea typeface="Arial" panose="020B0604020202020204" pitchFamily="34" charset="0"/>
              <a:cs typeface="Georgia" panose="02040502050405020303" charset="0"/>
            </a:endParaRPr>
          </a:p>
        </p:txBody>
      </p:sp>
      <p:sp>
        <p:nvSpPr>
          <p:cNvPr id="12" name="椭圆 11"/>
          <p:cNvSpPr/>
          <p:nvPr/>
        </p:nvSpPr>
        <p:spPr>
          <a:xfrm>
            <a:off x="666728" y="1311694"/>
            <a:ext cx="556591" cy="556591"/>
          </a:xfrm>
          <a:prstGeom prst="ellipse">
            <a:avLst/>
          </a:prstGeom>
          <a:ln w="57150">
            <a:solidFill>
              <a:srgbClr val="FFFFFF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  <a:latin typeface="Georgia" panose="02040502050405020303" charset="0"/>
                <a:ea typeface="Arial" panose="020B0604020202020204" pitchFamily="34" charset="0"/>
                <a:cs typeface="Georgia" panose="02040502050405020303" charset="0"/>
              </a:rPr>
              <a:t>1</a:t>
            </a:r>
            <a:endParaRPr lang="en-US" altLang="zh-CN">
              <a:solidFill>
                <a:schemeClr val="tx1"/>
              </a:solidFill>
              <a:latin typeface="Georgia" panose="02040502050405020303" charset="0"/>
              <a:ea typeface="Arial" panose="020B0604020202020204" pitchFamily="34" charset="0"/>
              <a:cs typeface="Georgia" panose="02040502050405020303" charset="0"/>
            </a:endParaRPr>
          </a:p>
        </p:txBody>
      </p:sp>
      <p:sp>
        <p:nvSpPr>
          <p:cNvPr id="8" name="任意多边形: 形状 9"/>
          <p:cNvSpPr/>
          <p:nvPr/>
        </p:nvSpPr>
        <p:spPr>
          <a:xfrm rot="1200000" flipH="1">
            <a:off x="3029563" y="4069030"/>
            <a:ext cx="982433" cy="2218607"/>
          </a:xfrm>
          <a:custGeom>
            <a:avLst/>
            <a:gdLst>
              <a:gd name="connsiteX0" fmla="*/ 908775 w 1133441"/>
              <a:gd name="connsiteY0" fmla="*/ 0 h 2559624"/>
              <a:gd name="connsiteX1" fmla="*/ 999401 w 1133441"/>
              <a:gd name="connsiteY1" fmla="*/ 130660 h 2559624"/>
              <a:gd name="connsiteX2" fmla="*/ 635115 w 1133441"/>
              <a:gd name="connsiteY2" fmla="*/ 1505873 h 2559624"/>
              <a:gd name="connsiteX3" fmla="*/ 635984 w 1133441"/>
              <a:gd name="connsiteY3" fmla="*/ 1507391 h 2559624"/>
              <a:gd name="connsiteX4" fmla="*/ 310292 w 1133441"/>
              <a:gd name="connsiteY4" fmla="*/ 2427854 h 2559624"/>
              <a:gd name="connsiteX5" fmla="*/ 155325 w 1133441"/>
              <a:gd name="connsiteY5" fmla="*/ 2368302 h 2559624"/>
              <a:gd name="connsiteX6" fmla="*/ 153057 w 1133441"/>
              <a:gd name="connsiteY6" fmla="*/ 2374921 h 2559624"/>
              <a:gd name="connsiteX7" fmla="*/ 80098 w 1133441"/>
              <a:gd name="connsiteY7" fmla="*/ 2559624 h 2559624"/>
              <a:gd name="connsiteX8" fmla="*/ 498349 w 1133441"/>
              <a:gd name="connsiteY8" fmla="*/ 1294897 h 2559624"/>
              <a:gd name="connsiteX9" fmla="*/ 497185 w 1133441"/>
              <a:gd name="connsiteY9" fmla="*/ 1292863 h 2559624"/>
              <a:gd name="connsiteX10" fmla="*/ 772833 w 1133441"/>
              <a:gd name="connsiteY10" fmla="*/ 260354 h 2559624"/>
              <a:gd name="connsiteX11" fmla="*/ 733314 w 1133441"/>
              <a:gd name="connsiteY11" fmla="*/ 203492 h 25596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133441" h="2559624">
                <a:moveTo>
                  <a:pt x="908775" y="0"/>
                </a:moveTo>
                <a:lnTo>
                  <a:pt x="999401" y="130660"/>
                </a:lnTo>
                <a:cubicBezTo>
                  <a:pt x="1275098" y="612288"/>
                  <a:pt x="1111827" y="1225126"/>
                  <a:pt x="635115" y="1505873"/>
                </a:cubicBezTo>
                <a:lnTo>
                  <a:pt x="635984" y="1507391"/>
                </a:lnTo>
                <a:cubicBezTo>
                  <a:pt x="312477" y="1696125"/>
                  <a:pt x="180158" y="2088275"/>
                  <a:pt x="310292" y="2427854"/>
                </a:cubicBezTo>
                <a:cubicBezTo>
                  <a:pt x="315217" y="2417997"/>
                  <a:pt x="165898" y="2360810"/>
                  <a:pt x="155325" y="2368302"/>
                </a:cubicBezTo>
                <a:lnTo>
                  <a:pt x="153057" y="2374921"/>
                </a:lnTo>
                <a:cubicBezTo>
                  <a:pt x="139720" y="2407487"/>
                  <a:pt x="75724" y="2548553"/>
                  <a:pt x="80098" y="2559624"/>
                </a:cubicBezTo>
                <a:cubicBezTo>
                  <a:pt x="-115849" y="2098467"/>
                  <a:pt x="56844" y="1554175"/>
                  <a:pt x="498349" y="1294897"/>
                </a:cubicBezTo>
                <a:lnTo>
                  <a:pt x="497185" y="1292863"/>
                </a:lnTo>
                <a:cubicBezTo>
                  <a:pt x="856628" y="1083164"/>
                  <a:pt x="980048" y="622346"/>
                  <a:pt x="772833" y="260354"/>
                </a:cubicBezTo>
                <a:lnTo>
                  <a:pt x="733314" y="203492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Georgia" panose="02040502050405020303" charset="0"/>
              <a:ea typeface="Arial" panose="020B0604020202020204" pitchFamily="34" charset="0"/>
              <a:cs typeface="Georgia" panose="02040502050405020303" charset="0"/>
            </a:endParaRPr>
          </a:p>
        </p:txBody>
      </p:sp>
      <p:sp>
        <p:nvSpPr>
          <p:cNvPr id="16" name="椭圆 15"/>
          <p:cNvSpPr/>
          <p:nvPr/>
        </p:nvSpPr>
        <p:spPr>
          <a:xfrm>
            <a:off x="3337869" y="3774859"/>
            <a:ext cx="556591" cy="556591"/>
          </a:xfrm>
          <a:prstGeom prst="ellipse">
            <a:avLst/>
          </a:prstGeom>
          <a:ln w="57150">
            <a:solidFill>
              <a:srgbClr val="FFFFFF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Georgia" panose="02040502050405020303" charset="0"/>
              <a:ea typeface="Arial" panose="020B0604020202020204" pitchFamily="34" charset="0"/>
              <a:cs typeface="Georgia" panose="02040502050405020303" charset="0"/>
            </a:endParaRPr>
          </a:p>
        </p:txBody>
      </p:sp>
      <p:sp>
        <p:nvSpPr>
          <p:cNvPr id="9" name="矩形 18" descr="#clear#"/>
          <p:cNvSpPr/>
          <p:nvPr/>
        </p:nvSpPr>
        <p:spPr>
          <a:xfrm>
            <a:off x="3996690" y="4412615"/>
            <a:ext cx="1754505" cy="72771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r>
              <a:rPr lang="en-US" altLang="en-US" sz="1400" dirty="0">
                <a:solidFill>
                  <a:srgbClr val="FEFFFF"/>
                </a:solidFill>
                <a:latin typeface="Georgia" panose="02040502050405020303" charset="0"/>
                <a:ea typeface="Arial" panose="020B0604020202020204" pitchFamily="34" charset="0"/>
                <a:cs typeface="Georgia" panose="02040502050405020303" charset="0"/>
              </a:rPr>
              <a:t>Fee Management</a:t>
            </a:r>
            <a:endParaRPr lang="en-US" altLang="en-US" sz="1400" dirty="0">
              <a:solidFill>
                <a:srgbClr val="FEFFFF"/>
              </a:solidFill>
              <a:latin typeface="Georgia" panose="02040502050405020303" charset="0"/>
              <a:ea typeface="Arial" panose="020B0604020202020204" pitchFamily="34" charset="0"/>
              <a:cs typeface="Georgia" panose="02040502050405020303" charset="0"/>
            </a:endParaRPr>
          </a:p>
        </p:txBody>
      </p:sp>
      <p:sp>
        <p:nvSpPr>
          <p:cNvPr id="21" name="矩形 12" descr="#clear#"/>
          <p:cNvSpPr/>
          <p:nvPr/>
        </p:nvSpPr>
        <p:spPr>
          <a:xfrm>
            <a:off x="3723005" y="5059045"/>
            <a:ext cx="2302510" cy="127698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>
              <a:lnSpc>
                <a:spcPct val="150000"/>
              </a:lnSpc>
            </a:pPr>
            <a:r>
              <a:rPr lang="en-US" altLang="en-US" sz="1800" dirty="0">
                <a:solidFill>
                  <a:schemeClr val="tx1"/>
                </a:solidFill>
                <a:latin typeface="Georgia" panose="02040502050405020303" charset="0"/>
                <a:ea typeface="Arial" panose="020B0604020202020204" pitchFamily="34" charset="0"/>
                <a:cs typeface="Georgia" panose="02040502050405020303" charset="0"/>
              </a:rPr>
              <a:t>Admins can track fees and generate fee challans</a:t>
            </a:r>
            <a:endParaRPr lang="en-US" altLang="en-US" sz="1800" dirty="0">
              <a:solidFill>
                <a:schemeClr val="tx1"/>
              </a:solidFill>
              <a:latin typeface="Georgia" panose="02040502050405020303" charset="0"/>
              <a:ea typeface="Arial" panose="020B0604020202020204" pitchFamily="34" charset="0"/>
              <a:cs typeface="Georgia" panose="02040502050405020303" charset="0"/>
            </a:endParaRPr>
          </a:p>
        </p:txBody>
      </p:sp>
      <p:sp>
        <p:nvSpPr>
          <p:cNvPr id="22" name="椭圆 19"/>
          <p:cNvSpPr/>
          <p:nvPr/>
        </p:nvSpPr>
        <p:spPr>
          <a:xfrm>
            <a:off x="9206870" y="1311694"/>
            <a:ext cx="556591" cy="556591"/>
          </a:xfrm>
          <a:prstGeom prst="ellipse">
            <a:avLst/>
          </a:prstGeom>
          <a:ln w="57150">
            <a:solidFill>
              <a:srgbClr val="FFFFFF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Georgia" panose="02040502050405020303" charset="0"/>
              <a:ea typeface="Arial" panose="020B0604020202020204" pitchFamily="34" charset="0"/>
              <a:cs typeface="Georgia" panose="02040502050405020303" charset="0"/>
            </a:endParaRPr>
          </a:p>
        </p:txBody>
      </p:sp>
      <p:sp>
        <p:nvSpPr>
          <p:cNvPr id="24" name="任意多边形: 形状 9"/>
          <p:cNvSpPr/>
          <p:nvPr/>
        </p:nvSpPr>
        <p:spPr>
          <a:xfrm rot="1200000" flipH="1">
            <a:off x="4524988" y="1639520"/>
            <a:ext cx="982433" cy="2218607"/>
          </a:xfrm>
          <a:custGeom>
            <a:avLst/>
            <a:gdLst>
              <a:gd name="connsiteX0" fmla="*/ 908775 w 1133441"/>
              <a:gd name="connsiteY0" fmla="*/ 0 h 2559624"/>
              <a:gd name="connsiteX1" fmla="*/ 999401 w 1133441"/>
              <a:gd name="connsiteY1" fmla="*/ 130660 h 2559624"/>
              <a:gd name="connsiteX2" fmla="*/ 635115 w 1133441"/>
              <a:gd name="connsiteY2" fmla="*/ 1505873 h 2559624"/>
              <a:gd name="connsiteX3" fmla="*/ 635984 w 1133441"/>
              <a:gd name="connsiteY3" fmla="*/ 1507391 h 2559624"/>
              <a:gd name="connsiteX4" fmla="*/ 310292 w 1133441"/>
              <a:gd name="connsiteY4" fmla="*/ 2427854 h 2559624"/>
              <a:gd name="connsiteX5" fmla="*/ 155325 w 1133441"/>
              <a:gd name="connsiteY5" fmla="*/ 2368302 h 2559624"/>
              <a:gd name="connsiteX6" fmla="*/ 153057 w 1133441"/>
              <a:gd name="connsiteY6" fmla="*/ 2374921 h 2559624"/>
              <a:gd name="connsiteX7" fmla="*/ 80098 w 1133441"/>
              <a:gd name="connsiteY7" fmla="*/ 2559624 h 2559624"/>
              <a:gd name="connsiteX8" fmla="*/ 498349 w 1133441"/>
              <a:gd name="connsiteY8" fmla="*/ 1294897 h 2559624"/>
              <a:gd name="connsiteX9" fmla="*/ 497185 w 1133441"/>
              <a:gd name="connsiteY9" fmla="*/ 1292863 h 2559624"/>
              <a:gd name="connsiteX10" fmla="*/ 772833 w 1133441"/>
              <a:gd name="connsiteY10" fmla="*/ 260354 h 2559624"/>
              <a:gd name="connsiteX11" fmla="*/ 733314 w 1133441"/>
              <a:gd name="connsiteY11" fmla="*/ 203492 h 25596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133441" h="2559624">
                <a:moveTo>
                  <a:pt x="908775" y="0"/>
                </a:moveTo>
                <a:lnTo>
                  <a:pt x="999401" y="130660"/>
                </a:lnTo>
                <a:cubicBezTo>
                  <a:pt x="1275098" y="612288"/>
                  <a:pt x="1111827" y="1225126"/>
                  <a:pt x="635115" y="1505873"/>
                </a:cubicBezTo>
                <a:lnTo>
                  <a:pt x="635984" y="1507391"/>
                </a:lnTo>
                <a:cubicBezTo>
                  <a:pt x="312477" y="1696125"/>
                  <a:pt x="180158" y="2088275"/>
                  <a:pt x="310292" y="2427854"/>
                </a:cubicBezTo>
                <a:cubicBezTo>
                  <a:pt x="315217" y="2417997"/>
                  <a:pt x="165898" y="2360810"/>
                  <a:pt x="155325" y="2368302"/>
                </a:cubicBezTo>
                <a:lnTo>
                  <a:pt x="153057" y="2374921"/>
                </a:lnTo>
                <a:cubicBezTo>
                  <a:pt x="139720" y="2407487"/>
                  <a:pt x="75724" y="2548553"/>
                  <a:pt x="80098" y="2559624"/>
                </a:cubicBezTo>
                <a:cubicBezTo>
                  <a:pt x="-115849" y="2098467"/>
                  <a:pt x="56844" y="1554175"/>
                  <a:pt x="498349" y="1294897"/>
                </a:cubicBezTo>
                <a:lnTo>
                  <a:pt x="497185" y="1292863"/>
                </a:lnTo>
                <a:cubicBezTo>
                  <a:pt x="856628" y="1083164"/>
                  <a:pt x="980048" y="622346"/>
                  <a:pt x="772833" y="260354"/>
                </a:cubicBezTo>
                <a:lnTo>
                  <a:pt x="733314" y="203492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Georgia" panose="02040502050405020303" charset="0"/>
              <a:ea typeface="Arial" panose="020B0604020202020204" pitchFamily="34" charset="0"/>
              <a:cs typeface="Georgia" panose="02040502050405020303" charset="0"/>
            </a:endParaRPr>
          </a:p>
        </p:txBody>
      </p:sp>
      <p:sp>
        <p:nvSpPr>
          <p:cNvPr id="20" name="椭圆 19"/>
          <p:cNvSpPr/>
          <p:nvPr/>
        </p:nvSpPr>
        <p:spPr>
          <a:xfrm>
            <a:off x="4809495" y="1311059"/>
            <a:ext cx="556591" cy="556591"/>
          </a:xfrm>
          <a:prstGeom prst="ellipse">
            <a:avLst/>
          </a:prstGeom>
          <a:ln w="57150">
            <a:solidFill>
              <a:srgbClr val="FFFFFF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Georgia" panose="02040502050405020303" charset="0"/>
              <a:ea typeface="Arial" panose="020B0604020202020204" pitchFamily="34" charset="0"/>
              <a:cs typeface="Georgia" panose="02040502050405020303" charset="0"/>
            </a:endParaRPr>
          </a:p>
        </p:txBody>
      </p:sp>
      <p:sp>
        <p:nvSpPr>
          <p:cNvPr id="26" name="任意多边形: 形状 9"/>
          <p:cNvSpPr/>
          <p:nvPr/>
        </p:nvSpPr>
        <p:spPr>
          <a:xfrm rot="1200000" flipH="1">
            <a:off x="7005933" y="4149675"/>
            <a:ext cx="982433" cy="2218607"/>
          </a:xfrm>
          <a:custGeom>
            <a:avLst/>
            <a:gdLst>
              <a:gd name="connsiteX0" fmla="*/ 908775 w 1133441"/>
              <a:gd name="connsiteY0" fmla="*/ 0 h 2559624"/>
              <a:gd name="connsiteX1" fmla="*/ 999401 w 1133441"/>
              <a:gd name="connsiteY1" fmla="*/ 130660 h 2559624"/>
              <a:gd name="connsiteX2" fmla="*/ 635115 w 1133441"/>
              <a:gd name="connsiteY2" fmla="*/ 1505873 h 2559624"/>
              <a:gd name="connsiteX3" fmla="*/ 635984 w 1133441"/>
              <a:gd name="connsiteY3" fmla="*/ 1507391 h 2559624"/>
              <a:gd name="connsiteX4" fmla="*/ 310292 w 1133441"/>
              <a:gd name="connsiteY4" fmla="*/ 2427854 h 2559624"/>
              <a:gd name="connsiteX5" fmla="*/ 155325 w 1133441"/>
              <a:gd name="connsiteY5" fmla="*/ 2368302 h 2559624"/>
              <a:gd name="connsiteX6" fmla="*/ 153057 w 1133441"/>
              <a:gd name="connsiteY6" fmla="*/ 2374921 h 2559624"/>
              <a:gd name="connsiteX7" fmla="*/ 80098 w 1133441"/>
              <a:gd name="connsiteY7" fmla="*/ 2559624 h 2559624"/>
              <a:gd name="connsiteX8" fmla="*/ 498349 w 1133441"/>
              <a:gd name="connsiteY8" fmla="*/ 1294897 h 2559624"/>
              <a:gd name="connsiteX9" fmla="*/ 497185 w 1133441"/>
              <a:gd name="connsiteY9" fmla="*/ 1292863 h 2559624"/>
              <a:gd name="connsiteX10" fmla="*/ 772833 w 1133441"/>
              <a:gd name="connsiteY10" fmla="*/ 260354 h 2559624"/>
              <a:gd name="connsiteX11" fmla="*/ 733314 w 1133441"/>
              <a:gd name="connsiteY11" fmla="*/ 203492 h 25596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133441" h="2559624">
                <a:moveTo>
                  <a:pt x="908775" y="0"/>
                </a:moveTo>
                <a:lnTo>
                  <a:pt x="999401" y="130660"/>
                </a:lnTo>
                <a:cubicBezTo>
                  <a:pt x="1275098" y="612288"/>
                  <a:pt x="1111827" y="1225126"/>
                  <a:pt x="635115" y="1505873"/>
                </a:cubicBezTo>
                <a:lnTo>
                  <a:pt x="635984" y="1507391"/>
                </a:lnTo>
                <a:cubicBezTo>
                  <a:pt x="312477" y="1696125"/>
                  <a:pt x="180158" y="2088275"/>
                  <a:pt x="310292" y="2427854"/>
                </a:cubicBezTo>
                <a:cubicBezTo>
                  <a:pt x="315217" y="2417997"/>
                  <a:pt x="165898" y="2360810"/>
                  <a:pt x="155325" y="2368302"/>
                </a:cubicBezTo>
                <a:lnTo>
                  <a:pt x="153057" y="2374921"/>
                </a:lnTo>
                <a:cubicBezTo>
                  <a:pt x="139720" y="2407487"/>
                  <a:pt x="75724" y="2548553"/>
                  <a:pt x="80098" y="2559624"/>
                </a:cubicBezTo>
                <a:cubicBezTo>
                  <a:pt x="-115849" y="2098467"/>
                  <a:pt x="56844" y="1554175"/>
                  <a:pt x="498349" y="1294897"/>
                </a:cubicBezTo>
                <a:lnTo>
                  <a:pt x="497185" y="1292863"/>
                </a:lnTo>
                <a:cubicBezTo>
                  <a:pt x="856628" y="1083164"/>
                  <a:pt x="980048" y="622346"/>
                  <a:pt x="772833" y="260354"/>
                </a:cubicBezTo>
                <a:lnTo>
                  <a:pt x="733314" y="203492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Georgia" panose="02040502050405020303" charset="0"/>
              <a:ea typeface="Arial" panose="020B0604020202020204" pitchFamily="34" charset="0"/>
              <a:cs typeface="Georgia" panose="02040502050405020303" charset="0"/>
            </a:endParaRPr>
          </a:p>
        </p:txBody>
      </p:sp>
      <p:sp>
        <p:nvSpPr>
          <p:cNvPr id="27" name="矩形 18" descr="#clear#"/>
          <p:cNvSpPr/>
          <p:nvPr/>
        </p:nvSpPr>
        <p:spPr>
          <a:xfrm>
            <a:off x="8008620" y="4323715"/>
            <a:ext cx="1754505" cy="72771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r>
              <a:rPr lang="en-US" altLang="en-US" sz="1400" dirty="0">
                <a:solidFill>
                  <a:srgbClr val="FEFFFF"/>
                </a:solidFill>
                <a:latin typeface="Georgia" panose="02040502050405020303" charset="0"/>
                <a:ea typeface="Arial" panose="020B0604020202020204" pitchFamily="34" charset="0"/>
                <a:cs typeface="Georgia" panose="02040502050405020303" charset="0"/>
              </a:rPr>
              <a:t>Grade Assignment</a:t>
            </a:r>
            <a:endParaRPr lang="en-US" altLang="en-US" sz="1400" dirty="0">
              <a:solidFill>
                <a:srgbClr val="FEFFFF"/>
              </a:solidFill>
              <a:latin typeface="Georgia" panose="02040502050405020303" charset="0"/>
              <a:ea typeface="Arial" panose="020B0604020202020204" pitchFamily="34" charset="0"/>
              <a:cs typeface="Georgia" panose="02040502050405020303" charset="0"/>
            </a:endParaRPr>
          </a:p>
        </p:txBody>
      </p:sp>
      <p:sp>
        <p:nvSpPr>
          <p:cNvPr id="28" name="矩形 18" descr="#clear#"/>
          <p:cNvSpPr/>
          <p:nvPr/>
        </p:nvSpPr>
        <p:spPr>
          <a:xfrm>
            <a:off x="9995535" y="1712595"/>
            <a:ext cx="1754505" cy="72771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r>
              <a:rPr lang="en-US" altLang="en-US" sz="1400" dirty="0">
                <a:solidFill>
                  <a:srgbClr val="FEFFFF"/>
                </a:solidFill>
                <a:latin typeface="Georgia" panose="02040502050405020303" charset="0"/>
                <a:ea typeface="Arial" panose="020B0604020202020204" pitchFamily="34" charset="0"/>
                <a:cs typeface="Georgia" panose="02040502050405020303" charset="0"/>
              </a:rPr>
              <a:t>Attendance Management</a:t>
            </a:r>
            <a:endParaRPr lang="en-US" altLang="en-US" sz="1400" dirty="0">
              <a:solidFill>
                <a:srgbClr val="FEFFFF"/>
              </a:solidFill>
              <a:latin typeface="Georgia" panose="02040502050405020303" charset="0"/>
              <a:ea typeface="Arial" panose="020B0604020202020204" pitchFamily="34" charset="0"/>
              <a:cs typeface="Georgia" panose="02040502050405020303" charset="0"/>
            </a:endParaRPr>
          </a:p>
        </p:txBody>
      </p:sp>
      <p:sp>
        <p:nvSpPr>
          <p:cNvPr id="29" name="矩形 18" descr="#clear#"/>
          <p:cNvSpPr/>
          <p:nvPr/>
        </p:nvSpPr>
        <p:spPr>
          <a:xfrm>
            <a:off x="5591810" y="1712595"/>
            <a:ext cx="1754505" cy="72771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r>
              <a:rPr lang="en-US" altLang="en-US" sz="1400" dirty="0">
                <a:solidFill>
                  <a:srgbClr val="FEFFFF"/>
                </a:solidFill>
                <a:latin typeface="Georgia" panose="02040502050405020303" charset="0"/>
                <a:ea typeface="Arial" panose="020B0604020202020204" pitchFamily="34" charset="0"/>
                <a:cs typeface="Georgia" panose="02040502050405020303" charset="0"/>
              </a:rPr>
              <a:t>Course Management</a:t>
            </a:r>
            <a:endParaRPr lang="en-US" altLang="en-US" sz="1400" dirty="0">
              <a:solidFill>
                <a:srgbClr val="FEFFFF"/>
              </a:solidFill>
              <a:latin typeface="Georgia" panose="02040502050405020303" charset="0"/>
              <a:ea typeface="Arial" panose="020B0604020202020204" pitchFamily="34" charset="0"/>
              <a:cs typeface="Georgia" panose="02040502050405020303" charset="0"/>
            </a:endParaRPr>
          </a:p>
        </p:txBody>
      </p:sp>
      <p:sp>
        <p:nvSpPr>
          <p:cNvPr id="30" name="矩形 12" descr="#clear#"/>
          <p:cNvSpPr/>
          <p:nvPr/>
        </p:nvSpPr>
        <p:spPr>
          <a:xfrm>
            <a:off x="9824085" y="2440305"/>
            <a:ext cx="2302510" cy="127698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>
              <a:lnSpc>
                <a:spcPct val="150000"/>
              </a:lnSpc>
            </a:pPr>
            <a:r>
              <a:rPr lang="en-US" altLang="en-US" sz="1800" dirty="0">
                <a:solidFill>
                  <a:schemeClr val="tx1"/>
                </a:solidFill>
                <a:latin typeface="Georgia" panose="02040502050405020303" charset="0"/>
                <a:ea typeface="Arial" panose="020B0604020202020204" pitchFamily="34" charset="0"/>
                <a:cs typeface="Georgia" panose="02040502050405020303" charset="0"/>
              </a:rPr>
              <a:t>Record and view attendance for each student.</a:t>
            </a:r>
            <a:endParaRPr lang="en-US" altLang="en-US" sz="1800" dirty="0">
              <a:solidFill>
                <a:schemeClr val="tx1"/>
              </a:solidFill>
              <a:latin typeface="Georgia" panose="02040502050405020303" charset="0"/>
              <a:ea typeface="Arial" panose="020B0604020202020204" pitchFamily="34" charset="0"/>
              <a:cs typeface="Georgia" panose="02040502050405020303" charset="0"/>
            </a:endParaRPr>
          </a:p>
        </p:txBody>
      </p:sp>
      <p:sp>
        <p:nvSpPr>
          <p:cNvPr id="31" name="矩形 12" descr="#clear#"/>
          <p:cNvSpPr/>
          <p:nvPr/>
        </p:nvSpPr>
        <p:spPr>
          <a:xfrm>
            <a:off x="7632065" y="5051425"/>
            <a:ext cx="2609215" cy="127698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>
              <a:lnSpc>
                <a:spcPct val="150000"/>
              </a:lnSpc>
            </a:pPr>
            <a:r>
              <a:rPr lang="en-US" altLang="en-US" sz="1800" dirty="0">
                <a:solidFill>
                  <a:schemeClr val="tx1"/>
                </a:solidFill>
                <a:latin typeface="Georgia" panose="02040502050405020303" charset="0"/>
                <a:ea typeface="Arial" panose="020B0604020202020204" pitchFamily="34" charset="0"/>
                <a:cs typeface="Georgia" panose="02040502050405020303" charset="0"/>
              </a:rPr>
              <a:t>Teachers can assign grades to students based on performance</a:t>
            </a:r>
            <a:endParaRPr lang="en-US" altLang="en-US" sz="1800" dirty="0">
              <a:solidFill>
                <a:schemeClr val="tx1"/>
              </a:solidFill>
              <a:latin typeface="Georgia" panose="02040502050405020303" charset="0"/>
              <a:ea typeface="Arial" panose="020B0604020202020204" pitchFamily="34" charset="0"/>
              <a:cs typeface="Georgia" panose="02040502050405020303" charset="0"/>
            </a:endParaRPr>
          </a:p>
        </p:txBody>
      </p:sp>
      <p:sp>
        <p:nvSpPr>
          <p:cNvPr id="32" name="矩形 12" descr="#clear#"/>
          <p:cNvSpPr/>
          <p:nvPr/>
        </p:nvSpPr>
        <p:spPr>
          <a:xfrm>
            <a:off x="5241925" y="2440305"/>
            <a:ext cx="2721610" cy="127698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>
              <a:lnSpc>
                <a:spcPct val="150000"/>
              </a:lnSpc>
            </a:pPr>
            <a:r>
              <a:rPr lang="en-US" altLang="en-US" sz="1800" dirty="0">
                <a:solidFill>
                  <a:schemeClr val="tx1"/>
                </a:solidFill>
                <a:latin typeface="Georgia" panose="02040502050405020303" charset="0"/>
                <a:ea typeface="Arial" panose="020B0604020202020204" pitchFamily="34" charset="0"/>
                <a:cs typeface="Georgia" panose="02040502050405020303" charset="0"/>
              </a:rPr>
              <a:t>Admins can assign courses to students and teachers</a:t>
            </a:r>
            <a:endParaRPr lang="en-US" altLang="en-US" sz="1800" dirty="0">
              <a:solidFill>
                <a:schemeClr val="tx1"/>
              </a:solidFill>
              <a:latin typeface="Georgia" panose="02040502050405020303" charset="0"/>
              <a:ea typeface="Arial" panose="020B0604020202020204" pitchFamily="34" charset="0"/>
              <a:cs typeface="Georgia" panose="02040502050405020303" charset="0"/>
            </a:endParaRPr>
          </a:p>
        </p:txBody>
      </p:sp>
      <p:sp>
        <p:nvSpPr>
          <p:cNvPr id="33" name="椭圆 11"/>
          <p:cNvSpPr/>
          <p:nvPr/>
        </p:nvSpPr>
        <p:spPr>
          <a:xfrm>
            <a:off x="3337538" y="3767239"/>
            <a:ext cx="556591" cy="556591"/>
          </a:xfrm>
          <a:prstGeom prst="ellipse">
            <a:avLst/>
          </a:prstGeom>
          <a:ln w="57150">
            <a:solidFill>
              <a:srgbClr val="FFFFFF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  <a:latin typeface="Georgia" panose="02040502050405020303" charset="0"/>
                <a:ea typeface="Arial" panose="020B0604020202020204" pitchFamily="34" charset="0"/>
                <a:cs typeface="Georgia" panose="02040502050405020303" charset="0"/>
              </a:rPr>
              <a:t>2</a:t>
            </a:r>
            <a:endParaRPr lang="en-US" altLang="zh-CN">
              <a:solidFill>
                <a:schemeClr val="tx1"/>
              </a:solidFill>
              <a:latin typeface="Georgia" panose="02040502050405020303" charset="0"/>
              <a:ea typeface="Arial" panose="020B0604020202020204" pitchFamily="34" charset="0"/>
              <a:cs typeface="Georgia" panose="02040502050405020303" charset="0"/>
            </a:endParaRPr>
          </a:p>
        </p:txBody>
      </p:sp>
      <p:sp>
        <p:nvSpPr>
          <p:cNvPr id="34" name="椭圆 11"/>
          <p:cNvSpPr/>
          <p:nvPr/>
        </p:nvSpPr>
        <p:spPr>
          <a:xfrm>
            <a:off x="4809468" y="1327569"/>
            <a:ext cx="556591" cy="556591"/>
          </a:xfrm>
          <a:prstGeom prst="ellipse">
            <a:avLst/>
          </a:prstGeom>
          <a:ln w="57150">
            <a:solidFill>
              <a:srgbClr val="FFFFFF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  <a:latin typeface="Georgia" panose="02040502050405020303" charset="0"/>
                <a:ea typeface="Arial" panose="020B0604020202020204" pitchFamily="34" charset="0"/>
                <a:cs typeface="Georgia" panose="02040502050405020303" charset="0"/>
              </a:rPr>
              <a:t>3</a:t>
            </a:r>
            <a:endParaRPr lang="en-US" altLang="zh-CN">
              <a:solidFill>
                <a:schemeClr val="tx1"/>
              </a:solidFill>
              <a:latin typeface="Georgia" panose="02040502050405020303" charset="0"/>
              <a:ea typeface="Arial" panose="020B0604020202020204" pitchFamily="34" charset="0"/>
              <a:cs typeface="Georgia" panose="02040502050405020303" charset="0"/>
            </a:endParaRPr>
          </a:p>
        </p:txBody>
      </p:sp>
      <p:sp>
        <p:nvSpPr>
          <p:cNvPr id="35" name="椭圆 11"/>
          <p:cNvSpPr/>
          <p:nvPr/>
        </p:nvSpPr>
        <p:spPr>
          <a:xfrm>
            <a:off x="7346293" y="3855504"/>
            <a:ext cx="556591" cy="556591"/>
          </a:xfrm>
          <a:prstGeom prst="ellipse">
            <a:avLst/>
          </a:prstGeom>
          <a:ln w="57150">
            <a:solidFill>
              <a:srgbClr val="FFFFFF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  <a:latin typeface="Georgia" panose="02040502050405020303" charset="0"/>
                <a:ea typeface="Arial" panose="020B0604020202020204" pitchFamily="34" charset="0"/>
                <a:cs typeface="Georgia" panose="02040502050405020303" charset="0"/>
              </a:rPr>
              <a:t>4</a:t>
            </a:r>
            <a:endParaRPr lang="en-US" altLang="zh-CN">
              <a:solidFill>
                <a:schemeClr val="tx1"/>
              </a:solidFill>
              <a:latin typeface="Georgia" panose="02040502050405020303" charset="0"/>
              <a:ea typeface="Arial" panose="020B0604020202020204" pitchFamily="34" charset="0"/>
              <a:cs typeface="Georgia" panose="02040502050405020303" charset="0"/>
            </a:endParaRPr>
          </a:p>
        </p:txBody>
      </p:sp>
      <p:sp>
        <p:nvSpPr>
          <p:cNvPr id="36" name="椭圆 11"/>
          <p:cNvSpPr/>
          <p:nvPr/>
        </p:nvSpPr>
        <p:spPr>
          <a:xfrm>
            <a:off x="9206843" y="1310424"/>
            <a:ext cx="556591" cy="556591"/>
          </a:xfrm>
          <a:prstGeom prst="ellipse">
            <a:avLst/>
          </a:prstGeom>
          <a:ln w="57150">
            <a:solidFill>
              <a:srgbClr val="FFFFFF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  <a:latin typeface="Georgia" panose="02040502050405020303" charset="0"/>
                <a:ea typeface="Arial" panose="020B0604020202020204" pitchFamily="34" charset="0"/>
                <a:cs typeface="Georgia" panose="02040502050405020303" charset="0"/>
              </a:rPr>
              <a:t>5</a:t>
            </a:r>
            <a:endParaRPr lang="en-US" altLang="zh-CN">
              <a:solidFill>
                <a:schemeClr val="tx1"/>
              </a:solidFill>
              <a:latin typeface="Georgia" panose="02040502050405020303" charset="0"/>
              <a:ea typeface="Arial" panose="020B0604020202020204" pitchFamily="34" charset="0"/>
              <a:cs typeface="Georgia" panose="02040502050405020303" charset="0"/>
            </a:endParaRPr>
          </a:p>
        </p:txBody>
      </p:sp>
    </p:spTree>
  </p:cSld>
  <p:clrMapOvr>
    <a:masterClrMapping/>
  </p:clrMapOvr>
  <p:transition spd="slow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标题 1" descr="#clear#"/>
          <p:cNvSpPr>
            <a:spLocks noGrp="1"/>
          </p:cNvSpPr>
          <p:nvPr>
            <p:ph type="title"/>
          </p:nvPr>
        </p:nvSpPr>
        <p:spPr>
          <a:xfrm>
            <a:off x="193675" y="1426845"/>
            <a:ext cx="6848475" cy="2527300"/>
          </a:xfrm>
        </p:spPr>
        <p:txBody>
          <a:bodyPr/>
          <a:lstStyle/>
          <a:p>
            <a:r>
              <a:rPr lang="en-US">
                <a:latin typeface="Georgia" panose="02040502050405020303" charset="0"/>
                <a:cs typeface="Georgia" panose="02040502050405020303" charset="0"/>
              </a:rPr>
              <a:t>07</a:t>
            </a:r>
            <a:br>
              <a:rPr lang="en-US">
                <a:latin typeface="Georgia" panose="02040502050405020303" charset="0"/>
                <a:cs typeface="Georgia" panose="02040502050405020303" charset="0"/>
              </a:rPr>
            </a:br>
            <a:r>
              <a:rPr lang="en-US" altLang="en-US">
                <a:latin typeface="Georgia" panose="02040502050405020303" charset="0"/>
                <a:cs typeface="Georgia" panose="02040502050405020303" charset="0"/>
              </a:rPr>
              <a:t> </a:t>
            </a:r>
            <a:r>
              <a:rPr lang="en-US" altLang="en-US" sz="3600">
                <a:latin typeface="Georgia" panose="02040502050405020303" charset="0"/>
                <a:cs typeface="Georgia" panose="02040502050405020303" charset="0"/>
              </a:rPr>
              <a:t>Non-Functional Requirements</a:t>
            </a:r>
            <a:endParaRPr lang="en-US" altLang="en-US" sz="3600">
              <a:latin typeface="Georgia" panose="02040502050405020303" charset="0"/>
              <a:cs typeface="Georgia" panose="02040502050405020303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圆角矩形 5" descr="#clear#"/>
          <p:cNvSpPr/>
          <p:nvPr/>
        </p:nvSpPr>
        <p:spPr>
          <a:xfrm>
            <a:off x="3080385" y="4726940"/>
            <a:ext cx="2014220" cy="502920"/>
          </a:xfrm>
          <a:custGeom>
            <a:avLst/>
            <a:gdLst/>
            <a:ahLst/>
            <a:cxnLst/>
            <a:rect l="l" t="t" r="r" b="b"/>
            <a:pathLst>
              <a:path w="4647853" h="1238876">
                <a:moveTo>
                  <a:pt x="918749" y="100069"/>
                </a:moveTo>
                <a:cubicBezTo>
                  <a:pt x="631909" y="100069"/>
                  <a:pt x="399380" y="332598"/>
                  <a:pt x="399380" y="619438"/>
                </a:cubicBezTo>
                <a:cubicBezTo>
                  <a:pt x="399380" y="906277"/>
                  <a:pt x="631909" y="1138806"/>
                  <a:pt x="918749" y="1138806"/>
                </a:cubicBezTo>
                <a:lnTo>
                  <a:pt x="3984467" y="1138807"/>
                </a:lnTo>
                <a:cubicBezTo>
                  <a:pt x="4271307" y="1138807"/>
                  <a:pt x="4503836" y="906278"/>
                  <a:pt x="4503836" y="619438"/>
                </a:cubicBezTo>
                <a:lnTo>
                  <a:pt x="4503837" y="619438"/>
                </a:lnTo>
                <a:cubicBezTo>
                  <a:pt x="4503837" y="332598"/>
                  <a:pt x="4271308" y="100069"/>
                  <a:pt x="3984468" y="100069"/>
                </a:cubicBezTo>
                <a:close/>
                <a:moveTo>
                  <a:pt x="874802" y="0"/>
                </a:moveTo>
                <a:lnTo>
                  <a:pt x="4028415" y="0"/>
                </a:lnTo>
                <a:cubicBezTo>
                  <a:pt x="4370521" y="0"/>
                  <a:pt x="4647853" y="277332"/>
                  <a:pt x="4647853" y="619438"/>
                </a:cubicBezTo>
                <a:lnTo>
                  <a:pt x="4647852" y="619438"/>
                </a:lnTo>
                <a:cubicBezTo>
                  <a:pt x="4647852" y="961544"/>
                  <a:pt x="4370520" y="1238876"/>
                  <a:pt x="4028414" y="1238876"/>
                </a:cubicBezTo>
                <a:lnTo>
                  <a:pt x="874802" y="1238875"/>
                </a:lnTo>
                <a:cubicBezTo>
                  <a:pt x="583271" y="1238875"/>
                  <a:pt x="338778" y="1037481"/>
                  <a:pt x="274630" y="765799"/>
                </a:cubicBezTo>
                <a:lnTo>
                  <a:pt x="0" y="662813"/>
                </a:lnTo>
                <a:lnTo>
                  <a:pt x="260853" y="564993"/>
                </a:lnTo>
                <a:cubicBezTo>
                  <a:pt x="285446" y="248244"/>
                  <a:pt x="551134" y="0"/>
                  <a:pt x="874802" y="0"/>
                </a:cubicBezTo>
                <a:close/>
              </a:path>
            </a:pathLst>
          </a:cu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468000" tIns="0" bIns="0" rtlCol="0" anchor="ctr"/>
          <a:p>
            <a:pPr lvl="0" algn="ctr">
              <a:lnSpc>
                <a:spcPct val="130000"/>
              </a:lnSpc>
              <a:defRPr/>
            </a:pPr>
            <a:r>
              <a:rPr lang="en-US" altLang="en-US" sz="1600" kern="0" dirty="0">
                <a:latin typeface="Georgia" panose="02040502050405020303" charset="0"/>
                <a:ea typeface="Arial" panose="020B0604020202020204" pitchFamily="34" charset="0"/>
                <a:cs typeface="Georgia" panose="02040502050405020303" charset="0"/>
              </a:rPr>
              <a:t>Security</a:t>
            </a:r>
            <a:endParaRPr lang="en-US" altLang="en-US" sz="1600" kern="0" dirty="0">
              <a:latin typeface="Georgia" panose="02040502050405020303" charset="0"/>
              <a:ea typeface="Arial" panose="020B0604020202020204" pitchFamily="34" charset="0"/>
              <a:cs typeface="Georgia" panose="02040502050405020303" charset="0"/>
            </a:endParaRPr>
          </a:p>
        </p:txBody>
      </p:sp>
      <p:sp>
        <p:nvSpPr>
          <p:cNvPr id="14338" name="标题 3" descr="#clear#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>
                <a:latin typeface="Georgia" panose="02040502050405020303" charset="0"/>
                <a:cs typeface="Georgia" panose="02040502050405020303" charset="0"/>
                <a:sym typeface="+mn-ea"/>
              </a:rPr>
              <a:t>Following are the Non-Functional Requirements :</a:t>
            </a:r>
            <a:r>
              <a:rPr lang="zh-CN" altLang="en-US" dirty="0">
                <a:latin typeface="Georgia" panose="02040502050405020303" charset="0"/>
                <a:cs typeface="Georgia" panose="02040502050405020303" charset="0"/>
                <a:sym typeface="+mn-ea"/>
              </a:rPr>
              <a:t>
</a:t>
            </a:r>
            <a:endParaRPr lang="en-US" altLang="zh-CN" dirty="0">
              <a:latin typeface="Georgia" panose="02040502050405020303" charset="0"/>
              <a:cs typeface="Georgia" panose="02040502050405020303" charset="0"/>
            </a:endParaRPr>
          </a:p>
        </p:txBody>
      </p:sp>
      <p:sp>
        <p:nvSpPr>
          <p:cNvPr id="28" name="右弧形箭头 5"/>
          <p:cNvSpPr/>
          <p:nvPr/>
        </p:nvSpPr>
        <p:spPr>
          <a:xfrm rot="16200000">
            <a:off x="626770" y="1644929"/>
            <a:ext cx="1842245" cy="2654970"/>
          </a:xfrm>
          <a:custGeom>
            <a:avLst/>
            <a:gdLst>
              <a:gd name="connsiteX0" fmla="*/ 2376264 w 2376639"/>
              <a:gd name="connsiteY0" fmla="*/ 1534671 h 2134851"/>
              <a:gd name="connsiteX1" fmla="*/ 2376264 w 2376639"/>
              <a:gd name="connsiteY1" fmla="*/ 1800200 h 2134851"/>
              <a:gd name="connsiteX2" fmla="*/ 2319027 w 2376639"/>
              <a:gd name="connsiteY2" fmla="*/ 1800200 h 2134851"/>
              <a:gd name="connsiteX3" fmla="*/ 0 w 2376639"/>
              <a:gd name="connsiteY3" fmla="*/ 594066 h 2134851"/>
              <a:gd name="connsiteX4" fmla="*/ 0 w 2376639"/>
              <a:gd name="connsiteY4" fmla="*/ 0 h 2134851"/>
              <a:gd name="connsiteX5" fmla="*/ 2376264 w 2376639"/>
              <a:gd name="connsiteY5" fmla="*/ 1534671 h 2134851"/>
              <a:gd name="connsiteX6" fmla="*/ 2376639 w 2376639"/>
              <a:gd name="connsiteY6" fmla="*/ 2129006 h 2134851"/>
              <a:gd name="connsiteX7" fmla="*/ 2376265 w 2376639"/>
              <a:gd name="connsiteY7" fmla="*/ 2134851 h 2134851"/>
              <a:gd name="connsiteX8" fmla="*/ 2376265 w 2376639"/>
              <a:gd name="connsiteY8" fmla="*/ 2124095 h 2134851"/>
              <a:gd name="connsiteX9" fmla="*/ 2376639 w 2376639"/>
              <a:gd name="connsiteY9" fmla="*/ 2129006 h 2134851"/>
              <a:gd name="connsiteX0-1" fmla="*/ 2376264 w 2381874"/>
              <a:gd name="connsiteY0-2" fmla="*/ 1534671 h 2134851"/>
              <a:gd name="connsiteX1-3" fmla="*/ 2376264 w 2381874"/>
              <a:gd name="connsiteY1-4" fmla="*/ 1800200 h 2134851"/>
              <a:gd name="connsiteX2-5" fmla="*/ 2361230 w 2381874"/>
              <a:gd name="connsiteY2-6" fmla="*/ 1786132 h 2134851"/>
              <a:gd name="connsiteX3-7" fmla="*/ 0 w 2381874"/>
              <a:gd name="connsiteY3-8" fmla="*/ 594066 h 2134851"/>
              <a:gd name="connsiteX4-9" fmla="*/ 0 w 2381874"/>
              <a:gd name="connsiteY4-10" fmla="*/ 0 h 2134851"/>
              <a:gd name="connsiteX5-11" fmla="*/ 2376264 w 2381874"/>
              <a:gd name="connsiteY5-12" fmla="*/ 1534671 h 2134851"/>
              <a:gd name="connsiteX6-13" fmla="*/ 2376639 w 2381874"/>
              <a:gd name="connsiteY6-14" fmla="*/ 2129006 h 2134851"/>
              <a:gd name="connsiteX7-15" fmla="*/ 2376265 w 2381874"/>
              <a:gd name="connsiteY7-16" fmla="*/ 2134851 h 2134851"/>
              <a:gd name="connsiteX8-17" fmla="*/ 2376265 w 2381874"/>
              <a:gd name="connsiteY8-18" fmla="*/ 2124095 h 2134851"/>
              <a:gd name="connsiteX9-19" fmla="*/ 2376639 w 2381874"/>
              <a:gd name="connsiteY9-20" fmla="*/ 2129006 h 213485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</a:cxnLst>
            <a:rect l="l" t="t" r="r" b="b"/>
            <a:pathLst>
              <a:path w="2381874" h="2134851">
                <a:moveTo>
                  <a:pt x="2376264" y="1534671"/>
                </a:moveTo>
                <a:lnTo>
                  <a:pt x="2376264" y="1800200"/>
                </a:lnTo>
                <a:cubicBezTo>
                  <a:pt x="2357185" y="1800200"/>
                  <a:pt x="2408445" y="1842403"/>
                  <a:pt x="2361230" y="1786132"/>
                </a:cubicBezTo>
                <a:cubicBezTo>
                  <a:pt x="2130259" y="1096037"/>
                  <a:pt x="1137340" y="594066"/>
                  <a:pt x="0" y="594066"/>
                </a:cubicBezTo>
                <a:lnTo>
                  <a:pt x="0" y="0"/>
                </a:lnTo>
                <a:cubicBezTo>
                  <a:pt x="1312374" y="0"/>
                  <a:pt x="2376264" y="687096"/>
                  <a:pt x="2376264" y="1534671"/>
                </a:cubicBezTo>
                <a:close/>
                <a:moveTo>
                  <a:pt x="2376639" y="2129006"/>
                </a:moveTo>
                <a:cubicBezTo>
                  <a:pt x="2376514" y="2130954"/>
                  <a:pt x="2376390" y="2132903"/>
                  <a:pt x="2376265" y="2134851"/>
                </a:cubicBezTo>
                <a:lnTo>
                  <a:pt x="2376265" y="2124095"/>
                </a:lnTo>
                <a:cubicBezTo>
                  <a:pt x="2376631" y="2125731"/>
                  <a:pt x="2376637" y="2127368"/>
                  <a:pt x="2376639" y="2129006"/>
                </a:cubicBezTo>
                <a:close/>
              </a:path>
            </a:pathLst>
          </a:cu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algn="ctr">
              <a:defRPr/>
            </a:pPr>
            <a:endParaRPr lang="en-US" sz="1350" kern="0">
              <a:solidFill>
                <a:sysClr val="windowText" lastClr="000000"/>
              </a:solidFill>
              <a:latin typeface="Georgia" panose="02040502050405020303" charset="0"/>
              <a:ea typeface="Arial" panose="020B0604020202020204" pitchFamily="34" charset="0"/>
              <a:cs typeface="Georgia" panose="02040502050405020303" charset="0"/>
            </a:endParaRPr>
          </a:p>
        </p:txBody>
      </p:sp>
      <p:sp>
        <p:nvSpPr>
          <p:cNvPr id="30" name="矩形 29" descr="#clear#"/>
          <p:cNvSpPr/>
          <p:nvPr/>
        </p:nvSpPr>
        <p:spPr>
          <a:xfrm>
            <a:off x="1392555" y="2646680"/>
            <a:ext cx="2937510" cy="124650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l">
              <a:lnSpc>
                <a:spcPct val="150000"/>
              </a:lnSpc>
            </a:pPr>
            <a:r>
              <a:rPr lang="en-US" altLang="en-US" sz="1400" dirty="0">
                <a:solidFill>
                  <a:schemeClr val="tx1"/>
                </a:solidFill>
                <a:latin typeface="Georgia" panose="02040502050405020303" charset="0"/>
                <a:ea typeface="Arial" panose="020B0604020202020204" pitchFamily="34" charset="0"/>
                <a:cs typeface="Georgia" panose="02040502050405020303" charset="0"/>
              </a:rPr>
              <a:t>The system should handle at least 50 concurrent users without significant performance issues.</a:t>
            </a:r>
            <a:endParaRPr lang="en-US" altLang="en-US" sz="1400" dirty="0">
              <a:solidFill>
                <a:schemeClr val="tx1"/>
              </a:solidFill>
              <a:latin typeface="Georgia" panose="02040502050405020303" charset="0"/>
              <a:ea typeface="Arial" panose="020B0604020202020204" pitchFamily="34" charset="0"/>
              <a:cs typeface="Georgia" panose="02040502050405020303" charset="0"/>
            </a:endParaRPr>
          </a:p>
        </p:txBody>
      </p:sp>
      <p:sp>
        <p:nvSpPr>
          <p:cNvPr id="31" name="右弧形箭头 5"/>
          <p:cNvSpPr/>
          <p:nvPr/>
        </p:nvSpPr>
        <p:spPr>
          <a:xfrm rot="16200000">
            <a:off x="4736148" y="1644294"/>
            <a:ext cx="1842245" cy="2654970"/>
          </a:xfrm>
          <a:custGeom>
            <a:avLst/>
            <a:gdLst>
              <a:gd name="connsiteX0" fmla="*/ 2376264 w 2376639"/>
              <a:gd name="connsiteY0" fmla="*/ 1534671 h 2134851"/>
              <a:gd name="connsiteX1" fmla="*/ 2376264 w 2376639"/>
              <a:gd name="connsiteY1" fmla="*/ 1800200 h 2134851"/>
              <a:gd name="connsiteX2" fmla="*/ 2319027 w 2376639"/>
              <a:gd name="connsiteY2" fmla="*/ 1800200 h 2134851"/>
              <a:gd name="connsiteX3" fmla="*/ 0 w 2376639"/>
              <a:gd name="connsiteY3" fmla="*/ 594066 h 2134851"/>
              <a:gd name="connsiteX4" fmla="*/ 0 w 2376639"/>
              <a:gd name="connsiteY4" fmla="*/ 0 h 2134851"/>
              <a:gd name="connsiteX5" fmla="*/ 2376264 w 2376639"/>
              <a:gd name="connsiteY5" fmla="*/ 1534671 h 2134851"/>
              <a:gd name="connsiteX6" fmla="*/ 2376639 w 2376639"/>
              <a:gd name="connsiteY6" fmla="*/ 2129006 h 2134851"/>
              <a:gd name="connsiteX7" fmla="*/ 2376265 w 2376639"/>
              <a:gd name="connsiteY7" fmla="*/ 2134851 h 2134851"/>
              <a:gd name="connsiteX8" fmla="*/ 2376265 w 2376639"/>
              <a:gd name="connsiteY8" fmla="*/ 2124095 h 2134851"/>
              <a:gd name="connsiteX9" fmla="*/ 2376639 w 2376639"/>
              <a:gd name="connsiteY9" fmla="*/ 2129006 h 2134851"/>
              <a:gd name="connsiteX0-1" fmla="*/ 2376264 w 2381874"/>
              <a:gd name="connsiteY0-2" fmla="*/ 1534671 h 2134851"/>
              <a:gd name="connsiteX1-3" fmla="*/ 2376264 w 2381874"/>
              <a:gd name="connsiteY1-4" fmla="*/ 1800200 h 2134851"/>
              <a:gd name="connsiteX2-5" fmla="*/ 2361230 w 2381874"/>
              <a:gd name="connsiteY2-6" fmla="*/ 1786132 h 2134851"/>
              <a:gd name="connsiteX3-7" fmla="*/ 0 w 2381874"/>
              <a:gd name="connsiteY3-8" fmla="*/ 594066 h 2134851"/>
              <a:gd name="connsiteX4-9" fmla="*/ 0 w 2381874"/>
              <a:gd name="connsiteY4-10" fmla="*/ 0 h 2134851"/>
              <a:gd name="connsiteX5-11" fmla="*/ 2376264 w 2381874"/>
              <a:gd name="connsiteY5-12" fmla="*/ 1534671 h 2134851"/>
              <a:gd name="connsiteX6-13" fmla="*/ 2376639 w 2381874"/>
              <a:gd name="connsiteY6-14" fmla="*/ 2129006 h 2134851"/>
              <a:gd name="connsiteX7-15" fmla="*/ 2376265 w 2381874"/>
              <a:gd name="connsiteY7-16" fmla="*/ 2134851 h 2134851"/>
              <a:gd name="connsiteX8-17" fmla="*/ 2376265 w 2381874"/>
              <a:gd name="connsiteY8-18" fmla="*/ 2124095 h 2134851"/>
              <a:gd name="connsiteX9-19" fmla="*/ 2376639 w 2381874"/>
              <a:gd name="connsiteY9-20" fmla="*/ 2129006 h 213485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</a:cxnLst>
            <a:rect l="l" t="t" r="r" b="b"/>
            <a:pathLst>
              <a:path w="2381874" h="2134851">
                <a:moveTo>
                  <a:pt x="2376264" y="1534671"/>
                </a:moveTo>
                <a:lnTo>
                  <a:pt x="2376264" y="1800200"/>
                </a:lnTo>
                <a:cubicBezTo>
                  <a:pt x="2357185" y="1800200"/>
                  <a:pt x="2408445" y="1842403"/>
                  <a:pt x="2361230" y="1786132"/>
                </a:cubicBezTo>
                <a:cubicBezTo>
                  <a:pt x="2130259" y="1096037"/>
                  <a:pt x="1137340" y="594066"/>
                  <a:pt x="0" y="594066"/>
                </a:cubicBezTo>
                <a:lnTo>
                  <a:pt x="0" y="0"/>
                </a:lnTo>
                <a:cubicBezTo>
                  <a:pt x="1312374" y="0"/>
                  <a:pt x="2376264" y="687096"/>
                  <a:pt x="2376264" y="1534671"/>
                </a:cubicBezTo>
                <a:close/>
                <a:moveTo>
                  <a:pt x="2376639" y="2129006"/>
                </a:moveTo>
                <a:cubicBezTo>
                  <a:pt x="2376514" y="2130954"/>
                  <a:pt x="2376390" y="2132903"/>
                  <a:pt x="2376265" y="2134851"/>
                </a:cubicBezTo>
                <a:lnTo>
                  <a:pt x="2376265" y="2124095"/>
                </a:lnTo>
                <a:cubicBezTo>
                  <a:pt x="2376631" y="2125731"/>
                  <a:pt x="2376637" y="2127368"/>
                  <a:pt x="2376639" y="2129006"/>
                </a:cubicBezTo>
                <a:close/>
              </a:path>
            </a:pathLst>
          </a:cu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algn="ctr">
              <a:defRPr/>
            </a:pPr>
            <a:endParaRPr lang="en-US" sz="1350" kern="0">
              <a:solidFill>
                <a:sysClr val="windowText" lastClr="000000"/>
              </a:solidFill>
              <a:latin typeface="Georgia" panose="02040502050405020303" charset="0"/>
              <a:ea typeface="Arial" panose="020B0604020202020204" pitchFamily="34" charset="0"/>
              <a:cs typeface="Georgia" panose="02040502050405020303" charset="0"/>
            </a:endParaRPr>
          </a:p>
        </p:txBody>
      </p:sp>
      <p:sp>
        <p:nvSpPr>
          <p:cNvPr id="39" name="矩形 38" descr="#clear#"/>
          <p:cNvSpPr/>
          <p:nvPr/>
        </p:nvSpPr>
        <p:spPr>
          <a:xfrm>
            <a:off x="5588000" y="2540000"/>
            <a:ext cx="2514600" cy="145986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l">
              <a:lnSpc>
                <a:spcPct val="150000"/>
              </a:lnSpc>
            </a:pPr>
            <a:r>
              <a:rPr lang="en-US" altLang="en-US" sz="1400" dirty="0">
                <a:solidFill>
                  <a:schemeClr val="tx1"/>
                </a:solidFill>
                <a:latin typeface="Georgia" panose="02040502050405020303" charset="0"/>
                <a:ea typeface="Arial" panose="020B0604020202020204" pitchFamily="34" charset="0"/>
                <a:cs typeface="Georgia" panose="02040502050405020303" charset="0"/>
              </a:rPr>
              <a:t>The system should be user-friendly and require minimal training.</a:t>
            </a:r>
            <a:endParaRPr lang="en-US" altLang="en-US" sz="1400" dirty="0">
              <a:solidFill>
                <a:schemeClr val="tx1"/>
              </a:solidFill>
              <a:latin typeface="Georgia" panose="02040502050405020303" charset="0"/>
              <a:ea typeface="Arial" panose="020B0604020202020204" pitchFamily="34" charset="0"/>
              <a:cs typeface="Georgia" panose="02040502050405020303" charset="0"/>
            </a:endParaRPr>
          </a:p>
        </p:txBody>
      </p:sp>
      <p:sp>
        <p:nvSpPr>
          <p:cNvPr id="40" name="右弧形箭头 5"/>
          <p:cNvSpPr/>
          <p:nvPr/>
        </p:nvSpPr>
        <p:spPr>
          <a:xfrm rot="16200000">
            <a:off x="8578191" y="1644294"/>
            <a:ext cx="1842245" cy="2654970"/>
          </a:xfrm>
          <a:custGeom>
            <a:avLst/>
            <a:gdLst>
              <a:gd name="connsiteX0" fmla="*/ 2376264 w 2376639"/>
              <a:gd name="connsiteY0" fmla="*/ 1534671 h 2134851"/>
              <a:gd name="connsiteX1" fmla="*/ 2376264 w 2376639"/>
              <a:gd name="connsiteY1" fmla="*/ 1800200 h 2134851"/>
              <a:gd name="connsiteX2" fmla="*/ 2319027 w 2376639"/>
              <a:gd name="connsiteY2" fmla="*/ 1800200 h 2134851"/>
              <a:gd name="connsiteX3" fmla="*/ 0 w 2376639"/>
              <a:gd name="connsiteY3" fmla="*/ 594066 h 2134851"/>
              <a:gd name="connsiteX4" fmla="*/ 0 w 2376639"/>
              <a:gd name="connsiteY4" fmla="*/ 0 h 2134851"/>
              <a:gd name="connsiteX5" fmla="*/ 2376264 w 2376639"/>
              <a:gd name="connsiteY5" fmla="*/ 1534671 h 2134851"/>
              <a:gd name="connsiteX6" fmla="*/ 2376639 w 2376639"/>
              <a:gd name="connsiteY6" fmla="*/ 2129006 h 2134851"/>
              <a:gd name="connsiteX7" fmla="*/ 2376265 w 2376639"/>
              <a:gd name="connsiteY7" fmla="*/ 2134851 h 2134851"/>
              <a:gd name="connsiteX8" fmla="*/ 2376265 w 2376639"/>
              <a:gd name="connsiteY8" fmla="*/ 2124095 h 2134851"/>
              <a:gd name="connsiteX9" fmla="*/ 2376639 w 2376639"/>
              <a:gd name="connsiteY9" fmla="*/ 2129006 h 2134851"/>
              <a:gd name="connsiteX0-1" fmla="*/ 2376264 w 2381874"/>
              <a:gd name="connsiteY0-2" fmla="*/ 1534671 h 2134851"/>
              <a:gd name="connsiteX1-3" fmla="*/ 2376264 w 2381874"/>
              <a:gd name="connsiteY1-4" fmla="*/ 1800200 h 2134851"/>
              <a:gd name="connsiteX2-5" fmla="*/ 2361230 w 2381874"/>
              <a:gd name="connsiteY2-6" fmla="*/ 1786132 h 2134851"/>
              <a:gd name="connsiteX3-7" fmla="*/ 0 w 2381874"/>
              <a:gd name="connsiteY3-8" fmla="*/ 594066 h 2134851"/>
              <a:gd name="connsiteX4-9" fmla="*/ 0 w 2381874"/>
              <a:gd name="connsiteY4-10" fmla="*/ 0 h 2134851"/>
              <a:gd name="connsiteX5-11" fmla="*/ 2376264 w 2381874"/>
              <a:gd name="connsiteY5-12" fmla="*/ 1534671 h 2134851"/>
              <a:gd name="connsiteX6-13" fmla="*/ 2376639 w 2381874"/>
              <a:gd name="connsiteY6-14" fmla="*/ 2129006 h 2134851"/>
              <a:gd name="connsiteX7-15" fmla="*/ 2376265 w 2381874"/>
              <a:gd name="connsiteY7-16" fmla="*/ 2134851 h 2134851"/>
              <a:gd name="connsiteX8-17" fmla="*/ 2376265 w 2381874"/>
              <a:gd name="connsiteY8-18" fmla="*/ 2124095 h 2134851"/>
              <a:gd name="connsiteX9-19" fmla="*/ 2376639 w 2381874"/>
              <a:gd name="connsiteY9-20" fmla="*/ 2129006 h 213485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</a:cxnLst>
            <a:rect l="l" t="t" r="r" b="b"/>
            <a:pathLst>
              <a:path w="2381874" h="2134851">
                <a:moveTo>
                  <a:pt x="2376264" y="1534671"/>
                </a:moveTo>
                <a:lnTo>
                  <a:pt x="2376264" y="1800200"/>
                </a:lnTo>
                <a:cubicBezTo>
                  <a:pt x="2357185" y="1800200"/>
                  <a:pt x="2408445" y="1842403"/>
                  <a:pt x="2361230" y="1786132"/>
                </a:cubicBezTo>
                <a:cubicBezTo>
                  <a:pt x="2130259" y="1096037"/>
                  <a:pt x="1137340" y="594066"/>
                  <a:pt x="0" y="594066"/>
                </a:cubicBezTo>
                <a:lnTo>
                  <a:pt x="0" y="0"/>
                </a:lnTo>
                <a:cubicBezTo>
                  <a:pt x="1312374" y="0"/>
                  <a:pt x="2376264" y="687096"/>
                  <a:pt x="2376264" y="1534671"/>
                </a:cubicBezTo>
                <a:close/>
                <a:moveTo>
                  <a:pt x="2376639" y="2129006"/>
                </a:moveTo>
                <a:cubicBezTo>
                  <a:pt x="2376514" y="2130954"/>
                  <a:pt x="2376390" y="2132903"/>
                  <a:pt x="2376265" y="2134851"/>
                </a:cubicBezTo>
                <a:lnTo>
                  <a:pt x="2376265" y="2124095"/>
                </a:lnTo>
                <a:cubicBezTo>
                  <a:pt x="2376631" y="2125731"/>
                  <a:pt x="2376637" y="2127368"/>
                  <a:pt x="2376639" y="2129006"/>
                </a:cubicBezTo>
                <a:close/>
              </a:path>
            </a:pathLst>
          </a:cu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algn="ctr">
              <a:defRPr/>
            </a:pPr>
            <a:endParaRPr lang="en-US" sz="1350" kern="0">
              <a:solidFill>
                <a:sysClr val="windowText" lastClr="000000"/>
              </a:solidFill>
              <a:latin typeface="Georgia" panose="02040502050405020303" charset="0"/>
              <a:ea typeface="Arial" panose="020B0604020202020204" pitchFamily="34" charset="0"/>
              <a:cs typeface="Georgia" panose="02040502050405020303" charset="0"/>
            </a:endParaRPr>
          </a:p>
        </p:txBody>
      </p:sp>
      <p:sp>
        <p:nvSpPr>
          <p:cNvPr id="42" name="矩形 41" descr="#clear#"/>
          <p:cNvSpPr/>
          <p:nvPr/>
        </p:nvSpPr>
        <p:spPr>
          <a:xfrm>
            <a:off x="9360535" y="2540000"/>
            <a:ext cx="2735580" cy="145986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l">
              <a:lnSpc>
                <a:spcPct val="150000"/>
              </a:lnSpc>
            </a:pPr>
            <a:r>
              <a:rPr lang="en-US" altLang="en-US" sz="1400" dirty="0">
                <a:solidFill>
                  <a:schemeClr val="tx1"/>
                </a:solidFill>
                <a:latin typeface="Georgia" panose="02040502050405020303" charset="0"/>
                <a:ea typeface="Arial" panose="020B0604020202020204" pitchFamily="34" charset="0"/>
                <a:cs typeface="Georgia" panose="02040502050405020303" charset="0"/>
              </a:rPr>
              <a:t>The system must be scalable to accommodate growing data and users.</a:t>
            </a:r>
            <a:endParaRPr lang="en-US" altLang="en-US" sz="1400" dirty="0">
              <a:solidFill>
                <a:schemeClr val="tx1"/>
              </a:solidFill>
              <a:latin typeface="Georgia" panose="02040502050405020303" charset="0"/>
              <a:ea typeface="Arial" panose="020B0604020202020204" pitchFamily="34" charset="0"/>
              <a:cs typeface="Georgia" panose="02040502050405020303" charset="0"/>
            </a:endParaRPr>
          </a:p>
        </p:txBody>
      </p:sp>
      <p:cxnSp>
        <p:nvCxnSpPr>
          <p:cNvPr id="43" name="直接连接符 42"/>
          <p:cNvCxnSpPr/>
          <p:nvPr/>
        </p:nvCxnSpPr>
        <p:spPr>
          <a:xfrm>
            <a:off x="236807" y="3892891"/>
            <a:ext cx="11718387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右弧形箭头 5"/>
          <p:cNvSpPr/>
          <p:nvPr/>
        </p:nvSpPr>
        <p:spPr>
          <a:xfrm rot="16200000">
            <a:off x="1798638" y="4322089"/>
            <a:ext cx="1842245" cy="2654970"/>
          </a:xfrm>
          <a:custGeom>
            <a:avLst/>
            <a:gdLst>
              <a:gd name="connsiteX0" fmla="*/ 2376264 w 2376639"/>
              <a:gd name="connsiteY0" fmla="*/ 1534671 h 2134851"/>
              <a:gd name="connsiteX1" fmla="*/ 2376264 w 2376639"/>
              <a:gd name="connsiteY1" fmla="*/ 1800200 h 2134851"/>
              <a:gd name="connsiteX2" fmla="*/ 2319027 w 2376639"/>
              <a:gd name="connsiteY2" fmla="*/ 1800200 h 2134851"/>
              <a:gd name="connsiteX3" fmla="*/ 0 w 2376639"/>
              <a:gd name="connsiteY3" fmla="*/ 594066 h 2134851"/>
              <a:gd name="connsiteX4" fmla="*/ 0 w 2376639"/>
              <a:gd name="connsiteY4" fmla="*/ 0 h 2134851"/>
              <a:gd name="connsiteX5" fmla="*/ 2376264 w 2376639"/>
              <a:gd name="connsiteY5" fmla="*/ 1534671 h 2134851"/>
              <a:gd name="connsiteX6" fmla="*/ 2376639 w 2376639"/>
              <a:gd name="connsiteY6" fmla="*/ 2129006 h 2134851"/>
              <a:gd name="connsiteX7" fmla="*/ 2376265 w 2376639"/>
              <a:gd name="connsiteY7" fmla="*/ 2134851 h 2134851"/>
              <a:gd name="connsiteX8" fmla="*/ 2376265 w 2376639"/>
              <a:gd name="connsiteY8" fmla="*/ 2124095 h 2134851"/>
              <a:gd name="connsiteX9" fmla="*/ 2376639 w 2376639"/>
              <a:gd name="connsiteY9" fmla="*/ 2129006 h 2134851"/>
              <a:gd name="connsiteX0-1" fmla="*/ 2376264 w 2381874"/>
              <a:gd name="connsiteY0-2" fmla="*/ 1534671 h 2134851"/>
              <a:gd name="connsiteX1-3" fmla="*/ 2376264 w 2381874"/>
              <a:gd name="connsiteY1-4" fmla="*/ 1800200 h 2134851"/>
              <a:gd name="connsiteX2-5" fmla="*/ 2361230 w 2381874"/>
              <a:gd name="connsiteY2-6" fmla="*/ 1786132 h 2134851"/>
              <a:gd name="connsiteX3-7" fmla="*/ 0 w 2381874"/>
              <a:gd name="connsiteY3-8" fmla="*/ 594066 h 2134851"/>
              <a:gd name="connsiteX4-9" fmla="*/ 0 w 2381874"/>
              <a:gd name="connsiteY4-10" fmla="*/ 0 h 2134851"/>
              <a:gd name="connsiteX5-11" fmla="*/ 2376264 w 2381874"/>
              <a:gd name="connsiteY5-12" fmla="*/ 1534671 h 2134851"/>
              <a:gd name="connsiteX6-13" fmla="*/ 2376639 w 2381874"/>
              <a:gd name="connsiteY6-14" fmla="*/ 2129006 h 2134851"/>
              <a:gd name="connsiteX7-15" fmla="*/ 2376265 w 2381874"/>
              <a:gd name="connsiteY7-16" fmla="*/ 2134851 h 2134851"/>
              <a:gd name="connsiteX8-17" fmla="*/ 2376265 w 2381874"/>
              <a:gd name="connsiteY8-18" fmla="*/ 2124095 h 2134851"/>
              <a:gd name="connsiteX9-19" fmla="*/ 2376639 w 2381874"/>
              <a:gd name="connsiteY9-20" fmla="*/ 2129006 h 213485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</a:cxnLst>
            <a:rect l="l" t="t" r="r" b="b"/>
            <a:pathLst>
              <a:path w="2381874" h="2134851">
                <a:moveTo>
                  <a:pt x="2376264" y="1534671"/>
                </a:moveTo>
                <a:lnTo>
                  <a:pt x="2376264" y="1800200"/>
                </a:lnTo>
                <a:cubicBezTo>
                  <a:pt x="2357185" y="1800200"/>
                  <a:pt x="2408445" y="1842403"/>
                  <a:pt x="2361230" y="1786132"/>
                </a:cubicBezTo>
                <a:cubicBezTo>
                  <a:pt x="2130259" y="1096037"/>
                  <a:pt x="1137340" y="594066"/>
                  <a:pt x="0" y="594066"/>
                </a:cubicBezTo>
                <a:lnTo>
                  <a:pt x="0" y="0"/>
                </a:lnTo>
                <a:cubicBezTo>
                  <a:pt x="1312374" y="0"/>
                  <a:pt x="2376264" y="687096"/>
                  <a:pt x="2376264" y="1534671"/>
                </a:cubicBezTo>
                <a:close/>
                <a:moveTo>
                  <a:pt x="2376639" y="2129006"/>
                </a:moveTo>
                <a:cubicBezTo>
                  <a:pt x="2376514" y="2130954"/>
                  <a:pt x="2376390" y="2132903"/>
                  <a:pt x="2376265" y="2134851"/>
                </a:cubicBezTo>
                <a:lnTo>
                  <a:pt x="2376265" y="2124095"/>
                </a:lnTo>
                <a:cubicBezTo>
                  <a:pt x="2376631" y="2125731"/>
                  <a:pt x="2376637" y="2127368"/>
                  <a:pt x="2376639" y="2129006"/>
                </a:cubicBezTo>
                <a:close/>
              </a:path>
            </a:pathLst>
          </a:cu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p>
            <a:pPr algn="ctr">
              <a:defRPr/>
            </a:pPr>
            <a:endParaRPr lang="en-US" sz="1350" kern="0">
              <a:solidFill>
                <a:sysClr val="windowText" lastClr="000000"/>
              </a:solidFill>
              <a:latin typeface="Georgia" panose="02040502050405020303" charset="0"/>
              <a:ea typeface="Arial" panose="020B0604020202020204" pitchFamily="34" charset="0"/>
              <a:cs typeface="Georgia" panose="02040502050405020303" charset="0"/>
            </a:endParaRPr>
          </a:p>
        </p:txBody>
      </p:sp>
      <p:sp>
        <p:nvSpPr>
          <p:cNvPr id="4" name="右弧形箭头 5"/>
          <p:cNvSpPr/>
          <p:nvPr/>
        </p:nvSpPr>
        <p:spPr>
          <a:xfrm rot="16200000">
            <a:off x="6734493" y="4320819"/>
            <a:ext cx="1842245" cy="2654970"/>
          </a:xfrm>
          <a:custGeom>
            <a:avLst/>
            <a:gdLst>
              <a:gd name="connsiteX0" fmla="*/ 2376264 w 2376639"/>
              <a:gd name="connsiteY0" fmla="*/ 1534671 h 2134851"/>
              <a:gd name="connsiteX1" fmla="*/ 2376264 w 2376639"/>
              <a:gd name="connsiteY1" fmla="*/ 1800200 h 2134851"/>
              <a:gd name="connsiteX2" fmla="*/ 2319027 w 2376639"/>
              <a:gd name="connsiteY2" fmla="*/ 1800200 h 2134851"/>
              <a:gd name="connsiteX3" fmla="*/ 0 w 2376639"/>
              <a:gd name="connsiteY3" fmla="*/ 594066 h 2134851"/>
              <a:gd name="connsiteX4" fmla="*/ 0 w 2376639"/>
              <a:gd name="connsiteY4" fmla="*/ 0 h 2134851"/>
              <a:gd name="connsiteX5" fmla="*/ 2376264 w 2376639"/>
              <a:gd name="connsiteY5" fmla="*/ 1534671 h 2134851"/>
              <a:gd name="connsiteX6" fmla="*/ 2376639 w 2376639"/>
              <a:gd name="connsiteY6" fmla="*/ 2129006 h 2134851"/>
              <a:gd name="connsiteX7" fmla="*/ 2376265 w 2376639"/>
              <a:gd name="connsiteY7" fmla="*/ 2134851 h 2134851"/>
              <a:gd name="connsiteX8" fmla="*/ 2376265 w 2376639"/>
              <a:gd name="connsiteY8" fmla="*/ 2124095 h 2134851"/>
              <a:gd name="connsiteX9" fmla="*/ 2376639 w 2376639"/>
              <a:gd name="connsiteY9" fmla="*/ 2129006 h 2134851"/>
              <a:gd name="connsiteX0-1" fmla="*/ 2376264 w 2381874"/>
              <a:gd name="connsiteY0-2" fmla="*/ 1534671 h 2134851"/>
              <a:gd name="connsiteX1-3" fmla="*/ 2376264 w 2381874"/>
              <a:gd name="connsiteY1-4" fmla="*/ 1800200 h 2134851"/>
              <a:gd name="connsiteX2-5" fmla="*/ 2361230 w 2381874"/>
              <a:gd name="connsiteY2-6" fmla="*/ 1786132 h 2134851"/>
              <a:gd name="connsiteX3-7" fmla="*/ 0 w 2381874"/>
              <a:gd name="connsiteY3-8" fmla="*/ 594066 h 2134851"/>
              <a:gd name="connsiteX4-9" fmla="*/ 0 w 2381874"/>
              <a:gd name="connsiteY4-10" fmla="*/ 0 h 2134851"/>
              <a:gd name="connsiteX5-11" fmla="*/ 2376264 w 2381874"/>
              <a:gd name="connsiteY5-12" fmla="*/ 1534671 h 2134851"/>
              <a:gd name="connsiteX6-13" fmla="*/ 2376639 w 2381874"/>
              <a:gd name="connsiteY6-14" fmla="*/ 2129006 h 2134851"/>
              <a:gd name="connsiteX7-15" fmla="*/ 2376265 w 2381874"/>
              <a:gd name="connsiteY7-16" fmla="*/ 2134851 h 2134851"/>
              <a:gd name="connsiteX8-17" fmla="*/ 2376265 w 2381874"/>
              <a:gd name="connsiteY8-18" fmla="*/ 2124095 h 2134851"/>
              <a:gd name="connsiteX9-19" fmla="*/ 2376639 w 2381874"/>
              <a:gd name="connsiteY9-20" fmla="*/ 2129006 h 213485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</a:cxnLst>
            <a:rect l="l" t="t" r="r" b="b"/>
            <a:pathLst>
              <a:path w="2381874" h="2134851">
                <a:moveTo>
                  <a:pt x="2376264" y="1534671"/>
                </a:moveTo>
                <a:lnTo>
                  <a:pt x="2376264" y="1800200"/>
                </a:lnTo>
                <a:cubicBezTo>
                  <a:pt x="2357185" y="1800200"/>
                  <a:pt x="2408445" y="1842403"/>
                  <a:pt x="2361230" y="1786132"/>
                </a:cubicBezTo>
                <a:cubicBezTo>
                  <a:pt x="2130259" y="1096037"/>
                  <a:pt x="1137340" y="594066"/>
                  <a:pt x="0" y="594066"/>
                </a:cubicBezTo>
                <a:lnTo>
                  <a:pt x="0" y="0"/>
                </a:lnTo>
                <a:cubicBezTo>
                  <a:pt x="1312374" y="0"/>
                  <a:pt x="2376264" y="687096"/>
                  <a:pt x="2376264" y="1534671"/>
                </a:cubicBezTo>
                <a:close/>
                <a:moveTo>
                  <a:pt x="2376639" y="2129006"/>
                </a:moveTo>
                <a:cubicBezTo>
                  <a:pt x="2376514" y="2130954"/>
                  <a:pt x="2376390" y="2132903"/>
                  <a:pt x="2376265" y="2134851"/>
                </a:cubicBezTo>
                <a:lnTo>
                  <a:pt x="2376265" y="2124095"/>
                </a:lnTo>
                <a:cubicBezTo>
                  <a:pt x="2376631" y="2125731"/>
                  <a:pt x="2376637" y="2127368"/>
                  <a:pt x="2376639" y="2129006"/>
                </a:cubicBezTo>
                <a:close/>
              </a:path>
            </a:pathLst>
          </a:cu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algn="ctr">
              <a:defRPr/>
            </a:pPr>
            <a:endParaRPr lang="en-US" sz="1350" kern="0">
              <a:solidFill>
                <a:sysClr val="windowText" lastClr="000000"/>
              </a:solidFill>
              <a:latin typeface="Georgia" panose="02040502050405020303" charset="0"/>
              <a:ea typeface="Arial" panose="020B0604020202020204" pitchFamily="34" charset="0"/>
              <a:cs typeface="Georgia" panose="02040502050405020303" charset="0"/>
            </a:endParaRPr>
          </a:p>
        </p:txBody>
      </p:sp>
      <p:sp>
        <p:nvSpPr>
          <p:cNvPr id="5" name="椭圆 31" descr="#clear#"/>
          <p:cNvSpPr/>
          <p:nvPr/>
        </p:nvSpPr>
        <p:spPr>
          <a:xfrm rot="10800000" flipV="1">
            <a:off x="2875354" y="4299467"/>
            <a:ext cx="788636" cy="765257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algn="ctr"/>
            <a:r>
              <a:rPr lang="en-US" altLang="zh-CN" dirty="0">
                <a:solidFill>
                  <a:srgbClr val="FFFFFF"/>
                </a:solidFill>
                <a:latin typeface="Georgia" panose="02040502050405020303" charset="0"/>
                <a:ea typeface="Arial" panose="020B0604020202020204" pitchFamily="34" charset="0"/>
                <a:cs typeface="Georgia" panose="02040502050405020303" charset="0"/>
              </a:rPr>
              <a:t>4</a:t>
            </a:r>
            <a:endParaRPr lang="en-US" altLang="zh-CN" dirty="0">
              <a:solidFill>
                <a:srgbClr val="FFFFFF"/>
              </a:solidFill>
              <a:latin typeface="Georgia" panose="02040502050405020303" charset="0"/>
              <a:ea typeface="Arial" panose="020B0604020202020204" pitchFamily="34" charset="0"/>
              <a:cs typeface="Georgia" panose="02040502050405020303" charset="0"/>
            </a:endParaRPr>
          </a:p>
        </p:txBody>
      </p:sp>
      <p:sp>
        <p:nvSpPr>
          <p:cNvPr id="7" name="矩形 38" descr="#clear#"/>
          <p:cNvSpPr/>
          <p:nvPr/>
        </p:nvSpPr>
        <p:spPr>
          <a:xfrm>
            <a:off x="2640330" y="5161915"/>
            <a:ext cx="3371850" cy="145986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marL="285750" indent="-285750" algn="l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en-US" sz="1400" dirty="0">
                <a:solidFill>
                  <a:schemeClr val="tx1"/>
                </a:solidFill>
                <a:latin typeface="Georgia" panose="02040502050405020303" charset="0"/>
                <a:ea typeface="Arial" panose="020B0604020202020204" pitchFamily="34" charset="0"/>
                <a:cs typeface="Georgia" panose="02040502050405020303" charset="0"/>
              </a:rPr>
              <a:t>All sensitive data must be encrypted.</a:t>
            </a:r>
            <a:endParaRPr lang="en-US" altLang="en-US" sz="1400" dirty="0">
              <a:solidFill>
                <a:schemeClr val="tx1"/>
              </a:solidFill>
              <a:latin typeface="Georgia" panose="02040502050405020303" charset="0"/>
              <a:ea typeface="Arial" panose="020B0604020202020204" pitchFamily="34" charset="0"/>
              <a:cs typeface="Georgia" panose="02040502050405020303" charset="0"/>
            </a:endParaRPr>
          </a:p>
          <a:p>
            <a:pPr marL="285750" indent="-285750" algn="l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en-US" sz="1400" dirty="0">
                <a:solidFill>
                  <a:schemeClr val="tx1"/>
                </a:solidFill>
                <a:latin typeface="Georgia" panose="02040502050405020303" charset="0"/>
                <a:ea typeface="Arial" panose="020B0604020202020204" pitchFamily="34" charset="0"/>
                <a:cs typeface="Georgia" panose="02040502050405020303" charset="0"/>
              </a:rPr>
              <a:t>Role-based access ensures confidentiality.</a:t>
            </a:r>
            <a:endParaRPr lang="en-US" altLang="en-US" sz="1400" dirty="0">
              <a:solidFill>
                <a:schemeClr val="tx1"/>
              </a:solidFill>
              <a:latin typeface="Georgia" panose="02040502050405020303" charset="0"/>
              <a:ea typeface="Arial" panose="020B0604020202020204" pitchFamily="34" charset="0"/>
              <a:cs typeface="Georgia" panose="02040502050405020303" charset="0"/>
            </a:endParaRPr>
          </a:p>
        </p:txBody>
      </p:sp>
      <p:sp>
        <p:nvSpPr>
          <p:cNvPr id="8" name="矩形 38" descr="#clear#"/>
          <p:cNvSpPr/>
          <p:nvPr/>
        </p:nvSpPr>
        <p:spPr>
          <a:xfrm>
            <a:off x="8020050" y="5111115"/>
            <a:ext cx="3843655" cy="145986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285750" indent="-285750" algn="l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en-US" sz="1400" dirty="0">
                <a:solidFill>
                  <a:schemeClr val="tx1"/>
                </a:solidFill>
                <a:latin typeface="Georgia" panose="02040502050405020303" charset="0"/>
                <a:ea typeface="Arial" panose="020B0604020202020204" pitchFamily="34" charset="0"/>
                <a:cs typeface="Georgia" panose="02040502050405020303" charset="0"/>
              </a:rPr>
              <a:t>The system should have 99.9% uptime</a:t>
            </a:r>
            <a:endParaRPr lang="en-US" altLang="en-US" sz="1400" dirty="0">
              <a:solidFill>
                <a:schemeClr val="tx1"/>
              </a:solidFill>
              <a:latin typeface="Georgia" panose="02040502050405020303" charset="0"/>
              <a:ea typeface="Arial" panose="020B0604020202020204" pitchFamily="34" charset="0"/>
              <a:cs typeface="Georgia" panose="02040502050405020303" charset="0"/>
            </a:endParaRPr>
          </a:p>
          <a:p>
            <a:pPr marL="285750" indent="-285750" algn="l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en-US" sz="1400" dirty="0">
                <a:solidFill>
                  <a:schemeClr val="tx1"/>
                </a:solidFill>
                <a:latin typeface="Georgia" panose="02040502050405020303" charset="0"/>
                <a:ea typeface="Arial" panose="020B0604020202020204" pitchFamily="34" charset="0"/>
                <a:cs typeface="Georgia" panose="02040502050405020303" charset="0"/>
              </a:rPr>
              <a:t>Automated daily backups ensure no data loss.</a:t>
            </a:r>
            <a:endParaRPr lang="en-US" altLang="en-US" sz="1400" dirty="0">
              <a:solidFill>
                <a:schemeClr val="tx1"/>
              </a:solidFill>
              <a:latin typeface="Georgia" panose="02040502050405020303" charset="0"/>
              <a:ea typeface="Arial" panose="020B0604020202020204" pitchFamily="34" charset="0"/>
              <a:cs typeface="Georgia" panose="02040502050405020303" charset="0"/>
            </a:endParaRPr>
          </a:p>
        </p:txBody>
      </p:sp>
      <p:sp>
        <p:nvSpPr>
          <p:cNvPr id="20" name="圆角矩形 5" descr="#clear#"/>
          <p:cNvSpPr/>
          <p:nvPr/>
        </p:nvSpPr>
        <p:spPr>
          <a:xfrm>
            <a:off x="1942465" y="2118995"/>
            <a:ext cx="2014220" cy="502920"/>
          </a:xfrm>
          <a:custGeom>
            <a:avLst/>
            <a:gdLst/>
            <a:ahLst/>
            <a:cxnLst/>
            <a:rect l="l" t="t" r="r" b="b"/>
            <a:pathLst>
              <a:path w="4647853" h="1238876">
                <a:moveTo>
                  <a:pt x="918749" y="100069"/>
                </a:moveTo>
                <a:cubicBezTo>
                  <a:pt x="631909" y="100069"/>
                  <a:pt x="399380" y="332598"/>
                  <a:pt x="399380" y="619438"/>
                </a:cubicBezTo>
                <a:cubicBezTo>
                  <a:pt x="399380" y="906277"/>
                  <a:pt x="631909" y="1138806"/>
                  <a:pt x="918749" y="1138806"/>
                </a:cubicBezTo>
                <a:lnTo>
                  <a:pt x="3984467" y="1138807"/>
                </a:lnTo>
                <a:cubicBezTo>
                  <a:pt x="4271307" y="1138807"/>
                  <a:pt x="4503836" y="906278"/>
                  <a:pt x="4503836" y="619438"/>
                </a:cubicBezTo>
                <a:lnTo>
                  <a:pt x="4503837" y="619438"/>
                </a:lnTo>
                <a:cubicBezTo>
                  <a:pt x="4503837" y="332598"/>
                  <a:pt x="4271308" y="100069"/>
                  <a:pt x="3984468" y="100069"/>
                </a:cubicBezTo>
                <a:close/>
                <a:moveTo>
                  <a:pt x="874802" y="0"/>
                </a:moveTo>
                <a:lnTo>
                  <a:pt x="4028415" y="0"/>
                </a:lnTo>
                <a:cubicBezTo>
                  <a:pt x="4370521" y="0"/>
                  <a:pt x="4647853" y="277332"/>
                  <a:pt x="4647853" y="619438"/>
                </a:cubicBezTo>
                <a:lnTo>
                  <a:pt x="4647852" y="619438"/>
                </a:lnTo>
                <a:cubicBezTo>
                  <a:pt x="4647852" y="961544"/>
                  <a:pt x="4370520" y="1238876"/>
                  <a:pt x="4028414" y="1238876"/>
                </a:cubicBezTo>
                <a:lnTo>
                  <a:pt x="874802" y="1238875"/>
                </a:lnTo>
                <a:cubicBezTo>
                  <a:pt x="583271" y="1238875"/>
                  <a:pt x="338778" y="1037481"/>
                  <a:pt x="274630" y="765799"/>
                </a:cubicBezTo>
                <a:lnTo>
                  <a:pt x="0" y="662813"/>
                </a:lnTo>
                <a:lnTo>
                  <a:pt x="260853" y="564993"/>
                </a:lnTo>
                <a:cubicBezTo>
                  <a:pt x="285446" y="248244"/>
                  <a:pt x="551134" y="0"/>
                  <a:pt x="874802" y="0"/>
                </a:cubicBezTo>
                <a:close/>
              </a:path>
            </a:pathLst>
          </a:cu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468000" tIns="0" bIns="0" rtlCol="0" anchor="ctr"/>
          <a:p>
            <a:pPr lvl="0" algn="ctr">
              <a:lnSpc>
                <a:spcPct val="130000"/>
              </a:lnSpc>
              <a:defRPr/>
            </a:pPr>
            <a:r>
              <a:rPr lang="en-US" altLang="en-US" sz="1600" kern="0" dirty="0">
                <a:latin typeface="Georgia" panose="02040502050405020303" charset="0"/>
                <a:ea typeface="Arial" panose="020B0604020202020204" pitchFamily="34" charset="0"/>
                <a:cs typeface="Georgia" panose="02040502050405020303" charset="0"/>
              </a:rPr>
              <a:t>Performance</a:t>
            </a:r>
            <a:endParaRPr lang="en-US" altLang="en-US" sz="1600" kern="0" dirty="0">
              <a:latin typeface="Georgia" panose="02040502050405020303" charset="0"/>
              <a:ea typeface="Arial" panose="020B0604020202020204" pitchFamily="34" charset="0"/>
              <a:cs typeface="Georgia" panose="02040502050405020303" charset="0"/>
            </a:endParaRPr>
          </a:p>
        </p:txBody>
      </p:sp>
      <p:sp>
        <p:nvSpPr>
          <p:cNvPr id="29" name="椭圆 28" descr="#clear#"/>
          <p:cNvSpPr/>
          <p:nvPr/>
        </p:nvSpPr>
        <p:spPr>
          <a:xfrm rot="10800000" flipV="1">
            <a:off x="1671101" y="1671202"/>
            <a:ext cx="788636" cy="765257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dirty="0">
                <a:solidFill>
                  <a:srgbClr val="FFFFFF"/>
                </a:solidFill>
                <a:latin typeface="Georgia" panose="02040502050405020303" charset="0"/>
                <a:ea typeface="Arial" panose="020B0604020202020204" pitchFamily="34" charset="0"/>
                <a:cs typeface="Georgia" panose="02040502050405020303" charset="0"/>
              </a:rPr>
              <a:t>1</a:t>
            </a:r>
            <a:endParaRPr lang="en-US" altLang="zh-CN" dirty="0">
              <a:solidFill>
                <a:srgbClr val="FFFFFF"/>
              </a:solidFill>
              <a:latin typeface="Georgia" panose="02040502050405020303" charset="0"/>
              <a:ea typeface="Arial" panose="020B0604020202020204" pitchFamily="34" charset="0"/>
              <a:cs typeface="Georgia" panose="02040502050405020303" charset="0"/>
            </a:endParaRPr>
          </a:p>
        </p:txBody>
      </p:sp>
      <p:sp>
        <p:nvSpPr>
          <p:cNvPr id="10" name="圆角矩形 5" descr="#clear#"/>
          <p:cNvSpPr/>
          <p:nvPr/>
        </p:nvSpPr>
        <p:spPr>
          <a:xfrm>
            <a:off x="9933940" y="2118360"/>
            <a:ext cx="2014220" cy="502920"/>
          </a:xfrm>
          <a:custGeom>
            <a:avLst/>
            <a:gdLst/>
            <a:ahLst/>
            <a:cxnLst/>
            <a:rect l="l" t="t" r="r" b="b"/>
            <a:pathLst>
              <a:path w="4647853" h="1238876">
                <a:moveTo>
                  <a:pt x="918749" y="100069"/>
                </a:moveTo>
                <a:cubicBezTo>
                  <a:pt x="631909" y="100069"/>
                  <a:pt x="399380" y="332598"/>
                  <a:pt x="399380" y="619438"/>
                </a:cubicBezTo>
                <a:cubicBezTo>
                  <a:pt x="399380" y="906277"/>
                  <a:pt x="631909" y="1138806"/>
                  <a:pt x="918749" y="1138806"/>
                </a:cubicBezTo>
                <a:lnTo>
                  <a:pt x="3984467" y="1138807"/>
                </a:lnTo>
                <a:cubicBezTo>
                  <a:pt x="4271307" y="1138807"/>
                  <a:pt x="4503836" y="906278"/>
                  <a:pt x="4503836" y="619438"/>
                </a:cubicBezTo>
                <a:lnTo>
                  <a:pt x="4503837" y="619438"/>
                </a:lnTo>
                <a:cubicBezTo>
                  <a:pt x="4503837" y="332598"/>
                  <a:pt x="4271308" y="100069"/>
                  <a:pt x="3984468" y="100069"/>
                </a:cubicBezTo>
                <a:close/>
                <a:moveTo>
                  <a:pt x="874802" y="0"/>
                </a:moveTo>
                <a:lnTo>
                  <a:pt x="4028415" y="0"/>
                </a:lnTo>
                <a:cubicBezTo>
                  <a:pt x="4370521" y="0"/>
                  <a:pt x="4647853" y="277332"/>
                  <a:pt x="4647853" y="619438"/>
                </a:cubicBezTo>
                <a:lnTo>
                  <a:pt x="4647852" y="619438"/>
                </a:lnTo>
                <a:cubicBezTo>
                  <a:pt x="4647852" y="961544"/>
                  <a:pt x="4370520" y="1238876"/>
                  <a:pt x="4028414" y="1238876"/>
                </a:cubicBezTo>
                <a:lnTo>
                  <a:pt x="874802" y="1238875"/>
                </a:lnTo>
                <a:cubicBezTo>
                  <a:pt x="583271" y="1238875"/>
                  <a:pt x="338778" y="1037481"/>
                  <a:pt x="274630" y="765799"/>
                </a:cubicBezTo>
                <a:lnTo>
                  <a:pt x="0" y="662813"/>
                </a:lnTo>
                <a:lnTo>
                  <a:pt x="260853" y="564993"/>
                </a:lnTo>
                <a:cubicBezTo>
                  <a:pt x="285446" y="248244"/>
                  <a:pt x="551134" y="0"/>
                  <a:pt x="874802" y="0"/>
                </a:cubicBezTo>
                <a:close/>
              </a:path>
            </a:pathLst>
          </a:cu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468000" tIns="0" bIns="0" rtlCol="0" anchor="ctr"/>
          <a:p>
            <a:pPr lvl="0" algn="ctr">
              <a:lnSpc>
                <a:spcPct val="130000"/>
              </a:lnSpc>
              <a:defRPr/>
            </a:pPr>
            <a:r>
              <a:rPr lang="en-US" altLang="en-US" sz="1600" kern="0" dirty="0">
                <a:latin typeface="Georgia" panose="02040502050405020303" charset="0"/>
                <a:ea typeface="Arial" panose="020B0604020202020204" pitchFamily="34" charset="0"/>
                <a:cs typeface="Georgia" panose="02040502050405020303" charset="0"/>
              </a:rPr>
              <a:t>Scalability</a:t>
            </a:r>
            <a:endParaRPr lang="en-US" altLang="en-US" sz="1600" kern="0" dirty="0">
              <a:latin typeface="Georgia" panose="02040502050405020303" charset="0"/>
              <a:ea typeface="Arial" panose="020B0604020202020204" pitchFamily="34" charset="0"/>
              <a:cs typeface="Georgia" panose="02040502050405020303" charset="0"/>
            </a:endParaRPr>
          </a:p>
        </p:txBody>
      </p:sp>
      <p:sp>
        <p:nvSpPr>
          <p:cNvPr id="9" name="圆角矩形 5" descr="#clear#"/>
          <p:cNvSpPr/>
          <p:nvPr/>
        </p:nvSpPr>
        <p:spPr>
          <a:xfrm>
            <a:off x="6005830" y="2121535"/>
            <a:ext cx="2014220" cy="502920"/>
          </a:xfrm>
          <a:custGeom>
            <a:avLst/>
            <a:gdLst/>
            <a:ahLst/>
            <a:cxnLst/>
            <a:rect l="l" t="t" r="r" b="b"/>
            <a:pathLst>
              <a:path w="4647853" h="1238876">
                <a:moveTo>
                  <a:pt x="918749" y="100069"/>
                </a:moveTo>
                <a:cubicBezTo>
                  <a:pt x="631909" y="100069"/>
                  <a:pt x="399380" y="332598"/>
                  <a:pt x="399380" y="619438"/>
                </a:cubicBezTo>
                <a:cubicBezTo>
                  <a:pt x="399380" y="906277"/>
                  <a:pt x="631909" y="1138806"/>
                  <a:pt x="918749" y="1138806"/>
                </a:cubicBezTo>
                <a:lnTo>
                  <a:pt x="3984467" y="1138807"/>
                </a:lnTo>
                <a:cubicBezTo>
                  <a:pt x="4271307" y="1138807"/>
                  <a:pt x="4503836" y="906278"/>
                  <a:pt x="4503836" y="619438"/>
                </a:cubicBezTo>
                <a:lnTo>
                  <a:pt x="4503837" y="619438"/>
                </a:lnTo>
                <a:cubicBezTo>
                  <a:pt x="4503837" y="332598"/>
                  <a:pt x="4271308" y="100069"/>
                  <a:pt x="3984468" y="100069"/>
                </a:cubicBezTo>
                <a:close/>
                <a:moveTo>
                  <a:pt x="874802" y="0"/>
                </a:moveTo>
                <a:lnTo>
                  <a:pt x="4028415" y="0"/>
                </a:lnTo>
                <a:cubicBezTo>
                  <a:pt x="4370521" y="0"/>
                  <a:pt x="4647853" y="277332"/>
                  <a:pt x="4647853" y="619438"/>
                </a:cubicBezTo>
                <a:lnTo>
                  <a:pt x="4647852" y="619438"/>
                </a:lnTo>
                <a:cubicBezTo>
                  <a:pt x="4647852" y="961544"/>
                  <a:pt x="4370520" y="1238876"/>
                  <a:pt x="4028414" y="1238876"/>
                </a:cubicBezTo>
                <a:lnTo>
                  <a:pt x="874802" y="1238875"/>
                </a:lnTo>
                <a:cubicBezTo>
                  <a:pt x="583271" y="1238875"/>
                  <a:pt x="338778" y="1037481"/>
                  <a:pt x="274630" y="765799"/>
                </a:cubicBezTo>
                <a:lnTo>
                  <a:pt x="0" y="662813"/>
                </a:lnTo>
                <a:lnTo>
                  <a:pt x="260853" y="564993"/>
                </a:lnTo>
                <a:cubicBezTo>
                  <a:pt x="285446" y="248244"/>
                  <a:pt x="551134" y="0"/>
                  <a:pt x="874802" y="0"/>
                </a:cubicBezTo>
                <a:close/>
              </a:path>
            </a:pathLst>
          </a:cu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468000" tIns="0" bIns="0" rtlCol="0" anchor="ctr"/>
          <a:p>
            <a:pPr lvl="0" algn="ctr">
              <a:lnSpc>
                <a:spcPct val="130000"/>
              </a:lnSpc>
              <a:defRPr/>
            </a:pPr>
            <a:r>
              <a:rPr lang="en-US" altLang="en-US" sz="1600" kern="0" dirty="0">
                <a:latin typeface="Georgia" panose="02040502050405020303" charset="0"/>
                <a:ea typeface="Arial" panose="020B0604020202020204" pitchFamily="34" charset="0"/>
                <a:cs typeface="Georgia" panose="02040502050405020303" charset="0"/>
              </a:rPr>
              <a:t>Usability</a:t>
            </a:r>
            <a:endParaRPr lang="en-US" altLang="en-US" sz="1600" kern="0" dirty="0">
              <a:latin typeface="Georgia" panose="02040502050405020303" charset="0"/>
              <a:ea typeface="Arial" panose="020B0604020202020204" pitchFamily="34" charset="0"/>
              <a:cs typeface="Georgia" panose="02040502050405020303" charset="0"/>
            </a:endParaRPr>
          </a:p>
        </p:txBody>
      </p:sp>
      <p:sp>
        <p:nvSpPr>
          <p:cNvPr id="32" name="椭圆 31" descr="#clear#"/>
          <p:cNvSpPr/>
          <p:nvPr/>
        </p:nvSpPr>
        <p:spPr>
          <a:xfrm rot="10800000" flipV="1">
            <a:off x="5802704" y="1671202"/>
            <a:ext cx="788636" cy="765257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dirty="0">
                <a:solidFill>
                  <a:srgbClr val="FFFFFF"/>
                </a:solidFill>
                <a:latin typeface="Georgia" panose="02040502050405020303" charset="0"/>
                <a:ea typeface="Arial" panose="020B0604020202020204" pitchFamily="34" charset="0"/>
                <a:cs typeface="Georgia" panose="02040502050405020303" charset="0"/>
              </a:rPr>
              <a:t>2</a:t>
            </a:r>
            <a:endParaRPr lang="en-US" altLang="zh-CN" dirty="0">
              <a:solidFill>
                <a:srgbClr val="FFFFFF"/>
              </a:solidFill>
              <a:latin typeface="Georgia" panose="02040502050405020303" charset="0"/>
              <a:ea typeface="Arial" panose="020B0604020202020204" pitchFamily="34" charset="0"/>
              <a:cs typeface="Georgia" panose="02040502050405020303" charset="0"/>
            </a:endParaRPr>
          </a:p>
        </p:txBody>
      </p:sp>
      <p:sp>
        <p:nvSpPr>
          <p:cNvPr id="41" name="椭圆 40" descr="#clear#"/>
          <p:cNvSpPr/>
          <p:nvPr/>
        </p:nvSpPr>
        <p:spPr>
          <a:xfrm rot="10800000" flipV="1">
            <a:off x="9699357" y="1671202"/>
            <a:ext cx="788636" cy="765257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dirty="0">
                <a:solidFill>
                  <a:srgbClr val="FFFFFF"/>
                </a:solidFill>
                <a:latin typeface="Georgia" panose="02040502050405020303" charset="0"/>
                <a:ea typeface="Arial" panose="020B0604020202020204" pitchFamily="34" charset="0"/>
                <a:cs typeface="Georgia" panose="02040502050405020303" charset="0"/>
              </a:rPr>
              <a:t>3</a:t>
            </a:r>
            <a:endParaRPr lang="en-US" altLang="zh-CN" dirty="0">
              <a:solidFill>
                <a:srgbClr val="FFFFFF"/>
              </a:solidFill>
              <a:latin typeface="Georgia" panose="02040502050405020303" charset="0"/>
              <a:ea typeface="Arial" panose="020B0604020202020204" pitchFamily="34" charset="0"/>
              <a:cs typeface="Georgia" panose="02040502050405020303" charset="0"/>
            </a:endParaRPr>
          </a:p>
        </p:txBody>
      </p:sp>
      <p:sp>
        <p:nvSpPr>
          <p:cNvPr id="12" name="圆角矩形 5" descr="#clear#"/>
          <p:cNvSpPr/>
          <p:nvPr/>
        </p:nvSpPr>
        <p:spPr>
          <a:xfrm>
            <a:off x="8020050" y="4704080"/>
            <a:ext cx="2014220" cy="502920"/>
          </a:xfrm>
          <a:custGeom>
            <a:avLst/>
            <a:gdLst/>
            <a:ahLst/>
            <a:cxnLst/>
            <a:rect l="l" t="t" r="r" b="b"/>
            <a:pathLst>
              <a:path w="4647853" h="1238876">
                <a:moveTo>
                  <a:pt x="918749" y="100069"/>
                </a:moveTo>
                <a:cubicBezTo>
                  <a:pt x="631909" y="100069"/>
                  <a:pt x="399380" y="332598"/>
                  <a:pt x="399380" y="619438"/>
                </a:cubicBezTo>
                <a:cubicBezTo>
                  <a:pt x="399380" y="906277"/>
                  <a:pt x="631909" y="1138806"/>
                  <a:pt x="918749" y="1138806"/>
                </a:cubicBezTo>
                <a:lnTo>
                  <a:pt x="3984467" y="1138807"/>
                </a:lnTo>
                <a:cubicBezTo>
                  <a:pt x="4271307" y="1138807"/>
                  <a:pt x="4503836" y="906278"/>
                  <a:pt x="4503836" y="619438"/>
                </a:cubicBezTo>
                <a:lnTo>
                  <a:pt x="4503837" y="619438"/>
                </a:lnTo>
                <a:cubicBezTo>
                  <a:pt x="4503837" y="332598"/>
                  <a:pt x="4271308" y="100069"/>
                  <a:pt x="3984468" y="100069"/>
                </a:cubicBezTo>
                <a:close/>
                <a:moveTo>
                  <a:pt x="874802" y="0"/>
                </a:moveTo>
                <a:lnTo>
                  <a:pt x="4028415" y="0"/>
                </a:lnTo>
                <a:cubicBezTo>
                  <a:pt x="4370521" y="0"/>
                  <a:pt x="4647853" y="277332"/>
                  <a:pt x="4647853" y="619438"/>
                </a:cubicBezTo>
                <a:lnTo>
                  <a:pt x="4647852" y="619438"/>
                </a:lnTo>
                <a:cubicBezTo>
                  <a:pt x="4647852" y="961544"/>
                  <a:pt x="4370520" y="1238876"/>
                  <a:pt x="4028414" y="1238876"/>
                </a:cubicBezTo>
                <a:lnTo>
                  <a:pt x="874802" y="1238875"/>
                </a:lnTo>
                <a:cubicBezTo>
                  <a:pt x="583271" y="1238875"/>
                  <a:pt x="338778" y="1037481"/>
                  <a:pt x="274630" y="765799"/>
                </a:cubicBezTo>
                <a:lnTo>
                  <a:pt x="0" y="662813"/>
                </a:lnTo>
                <a:lnTo>
                  <a:pt x="260853" y="564993"/>
                </a:lnTo>
                <a:cubicBezTo>
                  <a:pt x="285446" y="248244"/>
                  <a:pt x="551134" y="0"/>
                  <a:pt x="874802" y="0"/>
                </a:cubicBezTo>
                <a:close/>
              </a:path>
            </a:pathLst>
          </a:cu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468000" tIns="0" bIns="0" rtlCol="0" anchor="ctr"/>
          <a:p>
            <a:pPr lvl="0" algn="ctr">
              <a:lnSpc>
                <a:spcPct val="130000"/>
              </a:lnSpc>
              <a:defRPr/>
            </a:pPr>
            <a:r>
              <a:rPr lang="en-US" altLang="en-US" sz="1600" kern="0" dirty="0">
                <a:latin typeface="Georgia" panose="02040502050405020303" charset="0"/>
                <a:ea typeface="Arial" panose="020B0604020202020204" pitchFamily="34" charset="0"/>
                <a:cs typeface="Georgia" panose="02040502050405020303" charset="0"/>
              </a:rPr>
              <a:t>Reliability</a:t>
            </a:r>
            <a:endParaRPr lang="en-US" altLang="en-US" sz="1600" kern="0" dirty="0">
              <a:latin typeface="Georgia" panose="02040502050405020303" charset="0"/>
              <a:ea typeface="Arial" panose="020B0604020202020204" pitchFamily="34" charset="0"/>
              <a:cs typeface="Georgia" panose="02040502050405020303" charset="0"/>
            </a:endParaRPr>
          </a:p>
        </p:txBody>
      </p:sp>
      <p:sp>
        <p:nvSpPr>
          <p:cNvPr id="6" name="椭圆 31" descr="#clear#"/>
          <p:cNvSpPr/>
          <p:nvPr/>
        </p:nvSpPr>
        <p:spPr>
          <a:xfrm rot="10800000" flipV="1">
            <a:off x="7805494" y="4299467"/>
            <a:ext cx="788636" cy="765257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dirty="0">
                <a:solidFill>
                  <a:srgbClr val="FFFFFF"/>
                </a:solidFill>
                <a:latin typeface="Georgia" panose="02040502050405020303" charset="0"/>
                <a:ea typeface="Arial" panose="020B0604020202020204" pitchFamily="34" charset="0"/>
                <a:cs typeface="Georgia" panose="02040502050405020303" charset="0"/>
              </a:rPr>
              <a:t>5</a:t>
            </a:r>
            <a:endParaRPr lang="en-US" altLang="zh-CN" dirty="0">
              <a:solidFill>
                <a:srgbClr val="FFFFFF"/>
              </a:solidFill>
              <a:latin typeface="Georgia" panose="02040502050405020303" charset="0"/>
              <a:ea typeface="Arial" panose="020B0604020202020204" pitchFamily="34" charset="0"/>
              <a:cs typeface="Georgia" panose="02040502050405020303" charset="0"/>
            </a:endParaRPr>
          </a:p>
        </p:txBody>
      </p:sp>
      <p:cxnSp>
        <p:nvCxnSpPr>
          <p:cNvPr id="2" name="直接连接符 42"/>
          <p:cNvCxnSpPr/>
          <p:nvPr/>
        </p:nvCxnSpPr>
        <p:spPr>
          <a:xfrm>
            <a:off x="220297" y="6569416"/>
            <a:ext cx="11718387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标题 1" descr="#clear#"/>
          <p:cNvSpPr>
            <a:spLocks noGrp="1"/>
          </p:cNvSpPr>
          <p:nvPr>
            <p:ph type="title"/>
          </p:nvPr>
        </p:nvSpPr>
        <p:spPr>
          <a:xfrm>
            <a:off x="193675" y="1426845"/>
            <a:ext cx="6848475" cy="2527300"/>
          </a:xfrm>
        </p:spPr>
        <p:txBody>
          <a:bodyPr/>
          <a:lstStyle/>
          <a:p>
            <a:r>
              <a:rPr lang="en-US">
                <a:latin typeface="Georgia" panose="02040502050405020303" charset="0"/>
                <a:cs typeface="Georgia" panose="02040502050405020303" charset="0"/>
              </a:rPr>
              <a:t>08</a:t>
            </a:r>
            <a:br>
              <a:rPr lang="en-US">
                <a:latin typeface="Georgia" panose="02040502050405020303" charset="0"/>
                <a:cs typeface="Georgia" panose="02040502050405020303" charset="0"/>
              </a:rPr>
            </a:br>
            <a:r>
              <a:rPr lang="en-US" altLang="en-US">
                <a:latin typeface="Georgia" panose="02040502050405020303" charset="0"/>
                <a:cs typeface="Georgia" panose="02040502050405020303" charset="0"/>
              </a:rPr>
              <a:t>Artifacts Overview</a:t>
            </a:r>
            <a:endParaRPr lang="en-US" altLang="en-US">
              <a:latin typeface="Georgia" panose="02040502050405020303" charset="0"/>
              <a:cs typeface="Georgia" panose="02040502050405020303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7439660" y="1905635"/>
            <a:ext cx="4068445" cy="3836670"/>
            <a:chOff x="11372" y="2284"/>
            <a:chExt cx="6407" cy="6042"/>
          </a:xfrm>
        </p:grpSpPr>
        <p:sp>
          <p:nvSpPr>
            <p:cNvPr id="11" name="任意多边形 15" descr="#clear#"/>
            <p:cNvSpPr/>
            <p:nvPr/>
          </p:nvSpPr>
          <p:spPr>
            <a:xfrm>
              <a:off x="11372" y="5210"/>
              <a:ext cx="3113" cy="3116"/>
            </a:xfrm>
            <a:custGeom>
              <a:avLst/>
              <a:gdLst>
                <a:gd name="connsiteX0" fmla="*/ 32278 w 2309830"/>
                <a:gd name="connsiteY0" fmla="*/ 1267988 h 2312131"/>
                <a:gd name="connsiteX1" fmla="*/ 268121 w 2309830"/>
                <a:gd name="connsiteY1" fmla="*/ 1267988 h 2312131"/>
                <a:gd name="connsiteX2" fmla="*/ 278554 w 2309830"/>
                <a:gd name="connsiteY2" fmla="*/ 1336346 h 2312131"/>
                <a:gd name="connsiteX3" fmla="*/ 1154915 w 2309830"/>
                <a:gd name="connsiteY3" fmla="*/ 2050601 h 2312131"/>
                <a:gd name="connsiteX4" fmla="*/ 2031276 w 2309830"/>
                <a:gd name="connsiteY4" fmla="*/ 1336346 h 2312131"/>
                <a:gd name="connsiteX5" fmla="*/ 2041709 w 2309830"/>
                <a:gd name="connsiteY5" fmla="*/ 1267988 h 2312131"/>
                <a:gd name="connsiteX6" fmla="*/ 2276989 w 2309830"/>
                <a:gd name="connsiteY6" fmla="*/ 1267988 h 2312131"/>
                <a:gd name="connsiteX7" fmla="*/ 2239069 w 2309830"/>
                <a:gd name="connsiteY7" fmla="*/ 1314318 h 2312131"/>
                <a:gd name="connsiteX8" fmla="*/ 2180895 w 2309830"/>
                <a:gd name="connsiteY8" fmla="*/ 1359404 h 2312131"/>
                <a:gd name="connsiteX9" fmla="*/ 2101145 w 2309830"/>
                <a:gd name="connsiteY9" fmla="*/ 1409608 h 2312131"/>
                <a:gd name="connsiteX10" fmla="*/ 2145105 w 2309830"/>
                <a:gd name="connsiteY10" fmla="*/ 1492962 h 2312131"/>
                <a:gd name="connsiteX11" fmla="*/ 2158907 w 2309830"/>
                <a:gd name="connsiteY11" fmla="*/ 1729229 h 2312131"/>
                <a:gd name="connsiteX12" fmla="*/ 2155352 w 2309830"/>
                <a:gd name="connsiteY12" fmla="*/ 1733672 h 2312131"/>
                <a:gd name="connsiteX13" fmla="*/ 1941772 w 2309830"/>
                <a:gd name="connsiteY13" fmla="*/ 1845149 h 2312131"/>
                <a:gd name="connsiteX14" fmla="*/ 1847605 w 2309830"/>
                <a:gd name="connsiteY14" fmla="*/ 1848755 h 2312131"/>
                <a:gd name="connsiteX15" fmla="*/ 1843999 w 2309830"/>
                <a:gd name="connsiteY15" fmla="*/ 1942922 h 2312131"/>
                <a:gd name="connsiteX16" fmla="*/ 1737817 w 2309830"/>
                <a:gd name="connsiteY16" fmla="*/ 2154436 h 2312131"/>
                <a:gd name="connsiteX17" fmla="*/ 1732518 w 2309830"/>
                <a:gd name="connsiteY17" fmla="*/ 2156506 h 2312131"/>
                <a:gd name="connsiteX18" fmla="*/ 1491811 w 2309830"/>
                <a:gd name="connsiteY18" fmla="*/ 2146258 h 2312131"/>
                <a:gd name="connsiteX19" fmla="*/ 1408458 w 2309830"/>
                <a:gd name="connsiteY19" fmla="*/ 2102298 h 2312131"/>
                <a:gd name="connsiteX20" fmla="*/ 1358251 w 2309830"/>
                <a:gd name="connsiteY20" fmla="*/ 2182045 h 2312131"/>
                <a:gd name="connsiteX21" fmla="*/ 1160539 w 2309830"/>
                <a:gd name="connsiteY21" fmla="*/ 2312131 h 2312131"/>
                <a:gd name="connsiteX22" fmla="*/ 1154914 w 2309830"/>
                <a:gd name="connsiteY22" fmla="*/ 2311274 h 2312131"/>
                <a:gd name="connsiteX23" fmla="*/ 951579 w 2309830"/>
                <a:gd name="connsiteY23" fmla="*/ 2182044 h 2312131"/>
                <a:gd name="connsiteX24" fmla="*/ 901373 w 2309830"/>
                <a:gd name="connsiteY24" fmla="*/ 2102296 h 2312131"/>
                <a:gd name="connsiteX25" fmla="*/ 818021 w 2309830"/>
                <a:gd name="connsiteY25" fmla="*/ 2146258 h 2312131"/>
                <a:gd name="connsiteX26" fmla="*/ 581753 w 2309830"/>
                <a:gd name="connsiteY26" fmla="*/ 2160060 h 2312131"/>
                <a:gd name="connsiteX27" fmla="*/ 577311 w 2309830"/>
                <a:gd name="connsiteY27" fmla="*/ 2156504 h 2312131"/>
                <a:gd name="connsiteX28" fmla="*/ 465831 w 2309830"/>
                <a:gd name="connsiteY28" fmla="*/ 1942922 h 2312131"/>
                <a:gd name="connsiteX29" fmla="*/ 462227 w 2309830"/>
                <a:gd name="connsiteY29" fmla="*/ 1848754 h 2312131"/>
                <a:gd name="connsiteX30" fmla="*/ 368061 w 2309830"/>
                <a:gd name="connsiteY30" fmla="*/ 1845151 h 2312131"/>
                <a:gd name="connsiteX31" fmla="*/ 156545 w 2309830"/>
                <a:gd name="connsiteY31" fmla="*/ 1738968 h 2312131"/>
                <a:gd name="connsiteX32" fmla="*/ 154475 w 2309830"/>
                <a:gd name="connsiteY32" fmla="*/ 1733670 h 2312131"/>
                <a:gd name="connsiteX33" fmla="*/ 164723 w 2309830"/>
                <a:gd name="connsiteY33" fmla="*/ 1492960 h 2312131"/>
                <a:gd name="connsiteX34" fmla="*/ 208685 w 2309830"/>
                <a:gd name="connsiteY34" fmla="*/ 1409608 h 2312131"/>
                <a:gd name="connsiteX35" fmla="*/ 128938 w 2309830"/>
                <a:gd name="connsiteY35" fmla="*/ 1359401 h 2312131"/>
                <a:gd name="connsiteX36" fmla="*/ 72026 w 2309830"/>
                <a:gd name="connsiteY36" fmla="*/ 1315539 h 2312131"/>
                <a:gd name="connsiteX37" fmla="*/ 2048784 w 2309830"/>
                <a:gd name="connsiteY37" fmla="*/ 1169247 h 2312131"/>
                <a:gd name="connsiteX38" fmla="*/ 2308594 w 2309830"/>
                <a:gd name="connsiteY38" fmla="*/ 1169247 h 2312131"/>
                <a:gd name="connsiteX39" fmla="*/ 2303755 w 2309830"/>
                <a:gd name="connsiteY39" fmla="*/ 1210931 h 2312131"/>
                <a:gd name="connsiteX40" fmla="*/ 2290107 w 2309830"/>
                <a:gd name="connsiteY40" fmla="*/ 1241626 h 2312131"/>
                <a:gd name="connsiteX41" fmla="*/ 2045130 w 2309830"/>
                <a:gd name="connsiteY41" fmla="*/ 1241626 h 2312131"/>
                <a:gd name="connsiteX42" fmla="*/ 0 w 2309830"/>
                <a:gd name="connsiteY42" fmla="*/ 1169247 h 2312131"/>
                <a:gd name="connsiteX43" fmla="*/ 261046 w 2309830"/>
                <a:gd name="connsiteY43" fmla="*/ 1169247 h 2312131"/>
                <a:gd name="connsiteX44" fmla="*/ 264701 w 2309830"/>
                <a:gd name="connsiteY44" fmla="*/ 1241626 h 2312131"/>
                <a:gd name="connsiteX45" fmla="*/ 19472 w 2309830"/>
                <a:gd name="connsiteY45" fmla="*/ 1241626 h 2312131"/>
                <a:gd name="connsiteX46" fmla="*/ 6981 w 2309830"/>
                <a:gd name="connsiteY46" fmla="*/ 1215092 h 2312131"/>
                <a:gd name="connsiteX47" fmla="*/ 2045130 w 2309830"/>
                <a:gd name="connsiteY47" fmla="*/ 1070506 h 2312131"/>
                <a:gd name="connsiteX48" fmla="*/ 2290359 w 2309830"/>
                <a:gd name="connsiteY48" fmla="*/ 1070506 h 2312131"/>
                <a:gd name="connsiteX49" fmla="*/ 2302850 w 2309830"/>
                <a:gd name="connsiteY49" fmla="*/ 1097041 h 2312131"/>
                <a:gd name="connsiteX50" fmla="*/ 2309830 w 2309830"/>
                <a:gd name="connsiteY50" fmla="*/ 1142885 h 2312131"/>
                <a:gd name="connsiteX51" fmla="*/ 2048784 w 2309830"/>
                <a:gd name="connsiteY51" fmla="*/ 1142885 h 2312131"/>
                <a:gd name="connsiteX52" fmla="*/ 19724 w 2309830"/>
                <a:gd name="connsiteY52" fmla="*/ 1070506 h 2312131"/>
                <a:gd name="connsiteX53" fmla="*/ 264701 w 2309830"/>
                <a:gd name="connsiteY53" fmla="*/ 1070506 h 2312131"/>
                <a:gd name="connsiteX54" fmla="*/ 261046 w 2309830"/>
                <a:gd name="connsiteY54" fmla="*/ 1142885 h 2312131"/>
                <a:gd name="connsiteX55" fmla="*/ 1238 w 2309830"/>
                <a:gd name="connsiteY55" fmla="*/ 1142885 h 2312131"/>
                <a:gd name="connsiteX56" fmla="*/ 6077 w 2309830"/>
                <a:gd name="connsiteY56" fmla="*/ 1101201 h 2312131"/>
                <a:gd name="connsiteX57" fmla="*/ 1154916 w 2309830"/>
                <a:gd name="connsiteY57" fmla="*/ 81063 h 2312131"/>
                <a:gd name="connsiteX58" fmla="*/ 1095649 w 2309830"/>
                <a:gd name="connsiteY58" fmla="*/ 140330 h 2312131"/>
                <a:gd name="connsiteX59" fmla="*/ 1154916 w 2309830"/>
                <a:gd name="connsiteY59" fmla="*/ 199597 h 2312131"/>
                <a:gd name="connsiteX60" fmla="*/ 1214183 w 2309830"/>
                <a:gd name="connsiteY60" fmla="*/ 140330 h 2312131"/>
                <a:gd name="connsiteX61" fmla="*/ 1154916 w 2309830"/>
                <a:gd name="connsiteY61" fmla="*/ 81063 h 2312131"/>
                <a:gd name="connsiteX62" fmla="*/ 1149291 w 2309830"/>
                <a:gd name="connsiteY62" fmla="*/ 0 h 2312131"/>
                <a:gd name="connsiteX63" fmla="*/ 1154917 w 2309830"/>
                <a:gd name="connsiteY63" fmla="*/ 859 h 2312131"/>
                <a:gd name="connsiteX64" fmla="*/ 1358253 w 2309830"/>
                <a:gd name="connsiteY64" fmla="*/ 130088 h 2312131"/>
                <a:gd name="connsiteX65" fmla="*/ 1408458 w 2309830"/>
                <a:gd name="connsiteY65" fmla="*/ 209838 h 2312131"/>
                <a:gd name="connsiteX66" fmla="*/ 1491811 w 2309830"/>
                <a:gd name="connsiteY66" fmla="*/ 165876 h 2312131"/>
                <a:gd name="connsiteX67" fmla="*/ 1728077 w 2309830"/>
                <a:gd name="connsiteY67" fmla="*/ 152076 h 2312131"/>
                <a:gd name="connsiteX68" fmla="*/ 1732521 w 2309830"/>
                <a:gd name="connsiteY68" fmla="*/ 155629 h 2312131"/>
                <a:gd name="connsiteX69" fmla="*/ 1843999 w 2309830"/>
                <a:gd name="connsiteY69" fmla="*/ 369213 h 2312131"/>
                <a:gd name="connsiteX70" fmla="*/ 1847605 w 2309830"/>
                <a:gd name="connsiteY70" fmla="*/ 463378 h 2312131"/>
                <a:gd name="connsiteX71" fmla="*/ 1941774 w 2309830"/>
                <a:gd name="connsiteY71" fmla="*/ 466982 h 2312131"/>
                <a:gd name="connsiteX72" fmla="*/ 2153285 w 2309830"/>
                <a:gd name="connsiteY72" fmla="*/ 573164 h 2312131"/>
                <a:gd name="connsiteX73" fmla="*/ 2155358 w 2309830"/>
                <a:gd name="connsiteY73" fmla="*/ 578463 h 2312131"/>
                <a:gd name="connsiteX74" fmla="*/ 2145107 w 2309830"/>
                <a:gd name="connsiteY74" fmla="*/ 819171 h 2312131"/>
                <a:gd name="connsiteX75" fmla="*/ 2101145 w 2309830"/>
                <a:gd name="connsiteY75" fmla="*/ 902524 h 2312131"/>
                <a:gd name="connsiteX76" fmla="*/ 2180895 w 2309830"/>
                <a:gd name="connsiteY76" fmla="*/ 952730 h 2312131"/>
                <a:gd name="connsiteX77" fmla="*/ 2237807 w 2309830"/>
                <a:gd name="connsiteY77" fmla="*/ 996593 h 2312131"/>
                <a:gd name="connsiteX78" fmla="*/ 2277553 w 2309830"/>
                <a:gd name="connsiteY78" fmla="*/ 1044144 h 2312131"/>
                <a:gd name="connsiteX79" fmla="*/ 2041709 w 2309830"/>
                <a:gd name="connsiteY79" fmla="*/ 1044144 h 2312131"/>
                <a:gd name="connsiteX80" fmla="*/ 2031276 w 2309830"/>
                <a:gd name="connsiteY80" fmla="*/ 975786 h 2312131"/>
                <a:gd name="connsiteX81" fmla="*/ 1154915 w 2309830"/>
                <a:gd name="connsiteY81" fmla="*/ 261531 h 2312131"/>
                <a:gd name="connsiteX82" fmla="*/ 278554 w 2309830"/>
                <a:gd name="connsiteY82" fmla="*/ 975786 h 2312131"/>
                <a:gd name="connsiteX83" fmla="*/ 268121 w 2309830"/>
                <a:gd name="connsiteY83" fmla="*/ 1044144 h 2312131"/>
                <a:gd name="connsiteX84" fmla="*/ 32842 w 2309830"/>
                <a:gd name="connsiteY84" fmla="*/ 1044144 h 2312131"/>
                <a:gd name="connsiteX85" fmla="*/ 70762 w 2309830"/>
                <a:gd name="connsiteY85" fmla="*/ 997815 h 2312131"/>
                <a:gd name="connsiteX86" fmla="*/ 128938 w 2309830"/>
                <a:gd name="connsiteY86" fmla="*/ 952732 h 2312131"/>
                <a:gd name="connsiteX87" fmla="*/ 208685 w 2309830"/>
                <a:gd name="connsiteY87" fmla="*/ 902525 h 2312131"/>
                <a:gd name="connsiteX88" fmla="*/ 164725 w 2309830"/>
                <a:gd name="connsiteY88" fmla="*/ 819171 h 2312131"/>
                <a:gd name="connsiteX89" fmla="*/ 150923 w 2309830"/>
                <a:gd name="connsiteY89" fmla="*/ 582904 h 2312131"/>
                <a:gd name="connsiteX90" fmla="*/ 154478 w 2309830"/>
                <a:gd name="connsiteY90" fmla="*/ 578462 h 2312131"/>
                <a:gd name="connsiteX91" fmla="*/ 368059 w 2309830"/>
                <a:gd name="connsiteY91" fmla="*/ 466982 h 2312131"/>
                <a:gd name="connsiteX92" fmla="*/ 462226 w 2309830"/>
                <a:gd name="connsiteY92" fmla="*/ 463376 h 2312131"/>
                <a:gd name="connsiteX93" fmla="*/ 465831 w 2309830"/>
                <a:gd name="connsiteY93" fmla="*/ 369213 h 2312131"/>
                <a:gd name="connsiteX94" fmla="*/ 572013 w 2309830"/>
                <a:gd name="connsiteY94" fmla="*/ 157697 h 2312131"/>
                <a:gd name="connsiteX95" fmla="*/ 577313 w 2309830"/>
                <a:gd name="connsiteY95" fmla="*/ 155629 h 2312131"/>
                <a:gd name="connsiteX96" fmla="*/ 686045 w 2309830"/>
                <a:gd name="connsiteY96" fmla="*/ 127582 h 2312131"/>
                <a:gd name="connsiteX97" fmla="*/ 818021 w 2309830"/>
                <a:gd name="connsiteY97" fmla="*/ 165876 h 2312131"/>
                <a:gd name="connsiteX98" fmla="*/ 901375 w 2309830"/>
                <a:gd name="connsiteY98" fmla="*/ 209838 h 2312131"/>
                <a:gd name="connsiteX99" fmla="*/ 951579 w 2309830"/>
                <a:gd name="connsiteY99" fmla="*/ 130088 h 2312131"/>
                <a:gd name="connsiteX100" fmla="*/ 1149291 w 2309830"/>
                <a:gd name="connsiteY100" fmla="*/ 0 h 2312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</a:cxnLst>
              <a:rect l="l" t="t" r="r" b="b"/>
              <a:pathLst>
                <a:path w="2309830" h="2312131">
                  <a:moveTo>
                    <a:pt x="32278" y="1267988"/>
                  </a:moveTo>
                  <a:lnTo>
                    <a:pt x="268121" y="1267988"/>
                  </a:lnTo>
                  <a:lnTo>
                    <a:pt x="278554" y="1336346"/>
                  </a:lnTo>
                  <a:cubicBezTo>
                    <a:pt x="361966" y="1743971"/>
                    <a:pt x="722632" y="2050601"/>
                    <a:pt x="1154915" y="2050601"/>
                  </a:cubicBezTo>
                  <a:cubicBezTo>
                    <a:pt x="1587199" y="2050601"/>
                    <a:pt x="1947864" y="1743971"/>
                    <a:pt x="2031276" y="1336346"/>
                  </a:cubicBezTo>
                  <a:lnTo>
                    <a:pt x="2041709" y="1267988"/>
                  </a:lnTo>
                  <a:lnTo>
                    <a:pt x="2276989" y="1267988"/>
                  </a:lnTo>
                  <a:lnTo>
                    <a:pt x="2239069" y="1314318"/>
                  </a:lnTo>
                  <a:cubicBezTo>
                    <a:pt x="2222540" y="1330272"/>
                    <a:pt x="2203145" y="1345396"/>
                    <a:pt x="2180895" y="1359404"/>
                  </a:cubicBezTo>
                  <a:lnTo>
                    <a:pt x="2101145" y="1409608"/>
                  </a:lnTo>
                  <a:lnTo>
                    <a:pt x="2145105" y="1492962"/>
                  </a:lnTo>
                  <a:cubicBezTo>
                    <a:pt x="2192909" y="1583605"/>
                    <a:pt x="2194686" y="1667259"/>
                    <a:pt x="2158907" y="1729229"/>
                  </a:cubicBezTo>
                  <a:cubicBezTo>
                    <a:pt x="2157968" y="1730856"/>
                    <a:pt x="2156998" y="1732464"/>
                    <a:pt x="2155352" y="1733672"/>
                  </a:cubicBezTo>
                  <a:cubicBezTo>
                    <a:pt x="2121331" y="1798800"/>
                    <a:pt x="2046858" y="1841125"/>
                    <a:pt x="1941772" y="1845149"/>
                  </a:cubicBezTo>
                  <a:lnTo>
                    <a:pt x="1847605" y="1848755"/>
                  </a:lnTo>
                  <a:lnTo>
                    <a:pt x="1843999" y="1942922"/>
                  </a:lnTo>
                  <a:cubicBezTo>
                    <a:pt x="1840080" y="2045325"/>
                    <a:pt x="1799787" y="2118658"/>
                    <a:pt x="1737817" y="2154436"/>
                  </a:cubicBezTo>
                  <a:cubicBezTo>
                    <a:pt x="1736193" y="2155376"/>
                    <a:pt x="1734547" y="2156285"/>
                    <a:pt x="1732518" y="2156506"/>
                  </a:cubicBezTo>
                  <a:cubicBezTo>
                    <a:pt x="1670489" y="2195898"/>
                    <a:pt x="1584834" y="2195317"/>
                    <a:pt x="1491811" y="2146258"/>
                  </a:cubicBezTo>
                  <a:lnTo>
                    <a:pt x="1408458" y="2102298"/>
                  </a:lnTo>
                  <a:lnTo>
                    <a:pt x="1358251" y="2182045"/>
                  </a:lnTo>
                  <a:cubicBezTo>
                    <a:pt x="1303654" y="2268767"/>
                    <a:pt x="1232096" y="2312131"/>
                    <a:pt x="1160539" y="2312131"/>
                  </a:cubicBezTo>
                  <a:cubicBezTo>
                    <a:pt x="1158660" y="2312131"/>
                    <a:pt x="1156783" y="2312095"/>
                    <a:pt x="1154914" y="2311274"/>
                  </a:cubicBezTo>
                  <a:cubicBezTo>
                    <a:pt x="1081500" y="2314374"/>
                    <a:pt x="1007609" y="2271044"/>
                    <a:pt x="951579" y="2182044"/>
                  </a:cubicBezTo>
                  <a:lnTo>
                    <a:pt x="901373" y="2102296"/>
                  </a:lnTo>
                  <a:lnTo>
                    <a:pt x="818021" y="2146258"/>
                  </a:lnTo>
                  <a:cubicBezTo>
                    <a:pt x="727378" y="2194064"/>
                    <a:pt x="643722" y="2195837"/>
                    <a:pt x="581753" y="2160060"/>
                  </a:cubicBezTo>
                  <a:cubicBezTo>
                    <a:pt x="580128" y="2159122"/>
                    <a:pt x="578516" y="2158151"/>
                    <a:pt x="577311" y="2156504"/>
                  </a:cubicBezTo>
                  <a:cubicBezTo>
                    <a:pt x="512183" y="2122483"/>
                    <a:pt x="469858" y="2048013"/>
                    <a:pt x="465831" y="1942922"/>
                  </a:cubicBezTo>
                  <a:lnTo>
                    <a:pt x="462227" y="1848754"/>
                  </a:lnTo>
                  <a:lnTo>
                    <a:pt x="368061" y="1845151"/>
                  </a:lnTo>
                  <a:cubicBezTo>
                    <a:pt x="265658" y="1841228"/>
                    <a:pt x="192324" y="1800938"/>
                    <a:pt x="156545" y="1738968"/>
                  </a:cubicBezTo>
                  <a:cubicBezTo>
                    <a:pt x="155607" y="1737342"/>
                    <a:pt x="154698" y="1735695"/>
                    <a:pt x="154475" y="1733670"/>
                  </a:cubicBezTo>
                  <a:cubicBezTo>
                    <a:pt x="115083" y="1671640"/>
                    <a:pt x="115664" y="1585985"/>
                    <a:pt x="164723" y="1492960"/>
                  </a:cubicBezTo>
                  <a:lnTo>
                    <a:pt x="208685" y="1409608"/>
                  </a:lnTo>
                  <a:lnTo>
                    <a:pt x="128938" y="1359401"/>
                  </a:lnTo>
                  <a:cubicBezTo>
                    <a:pt x="107257" y="1345752"/>
                    <a:pt x="88287" y="1331043"/>
                    <a:pt x="72026" y="1315539"/>
                  </a:cubicBezTo>
                  <a:close/>
                  <a:moveTo>
                    <a:pt x="2048784" y="1169247"/>
                  </a:moveTo>
                  <a:lnTo>
                    <a:pt x="2308594" y="1169247"/>
                  </a:lnTo>
                  <a:lnTo>
                    <a:pt x="2303755" y="1210931"/>
                  </a:lnTo>
                  <a:lnTo>
                    <a:pt x="2290107" y="1241626"/>
                  </a:lnTo>
                  <a:lnTo>
                    <a:pt x="2045130" y="1241626"/>
                  </a:lnTo>
                  <a:close/>
                  <a:moveTo>
                    <a:pt x="0" y="1169247"/>
                  </a:moveTo>
                  <a:lnTo>
                    <a:pt x="261046" y="1169247"/>
                  </a:lnTo>
                  <a:lnTo>
                    <a:pt x="264701" y="1241626"/>
                  </a:lnTo>
                  <a:lnTo>
                    <a:pt x="19472" y="1241626"/>
                  </a:lnTo>
                  <a:lnTo>
                    <a:pt x="6981" y="1215092"/>
                  </a:lnTo>
                  <a:close/>
                  <a:moveTo>
                    <a:pt x="2045130" y="1070506"/>
                  </a:moveTo>
                  <a:lnTo>
                    <a:pt x="2290359" y="1070506"/>
                  </a:lnTo>
                  <a:lnTo>
                    <a:pt x="2302850" y="1097041"/>
                  </a:lnTo>
                  <a:lnTo>
                    <a:pt x="2309830" y="1142885"/>
                  </a:lnTo>
                  <a:lnTo>
                    <a:pt x="2048784" y="1142885"/>
                  </a:lnTo>
                  <a:close/>
                  <a:moveTo>
                    <a:pt x="19724" y="1070506"/>
                  </a:moveTo>
                  <a:lnTo>
                    <a:pt x="264701" y="1070506"/>
                  </a:lnTo>
                  <a:lnTo>
                    <a:pt x="261046" y="1142885"/>
                  </a:lnTo>
                  <a:lnTo>
                    <a:pt x="1238" y="1142885"/>
                  </a:lnTo>
                  <a:lnTo>
                    <a:pt x="6077" y="1101201"/>
                  </a:lnTo>
                  <a:close/>
                  <a:moveTo>
                    <a:pt x="1154916" y="81063"/>
                  </a:moveTo>
                  <a:cubicBezTo>
                    <a:pt x="1122184" y="81063"/>
                    <a:pt x="1095649" y="107598"/>
                    <a:pt x="1095649" y="140330"/>
                  </a:cubicBezTo>
                  <a:cubicBezTo>
                    <a:pt x="1095649" y="173062"/>
                    <a:pt x="1122184" y="199597"/>
                    <a:pt x="1154916" y="199597"/>
                  </a:cubicBezTo>
                  <a:cubicBezTo>
                    <a:pt x="1187648" y="199597"/>
                    <a:pt x="1214183" y="173062"/>
                    <a:pt x="1214183" y="140330"/>
                  </a:cubicBezTo>
                  <a:cubicBezTo>
                    <a:pt x="1214183" y="107598"/>
                    <a:pt x="1187648" y="81063"/>
                    <a:pt x="1154916" y="81063"/>
                  </a:cubicBezTo>
                  <a:close/>
                  <a:moveTo>
                    <a:pt x="1149291" y="0"/>
                  </a:moveTo>
                  <a:cubicBezTo>
                    <a:pt x="1151172" y="0"/>
                    <a:pt x="1153051" y="37"/>
                    <a:pt x="1154917" y="859"/>
                  </a:cubicBezTo>
                  <a:cubicBezTo>
                    <a:pt x="1228331" y="-2243"/>
                    <a:pt x="1302221" y="41089"/>
                    <a:pt x="1358253" y="130088"/>
                  </a:cubicBezTo>
                  <a:lnTo>
                    <a:pt x="1408458" y="209838"/>
                  </a:lnTo>
                  <a:lnTo>
                    <a:pt x="1491811" y="165876"/>
                  </a:lnTo>
                  <a:cubicBezTo>
                    <a:pt x="1582454" y="118069"/>
                    <a:pt x="1666109" y="116297"/>
                    <a:pt x="1728077" y="152076"/>
                  </a:cubicBezTo>
                  <a:cubicBezTo>
                    <a:pt x="1729705" y="153013"/>
                    <a:pt x="1731314" y="153985"/>
                    <a:pt x="1732521" y="155629"/>
                  </a:cubicBezTo>
                  <a:cubicBezTo>
                    <a:pt x="1797649" y="189650"/>
                    <a:pt x="1839976" y="264121"/>
                    <a:pt x="1843999" y="369213"/>
                  </a:cubicBezTo>
                  <a:lnTo>
                    <a:pt x="1847605" y="463378"/>
                  </a:lnTo>
                  <a:lnTo>
                    <a:pt x="1941774" y="466982"/>
                  </a:lnTo>
                  <a:cubicBezTo>
                    <a:pt x="2044175" y="470903"/>
                    <a:pt x="2117507" y="511194"/>
                    <a:pt x="2153285" y="573164"/>
                  </a:cubicBezTo>
                  <a:cubicBezTo>
                    <a:pt x="2154226" y="574790"/>
                    <a:pt x="2155134" y="576436"/>
                    <a:pt x="2155358" y="578463"/>
                  </a:cubicBezTo>
                  <a:cubicBezTo>
                    <a:pt x="2194748" y="640492"/>
                    <a:pt x="2194168" y="726146"/>
                    <a:pt x="2145107" y="819171"/>
                  </a:cubicBezTo>
                  <a:lnTo>
                    <a:pt x="2101145" y="902524"/>
                  </a:lnTo>
                  <a:lnTo>
                    <a:pt x="2180895" y="952730"/>
                  </a:lnTo>
                  <a:cubicBezTo>
                    <a:pt x="2202576" y="966379"/>
                    <a:pt x="2221546" y="981089"/>
                    <a:pt x="2237807" y="996593"/>
                  </a:cubicBezTo>
                  <a:lnTo>
                    <a:pt x="2277553" y="1044144"/>
                  </a:lnTo>
                  <a:lnTo>
                    <a:pt x="2041709" y="1044144"/>
                  </a:lnTo>
                  <a:lnTo>
                    <a:pt x="2031276" y="975786"/>
                  </a:lnTo>
                  <a:cubicBezTo>
                    <a:pt x="1947864" y="568161"/>
                    <a:pt x="1587199" y="261531"/>
                    <a:pt x="1154915" y="261531"/>
                  </a:cubicBezTo>
                  <a:cubicBezTo>
                    <a:pt x="722632" y="261531"/>
                    <a:pt x="361966" y="568161"/>
                    <a:pt x="278554" y="975786"/>
                  </a:cubicBezTo>
                  <a:lnTo>
                    <a:pt x="268121" y="1044144"/>
                  </a:lnTo>
                  <a:lnTo>
                    <a:pt x="32842" y="1044144"/>
                  </a:lnTo>
                  <a:lnTo>
                    <a:pt x="70762" y="997815"/>
                  </a:lnTo>
                  <a:cubicBezTo>
                    <a:pt x="87292" y="981863"/>
                    <a:pt x="106688" y="966739"/>
                    <a:pt x="128938" y="952732"/>
                  </a:cubicBezTo>
                  <a:lnTo>
                    <a:pt x="208685" y="902525"/>
                  </a:lnTo>
                  <a:lnTo>
                    <a:pt x="164725" y="819171"/>
                  </a:lnTo>
                  <a:cubicBezTo>
                    <a:pt x="116917" y="728529"/>
                    <a:pt x="115145" y="644874"/>
                    <a:pt x="150923" y="582904"/>
                  </a:cubicBezTo>
                  <a:cubicBezTo>
                    <a:pt x="151863" y="581277"/>
                    <a:pt x="152832" y="579667"/>
                    <a:pt x="154478" y="578462"/>
                  </a:cubicBezTo>
                  <a:cubicBezTo>
                    <a:pt x="188498" y="513333"/>
                    <a:pt x="262969" y="471007"/>
                    <a:pt x="368059" y="466982"/>
                  </a:cubicBezTo>
                  <a:lnTo>
                    <a:pt x="462226" y="463376"/>
                  </a:lnTo>
                  <a:lnTo>
                    <a:pt x="465831" y="369213"/>
                  </a:lnTo>
                  <a:cubicBezTo>
                    <a:pt x="469753" y="266810"/>
                    <a:pt x="510045" y="193476"/>
                    <a:pt x="572013" y="157697"/>
                  </a:cubicBezTo>
                  <a:cubicBezTo>
                    <a:pt x="573639" y="156760"/>
                    <a:pt x="575286" y="155851"/>
                    <a:pt x="577313" y="155629"/>
                  </a:cubicBezTo>
                  <a:cubicBezTo>
                    <a:pt x="608326" y="135931"/>
                    <a:pt x="645248" y="126230"/>
                    <a:pt x="686045" y="127582"/>
                  </a:cubicBezTo>
                  <a:cubicBezTo>
                    <a:pt x="726840" y="128936"/>
                    <a:pt x="771509" y="141345"/>
                    <a:pt x="818021" y="165876"/>
                  </a:cubicBezTo>
                  <a:lnTo>
                    <a:pt x="901375" y="209838"/>
                  </a:lnTo>
                  <a:lnTo>
                    <a:pt x="951579" y="130088"/>
                  </a:lnTo>
                  <a:cubicBezTo>
                    <a:pt x="1006176" y="43366"/>
                    <a:pt x="1077735" y="2"/>
                    <a:pt x="114929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en-US" dirty="0">
                  <a:solidFill>
                    <a:schemeClr val="accent1"/>
                  </a:solidFill>
                  <a:latin typeface="Georgia" panose="02040502050405020303" charset="0"/>
                  <a:ea typeface="Arial" panose="020B0604020202020204" pitchFamily="34" charset="0"/>
                  <a:cs typeface="Georgia" panose="02040502050405020303" charset="0"/>
                </a:rPr>
                <a:t>2</a:t>
              </a:r>
              <a:endParaRPr lang="en-US" altLang="en-US" dirty="0">
                <a:solidFill>
                  <a:schemeClr val="accent1"/>
                </a:solidFill>
                <a:latin typeface="Georgia" panose="02040502050405020303" charset="0"/>
                <a:ea typeface="Arial" panose="020B0604020202020204" pitchFamily="34" charset="0"/>
                <a:cs typeface="Georgia" panose="02040502050405020303" charset="0"/>
              </a:endParaRPr>
            </a:p>
            <a:p>
              <a:pPr algn="ctr"/>
              <a:r>
                <a:rPr lang="en-US" altLang="en-US" dirty="0">
                  <a:solidFill>
                    <a:schemeClr val="accent1"/>
                  </a:solidFill>
                  <a:latin typeface="Georgia" panose="02040502050405020303" charset="0"/>
                  <a:ea typeface="Arial" panose="020B0604020202020204" pitchFamily="34" charset="0"/>
                  <a:cs typeface="Georgia" panose="02040502050405020303" charset="0"/>
                </a:rPr>
                <a:t>Product</a:t>
              </a:r>
              <a:endParaRPr lang="en-US" altLang="en-US" dirty="0">
                <a:solidFill>
                  <a:schemeClr val="accent1"/>
                </a:solidFill>
                <a:latin typeface="Georgia" panose="02040502050405020303" charset="0"/>
                <a:ea typeface="Arial" panose="020B0604020202020204" pitchFamily="34" charset="0"/>
                <a:cs typeface="Georgia" panose="02040502050405020303" charset="0"/>
              </a:endParaRPr>
            </a:p>
            <a:p>
              <a:pPr algn="ctr"/>
              <a:r>
                <a:rPr lang="en-US" altLang="en-US" dirty="0">
                  <a:solidFill>
                    <a:schemeClr val="accent1"/>
                  </a:solidFill>
                  <a:latin typeface="Georgia" panose="02040502050405020303" charset="0"/>
                  <a:ea typeface="Arial" panose="020B0604020202020204" pitchFamily="34" charset="0"/>
                  <a:cs typeface="Georgia" panose="02040502050405020303" charset="0"/>
                </a:rPr>
                <a:t>Backlog</a:t>
              </a:r>
              <a:endParaRPr lang="en-US" altLang="en-US" dirty="0">
                <a:solidFill>
                  <a:schemeClr val="accent1"/>
                </a:solidFill>
                <a:latin typeface="Georgia" panose="02040502050405020303" charset="0"/>
                <a:ea typeface="Arial" panose="020B0604020202020204" pitchFamily="34" charset="0"/>
                <a:cs typeface="Georgia" panose="02040502050405020303" charset="0"/>
              </a:endParaRPr>
            </a:p>
          </p:txBody>
        </p:sp>
        <p:sp>
          <p:nvSpPr>
            <p:cNvPr id="12" name="任意多边形 13" descr="#clear#"/>
            <p:cNvSpPr/>
            <p:nvPr/>
          </p:nvSpPr>
          <p:spPr>
            <a:xfrm>
              <a:off x="14667" y="5210"/>
              <a:ext cx="3113" cy="3116"/>
            </a:xfrm>
            <a:custGeom>
              <a:avLst/>
              <a:gdLst>
                <a:gd name="connsiteX0" fmla="*/ 32278 w 2309830"/>
                <a:gd name="connsiteY0" fmla="*/ 1267988 h 2312131"/>
                <a:gd name="connsiteX1" fmla="*/ 268121 w 2309830"/>
                <a:gd name="connsiteY1" fmla="*/ 1267988 h 2312131"/>
                <a:gd name="connsiteX2" fmla="*/ 278554 w 2309830"/>
                <a:gd name="connsiteY2" fmla="*/ 1336346 h 2312131"/>
                <a:gd name="connsiteX3" fmla="*/ 1154915 w 2309830"/>
                <a:gd name="connsiteY3" fmla="*/ 2050601 h 2312131"/>
                <a:gd name="connsiteX4" fmla="*/ 2031276 w 2309830"/>
                <a:gd name="connsiteY4" fmla="*/ 1336346 h 2312131"/>
                <a:gd name="connsiteX5" fmla="*/ 2041709 w 2309830"/>
                <a:gd name="connsiteY5" fmla="*/ 1267988 h 2312131"/>
                <a:gd name="connsiteX6" fmla="*/ 2276989 w 2309830"/>
                <a:gd name="connsiteY6" fmla="*/ 1267988 h 2312131"/>
                <a:gd name="connsiteX7" fmla="*/ 2239069 w 2309830"/>
                <a:gd name="connsiteY7" fmla="*/ 1314318 h 2312131"/>
                <a:gd name="connsiteX8" fmla="*/ 2180895 w 2309830"/>
                <a:gd name="connsiteY8" fmla="*/ 1359404 h 2312131"/>
                <a:gd name="connsiteX9" fmla="*/ 2101145 w 2309830"/>
                <a:gd name="connsiteY9" fmla="*/ 1409608 h 2312131"/>
                <a:gd name="connsiteX10" fmla="*/ 2145105 w 2309830"/>
                <a:gd name="connsiteY10" fmla="*/ 1492962 h 2312131"/>
                <a:gd name="connsiteX11" fmla="*/ 2158907 w 2309830"/>
                <a:gd name="connsiteY11" fmla="*/ 1729229 h 2312131"/>
                <a:gd name="connsiteX12" fmla="*/ 2155352 w 2309830"/>
                <a:gd name="connsiteY12" fmla="*/ 1733672 h 2312131"/>
                <a:gd name="connsiteX13" fmla="*/ 1941772 w 2309830"/>
                <a:gd name="connsiteY13" fmla="*/ 1845149 h 2312131"/>
                <a:gd name="connsiteX14" fmla="*/ 1847605 w 2309830"/>
                <a:gd name="connsiteY14" fmla="*/ 1848755 h 2312131"/>
                <a:gd name="connsiteX15" fmla="*/ 1843999 w 2309830"/>
                <a:gd name="connsiteY15" fmla="*/ 1942922 h 2312131"/>
                <a:gd name="connsiteX16" fmla="*/ 1737817 w 2309830"/>
                <a:gd name="connsiteY16" fmla="*/ 2154436 h 2312131"/>
                <a:gd name="connsiteX17" fmla="*/ 1732518 w 2309830"/>
                <a:gd name="connsiteY17" fmla="*/ 2156506 h 2312131"/>
                <a:gd name="connsiteX18" fmla="*/ 1491811 w 2309830"/>
                <a:gd name="connsiteY18" fmla="*/ 2146258 h 2312131"/>
                <a:gd name="connsiteX19" fmla="*/ 1408458 w 2309830"/>
                <a:gd name="connsiteY19" fmla="*/ 2102298 h 2312131"/>
                <a:gd name="connsiteX20" fmla="*/ 1358251 w 2309830"/>
                <a:gd name="connsiteY20" fmla="*/ 2182045 h 2312131"/>
                <a:gd name="connsiteX21" fmla="*/ 1160539 w 2309830"/>
                <a:gd name="connsiteY21" fmla="*/ 2312131 h 2312131"/>
                <a:gd name="connsiteX22" fmla="*/ 1154914 w 2309830"/>
                <a:gd name="connsiteY22" fmla="*/ 2311274 h 2312131"/>
                <a:gd name="connsiteX23" fmla="*/ 951579 w 2309830"/>
                <a:gd name="connsiteY23" fmla="*/ 2182044 h 2312131"/>
                <a:gd name="connsiteX24" fmla="*/ 901373 w 2309830"/>
                <a:gd name="connsiteY24" fmla="*/ 2102296 h 2312131"/>
                <a:gd name="connsiteX25" fmla="*/ 818021 w 2309830"/>
                <a:gd name="connsiteY25" fmla="*/ 2146258 h 2312131"/>
                <a:gd name="connsiteX26" fmla="*/ 581753 w 2309830"/>
                <a:gd name="connsiteY26" fmla="*/ 2160060 h 2312131"/>
                <a:gd name="connsiteX27" fmla="*/ 577311 w 2309830"/>
                <a:gd name="connsiteY27" fmla="*/ 2156504 h 2312131"/>
                <a:gd name="connsiteX28" fmla="*/ 465831 w 2309830"/>
                <a:gd name="connsiteY28" fmla="*/ 1942922 h 2312131"/>
                <a:gd name="connsiteX29" fmla="*/ 462227 w 2309830"/>
                <a:gd name="connsiteY29" fmla="*/ 1848754 h 2312131"/>
                <a:gd name="connsiteX30" fmla="*/ 368061 w 2309830"/>
                <a:gd name="connsiteY30" fmla="*/ 1845151 h 2312131"/>
                <a:gd name="connsiteX31" fmla="*/ 156545 w 2309830"/>
                <a:gd name="connsiteY31" fmla="*/ 1738968 h 2312131"/>
                <a:gd name="connsiteX32" fmla="*/ 154475 w 2309830"/>
                <a:gd name="connsiteY32" fmla="*/ 1733670 h 2312131"/>
                <a:gd name="connsiteX33" fmla="*/ 164723 w 2309830"/>
                <a:gd name="connsiteY33" fmla="*/ 1492960 h 2312131"/>
                <a:gd name="connsiteX34" fmla="*/ 208685 w 2309830"/>
                <a:gd name="connsiteY34" fmla="*/ 1409608 h 2312131"/>
                <a:gd name="connsiteX35" fmla="*/ 128938 w 2309830"/>
                <a:gd name="connsiteY35" fmla="*/ 1359401 h 2312131"/>
                <a:gd name="connsiteX36" fmla="*/ 72026 w 2309830"/>
                <a:gd name="connsiteY36" fmla="*/ 1315539 h 2312131"/>
                <a:gd name="connsiteX37" fmla="*/ 2048784 w 2309830"/>
                <a:gd name="connsiteY37" fmla="*/ 1169247 h 2312131"/>
                <a:gd name="connsiteX38" fmla="*/ 2308594 w 2309830"/>
                <a:gd name="connsiteY38" fmla="*/ 1169247 h 2312131"/>
                <a:gd name="connsiteX39" fmla="*/ 2303755 w 2309830"/>
                <a:gd name="connsiteY39" fmla="*/ 1210931 h 2312131"/>
                <a:gd name="connsiteX40" fmla="*/ 2290107 w 2309830"/>
                <a:gd name="connsiteY40" fmla="*/ 1241626 h 2312131"/>
                <a:gd name="connsiteX41" fmla="*/ 2045130 w 2309830"/>
                <a:gd name="connsiteY41" fmla="*/ 1241626 h 2312131"/>
                <a:gd name="connsiteX42" fmla="*/ 0 w 2309830"/>
                <a:gd name="connsiteY42" fmla="*/ 1169247 h 2312131"/>
                <a:gd name="connsiteX43" fmla="*/ 261046 w 2309830"/>
                <a:gd name="connsiteY43" fmla="*/ 1169247 h 2312131"/>
                <a:gd name="connsiteX44" fmla="*/ 264701 w 2309830"/>
                <a:gd name="connsiteY44" fmla="*/ 1241626 h 2312131"/>
                <a:gd name="connsiteX45" fmla="*/ 19472 w 2309830"/>
                <a:gd name="connsiteY45" fmla="*/ 1241626 h 2312131"/>
                <a:gd name="connsiteX46" fmla="*/ 6981 w 2309830"/>
                <a:gd name="connsiteY46" fmla="*/ 1215092 h 2312131"/>
                <a:gd name="connsiteX47" fmla="*/ 2045130 w 2309830"/>
                <a:gd name="connsiteY47" fmla="*/ 1070506 h 2312131"/>
                <a:gd name="connsiteX48" fmla="*/ 2290359 w 2309830"/>
                <a:gd name="connsiteY48" fmla="*/ 1070506 h 2312131"/>
                <a:gd name="connsiteX49" fmla="*/ 2302850 w 2309830"/>
                <a:gd name="connsiteY49" fmla="*/ 1097041 h 2312131"/>
                <a:gd name="connsiteX50" fmla="*/ 2309830 w 2309830"/>
                <a:gd name="connsiteY50" fmla="*/ 1142885 h 2312131"/>
                <a:gd name="connsiteX51" fmla="*/ 2048784 w 2309830"/>
                <a:gd name="connsiteY51" fmla="*/ 1142885 h 2312131"/>
                <a:gd name="connsiteX52" fmla="*/ 19724 w 2309830"/>
                <a:gd name="connsiteY52" fmla="*/ 1070506 h 2312131"/>
                <a:gd name="connsiteX53" fmla="*/ 264701 w 2309830"/>
                <a:gd name="connsiteY53" fmla="*/ 1070506 h 2312131"/>
                <a:gd name="connsiteX54" fmla="*/ 261046 w 2309830"/>
                <a:gd name="connsiteY54" fmla="*/ 1142885 h 2312131"/>
                <a:gd name="connsiteX55" fmla="*/ 1238 w 2309830"/>
                <a:gd name="connsiteY55" fmla="*/ 1142885 h 2312131"/>
                <a:gd name="connsiteX56" fmla="*/ 6077 w 2309830"/>
                <a:gd name="connsiteY56" fmla="*/ 1101201 h 2312131"/>
                <a:gd name="connsiteX57" fmla="*/ 1154916 w 2309830"/>
                <a:gd name="connsiteY57" fmla="*/ 81063 h 2312131"/>
                <a:gd name="connsiteX58" fmla="*/ 1095649 w 2309830"/>
                <a:gd name="connsiteY58" fmla="*/ 140330 h 2312131"/>
                <a:gd name="connsiteX59" fmla="*/ 1154916 w 2309830"/>
                <a:gd name="connsiteY59" fmla="*/ 199597 h 2312131"/>
                <a:gd name="connsiteX60" fmla="*/ 1214183 w 2309830"/>
                <a:gd name="connsiteY60" fmla="*/ 140330 h 2312131"/>
                <a:gd name="connsiteX61" fmla="*/ 1154916 w 2309830"/>
                <a:gd name="connsiteY61" fmla="*/ 81063 h 2312131"/>
                <a:gd name="connsiteX62" fmla="*/ 1149291 w 2309830"/>
                <a:gd name="connsiteY62" fmla="*/ 0 h 2312131"/>
                <a:gd name="connsiteX63" fmla="*/ 1154917 w 2309830"/>
                <a:gd name="connsiteY63" fmla="*/ 859 h 2312131"/>
                <a:gd name="connsiteX64" fmla="*/ 1358253 w 2309830"/>
                <a:gd name="connsiteY64" fmla="*/ 130088 h 2312131"/>
                <a:gd name="connsiteX65" fmla="*/ 1408458 w 2309830"/>
                <a:gd name="connsiteY65" fmla="*/ 209838 h 2312131"/>
                <a:gd name="connsiteX66" fmla="*/ 1491811 w 2309830"/>
                <a:gd name="connsiteY66" fmla="*/ 165876 h 2312131"/>
                <a:gd name="connsiteX67" fmla="*/ 1728077 w 2309830"/>
                <a:gd name="connsiteY67" fmla="*/ 152076 h 2312131"/>
                <a:gd name="connsiteX68" fmla="*/ 1732521 w 2309830"/>
                <a:gd name="connsiteY68" fmla="*/ 155629 h 2312131"/>
                <a:gd name="connsiteX69" fmla="*/ 1843999 w 2309830"/>
                <a:gd name="connsiteY69" fmla="*/ 369213 h 2312131"/>
                <a:gd name="connsiteX70" fmla="*/ 1847605 w 2309830"/>
                <a:gd name="connsiteY70" fmla="*/ 463378 h 2312131"/>
                <a:gd name="connsiteX71" fmla="*/ 1941774 w 2309830"/>
                <a:gd name="connsiteY71" fmla="*/ 466982 h 2312131"/>
                <a:gd name="connsiteX72" fmla="*/ 2153285 w 2309830"/>
                <a:gd name="connsiteY72" fmla="*/ 573164 h 2312131"/>
                <a:gd name="connsiteX73" fmla="*/ 2155358 w 2309830"/>
                <a:gd name="connsiteY73" fmla="*/ 578463 h 2312131"/>
                <a:gd name="connsiteX74" fmla="*/ 2145107 w 2309830"/>
                <a:gd name="connsiteY74" fmla="*/ 819171 h 2312131"/>
                <a:gd name="connsiteX75" fmla="*/ 2101145 w 2309830"/>
                <a:gd name="connsiteY75" fmla="*/ 902524 h 2312131"/>
                <a:gd name="connsiteX76" fmla="*/ 2180895 w 2309830"/>
                <a:gd name="connsiteY76" fmla="*/ 952730 h 2312131"/>
                <a:gd name="connsiteX77" fmla="*/ 2237807 w 2309830"/>
                <a:gd name="connsiteY77" fmla="*/ 996593 h 2312131"/>
                <a:gd name="connsiteX78" fmla="*/ 2277553 w 2309830"/>
                <a:gd name="connsiteY78" fmla="*/ 1044144 h 2312131"/>
                <a:gd name="connsiteX79" fmla="*/ 2041709 w 2309830"/>
                <a:gd name="connsiteY79" fmla="*/ 1044144 h 2312131"/>
                <a:gd name="connsiteX80" fmla="*/ 2031276 w 2309830"/>
                <a:gd name="connsiteY80" fmla="*/ 975786 h 2312131"/>
                <a:gd name="connsiteX81" fmla="*/ 1154915 w 2309830"/>
                <a:gd name="connsiteY81" fmla="*/ 261531 h 2312131"/>
                <a:gd name="connsiteX82" fmla="*/ 278554 w 2309830"/>
                <a:gd name="connsiteY82" fmla="*/ 975786 h 2312131"/>
                <a:gd name="connsiteX83" fmla="*/ 268121 w 2309830"/>
                <a:gd name="connsiteY83" fmla="*/ 1044144 h 2312131"/>
                <a:gd name="connsiteX84" fmla="*/ 32842 w 2309830"/>
                <a:gd name="connsiteY84" fmla="*/ 1044144 h 2312131"/>
                <a:gd name="connsiteX85" fmla="*/ 70762 w 2309830"/>
                <a:gd name="connsiteY85" fmla="*/ 997815 h 2312131"/>
                <a:gd name="connsiteX86" fmla="*/ 128938 w 2309830"/>
                <a:gd name="connsiteY86" fmla="*/ 952732 h 2312131"/>
                <a:gd name="connsiteX87" fmla="*/ 208685 w 2309830"/>
                <a:gd name="connsiteY87" fmla="*/ 902525 h 2312131"/>
                <a:gd name="connsiteX88" fmla="*/ 164725 w 2309830"/>
                <a:gd name="connsiteY88" fmla="*/ 819171 h 2312131"/>
                <a:gd name="connsiteX89" fmla="*/ 150923 w 2309830"/>
                <a:gd name="connsiteY89" fmla="*/ 582904 h 2312131"/>
                <a:gd name="connsiteX90" fmla="*/ 154478 w 2309830"/>
                <a:gd name="connsiteY90" fmla="*/ 578462 h 2312131"/>
                <a:gd name="connsiteX91" fmla="*/ 368059 w 2309830"/>
                <a:gd name="connsiteY91" fmla="*/ 466982 h 2312131"/>
                <a:gd name="connsiteX92" fmla="*/ 462226 w 2309830"/>
                <a:gd name="connsiteY92" fmla="*/ 463376 h 2312131"/>
                <a:gd name="connsiteX93" fmla="*/ 465831 w 2309830"/>
                <a:gd name="connsiteY93" fmla="*/ 369213 h 2312131"/>
                <a:gd name="connsiteX94" fmla="*/ 572013 w 2309830"/>
                <a:gd name="connsiteY94" fmla="*/ 157697 h 2312131"/>
                <a:gd name="connsiteX95" fmla="*/ 577313 w 2309830"/>
                <a:gd name="connsiteY95" fmla="*/ 155629 h 2312131"/>
                <a:gd name="connsiteX96" fmla="*/ 686045 w 2309830"/>
                <a:gd name="connsiteY96" fmla="*/ 127582 h 2312131"/>
                <a:gd name="connsiteX97" fmla="*/ 818021 w 2309830"/>
                <a:gd name="connsiteY97" fmla="*/ 165876 h 2312131"/>
                <a:gd name="connsiteX98" fmla="*/ 901375 w 2309830"/>
                <a:gd name="connsiteY98" fmla="*/ 209838 h 2312131"/>
                <a:gd name="connsiteX99" fmla="*/ 951579 w 2309830"/>
                <a:gd name="connsiteY99" fmla="*/ 130088 h 2312131"/>
                <a:gd name="connsiteX100" fmla="*/ 1149291 w 2309830"/>
                <a:gd name="connsiteY100" fmla="*/ 0 h 2312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</a:cxnLst>
              <a:rect l="l" t="t" r="r" b="b"/>
              <a:pathLst>
                <a:path w="2309830" h="2312131">
                  <a:moveTo>
                    <a:pt x="32278" y="1267988"/>
                  </a:moveTo>
                  <a:lnTo>
                    <a:pt x="268121" y="1267988"/>
                  </a:lnTo>
                  <a:lnTo>
                    <a:pt x="278554" y="1336346"/>
                  </a:lnTo>
                  <a:cubicBezTo>
                    <a:pt x="361966" y="1743971"/>
                    <a:pt x="722632" y="2050601"/>
                    <a:pt x="1154915" y="2050601"/>
                  </a:cubicBezTo>
                  <a:cubicBezTo>
                    <a:pt x="1587199" y="2050601"/>
                    <a:pt x="1947864" y="1743971"/>
                    <a:pt x="2031276" y="1336346"/>
                  </a:cubicBezTo>
                  <a:lnTo>
                    <a:pt x="2041709" y="1267988"/>
                  </a:lnTo>
                  <a:lnTo>
                    <a:pt x="2276989" y="1267988"/>
                  </a:lnTo>
                  <a:lnTo>
                    <a:pt x="2239069" y="1314318"/>
                  </a:lnTo>
                  <a:cubicBezTo>
                    <a:pt x="2222540" y="1330272"/>
                    <a:pt x="2203145" y="1345396"/>
                    <a:pt x="2180895" y="1359404"/>
                  </a:cubicBezTo>
                  <a:lnTo>
                    <a:pt x="2101145" y="1409608"/>
                  </a:lnTo>
                  <a:lnTo>
                    <a:pt x="2145105" y="1492962"/>
                  </a:lnTo>
                  <a:cubicBezTo>
                    <a:pt x="2192909" y="1583605"/>
                    <a:pt x="2194686" y="1667259"/>
                    <a:pt x="2158907" y="1729229"/>
                  </a:cubicBezTo>
                  <a:cubicBezTo>
                    <a:pt x="2157968" y="1730856"/>
                    <a:pt x="2156998" y="1732464"/>
                    <a:pt x="2155352" y="1733672"/>
                  </a:cubicBezTo>
                  <a:cubicBezTo>
                    <a:pt x="2121331" y="1798800"/>
                    <a:pt x="2046858" y="1841125"/>
                    <a:pt x="1941772" y="1845149"/>
                  </a:cubicBezTo>
                  <a:lnTo>
                    <a:pt x="1847605" y="1848755"/>
                  </a:lnTo>
                  <a:lnTo>
                    <a:pt x="1843999" y="1942922"/>
                  </a:lnTo>
                  <a:cubicBezTo>
                    <a:pt x="1840080" y="2045325"/>
                    <a:pt x="1799787" y="2118658"/>
                    <a:pt x="1737817" y="2154436"/>
                  </a:cubicBezTo>
                  <a:cubicBezTo>
                    <a:pt x="1736193" y="2155376"/>
                    <a:pt x="1734547" y="2156285"/>
                    <a:pt x="1732518" y="2156506"/>
                  </a:cubicBezTo>
                  <a:cubicBezTo>
                    <a:pt x="1670489" y="2195898"/>
                    <a:pt x="1584834" y="2195317"/>
                    <a:pt x="1491811" y="2146258"/>
                  </a:cubicBezTo>
                  <a:lnTo>
                    <a:pt x="1408458" y="2102298"/>
                  </a:lnTo>
                  <a:lnTo>
                    <a:pt x="1358251" y="2182045"/>
                  </a:lnTo>
                  <a:cubicBezTo>
                    <a:pt x="1303654" y="2268767"/>
                    <a:pt x="1232096" y="2312131"/>
                    <a:pt x="1160539" y="2312131"/>
                  </a:cubicBezTo>
                  <a:cubicBezTo>
                    <a:pt x="1158660" y="2312131"/>
                    <a:pt x="1156783" y="2312095"/>
                    <a:pt x="1154914" y="2311274"/>
                  </a:cubicBezTo>
                  <a:cubicBezTo>
                    <a:pt x="1081500" y="2314374"/>
                    <a:pt x="1007609" y="2271044"/>
                    <a:pt x="951579" y="2182044"/>
                  </a:cubicBezTo>
                  <a:lnTo>
                    <a:pt x="901373" y="2102296"/>
                  </a:lnTo>
                  <a:lnTo>
                    <a:pt x="818021" y="2146258"/>
                  </a:lnTo>
                  <a:cubicBezTo>
                    <a:pt x="727378" y="2194064"/>
                    <a:pt x="643722" y="2195837"/>
                    <a:pt x="581753" y="2160060"/>
                  </a:cubicBezTo>
                  <a:cubicBezTo>
                    <a:pt x="580128" y="2159122"/>
                    <a:pt x="578516" y="2158151"/>
                    <a:pt x="577311" y="2156504"/>
                  </a:cubicBezTo>
                  <a:cubicBezTo>
                    <a:pt x="512183" y="2122483"/>
                    <a:pt x="469858" y="2048013"/>
                    <a:pt x="465831" y="1942922"/>
                  </a:cubicBezTo>
                  <a:lnTo>
                    <a:pt x="462227" y="1848754"/>
                  </a:lnTo>
                  <a:lnTo>
                    <a:pt x="368061" y="1845151"/>
                  </a:lnTo>
                  <a:cubicBezTo>
                    <a:pt x="265658" y="1841228"/>
                    <a:pt x="192324" y="1800938"/>
                    <a:pt x="156545" y="1738968"/>
                  </a:cubicBezTo>
                  <a:cubicBezTo>
                    <a:pt x="155607" y="1737342"/>
                    <a:pt x="154698" y="1735695"/>
                    <a:pt x="154475" y="1733670"/>
                  </a:cubicBezTo>
                  <a:cubicBezTo>
                    <a:pt x="115083" y="1671640"/>
                    <a:pt x="115664" y="1585985"/>
                    <a:pt x="164723" y="1492960"/>
                  </a:cubicBezTo>
                  <a:lnTo>
                    <a:pt x="208685" y="1409608"/>
                  </a:lnTo>
                  <a:lnTo>
                    <a:pt x="128938" y="1359401"/>
                  </a:lnTo>
                  <a:cubicBezTo>
                    <a:pt x="107257" y="1345752"/>
                    <a:pt x="88287" y="1331043"/>
                    <a:pt x="72026" y="1315539"/>
                  </a:cubicBezTo>
                  <a:close/>
                  <a:moveTo>
                    <a:pt x="2048784" y="1169247"/>
                  </a:moveTo>
                  <a:lnTo>
                    <a:pt x="2308594" y="1169247"/>
                  </a:lnTo>
                  <a:lnTo>
                    <a:pt x="2303755" y="1210931"/>
                  </a:lnTo>
                  <a:lnTo>
                    <a:pt x="2290107" y="1241626"/>
                  </a:lnTo>
                  <a:lnTo>
                    <a:pt x="2045130" y="1241626"/>
                  </a:lnTo>
                  <a:close/>
                  <a:moveTo>
                    <a:pt x="0" y="1169247"/>
                  </a:moveTo>
                  <a:lnTo>
                    <a:pt x="261046" y="1169247"/>
                  </a:lnTo>
                  <a:lnTo>
                    <a:pt x="264701" y="1241626"/>
                  </a:lnTo>
                  <a:lnTo>
                    <a:pt x="19472" y="1241626"/>
                  </a:lnTo>
                  <a:lnTo>
                    <a:pt x="6981" y="1215092"/>
                  </a:lnTo>
                  <a:close/>
                  <a:moveTo>
                    <a:pt x="2045130" y="1070506"/>
                  </a:moveTo>
                  <a:lnTo>
                    <a:pt x="2290359" y="1070506"/>
                  </a:lnTo>
                  <a:lnTo>
                    <a:pt x="2302850" y="1097041"/>
                  </a:lnTo>
                  <a:lnTo>
                    <a:pt x="2309830" y="1142885"/>
                  </a:lnTo>
                  <a:lnTo>
                    <a:pt x="2048784" y="1142885"/>
                  </a:lnTo>
                  <a:close/>
                  <a:moveTo>
                    <a:pt x="19724" y="1070506"/>
                  </a:moveTo>
                  <a:lnTo>
                    <a:pt x="264701" y="1070506"/>
                  </a:lnTo>
                  <a:lnTo>
                    <a:pt x="261046" y="1142885"/>
                  </a:lnTo>
                  <a:lnTo>
                    <a:pt x="1238" y="1142885"/>
                  </a:lnTo>
                  <a:lnTo>
                    <a:pt x="6077" y="1101201"/>
                  </a:lnTo>
                  <a:close/>
                  <a:moveTo>
                    <a:pt x="1154916" y="81063"/>
                  </a:moveTo>
                  <a:cubicBezTo>
                    <a:pt x="1122184" y="81063"/>
                    <a:pt x="1095649" y="107598"/>
                    <a:pt x="1095649" y="140330"/>
                  </a:cubicBezTo>
                  <a:cubicBezTo>
                    <a:pt x="1095649" y="173062"/>
                    <a:pt x="1122184" y="199597"/>
                    <a:pt x="1154916" y="199597"/>
                  </a:cubicBezTo>
                  <a:cubicBezTo>
                    <a:pt x="1187648" y="199597"/>
                    <a:pt x="1214183" y="173062"/>
                    <a:pt x="1214183" y="140330"/>
                  </a:cubicBezTo>
                  <a:cubicBezTo>
                    <a:pt x="1214183" y="107598"/>
                    <a:pt x="1187648" y="81063"/>
                    <a:pt x="1154916" y="81063"/>
                  </a:cubicBezTo>
                  <a:close/>
                  <a:moveTo>
                    <a:pt x="1149291" y="0"/>
                  </a:moveTo>
                  <a:cubicBezTo>
                    <a:pt x="1151172" y="0"/>
                    <a:pt x="1153051" y="37"/>
                    <a:pt x="1154917" y="859"/>
                  </a:cubicBezTo>
                  <a:cubicBezTo>
                    <a:pt x="1228331" y="-2243"/>
                    <a:pt x="1302221" y="41089"/>
                    <a:pt x="1358253" y="130088"/>
                  </a:cubicBezTo>
                  <a:lnTo>
                    <a:pt x="1408458" y="209838"/>
                  </a:lnTo>
                  <a:lnTo>
                    <a:pt x="1491811" y="165876"/>
                  </a:lnTo>
                  <a:cubicBezTo>
                    <a:pt x="1582454" y="118069"/>
                    <a:pt x="1666109" y="116297"/>
                    <a:pt x="1728077" y="152076"/>
                  </a:cubicBezTo>
                  <a:cubicBezTo>
                    <a:pt x="1729705" y="153013"/>
                    <a:pt x="1731314" y="153985"/>
                    <a:pt x="1732521" y="155629"/>
                  </a:cubicBezTo>
                  <a:cubicBezTo>
                    <a:pt x="1797649" y="189650"/>
                    <a:pt x="1839976" y="264121"/>
                    <a:pt x="1843999" y="369213"/>
                  </a:cubicBezTo>
                  <a:lnTo>
                    <a:pt x="1847605" y="463378"/>
                  </a:lnTo>
                  <a:lnTo>
                    <a:pt x="1941774" y="466982"/>
                  </a:lnTo>
                  <a:cubicBezTo>
                    <a:pt x="2044175" y="470903"/>
                    <a:pt x="2117507" y="511194"/>
                    <a:pt x="2153285" y="573164"/>
                  </a:cubicBezTo>
                  <a:cubicBezTo>
                    <a:pt x="2154226" y="574790"/>
                    <a:pt x="2155134" y="576436"/>
                    <a:pt x="2155358" y="578463"/>
                  </a:cubicBezTo>
                  <a:cubicBezTo>
                    <a:pt x="2194748" y="640492"/>
                    <a:pt x="2194168" y="726146"/>
                    <a:pt x="2145107" y="819171"/>
                  </a:cubicBezTo>
                  <a:lnTo>
                    <a:pt x="2101145" y="902524"/>
                  </a:lnTo>
                  <a:lnTo>
                    <a:pt x="2180895" y="952730"/>
                  </a:lnTo>
                  <a:cubicBezTo>
                    <a:pt x="2202576" y="966379"/>
                    <a:pt x="2221546" y="981089"/>
                    <a:pt x="2237807" y="996593"/>
                  </a:cubicBezTo>
                  <a:lnTo>
                    <a:pt x="2277553" y="1044144"/>
                  </a:lnTo>
                  <a:lnTo>
                    <a:pt x="2041709" y="1044144"/>
                  </a:lnTo>
                  <a:lnTo>
                    <a:pt x="2031276" y="975786"/>
                  </a:lnTo>
                  <a:cubicBezTo>
                    <a:pt x="1947864" y="568161"/>
                    <a:pt x="1587199" y="261531"/>
                    <a:pt x="1154915" y="261531"/>
                  </a:cubicBezTo>
                  <a:cubicBezTo>
                    <a:pt x="722632" y="261531"/>
                    <a:pt x="361966" y="568161"/>
                    <a:pt x="278554" y="975786"/>
                  </a:cubicBezTo>
                  <a:lnTo>
                    <a:pt x="268121" y="1044144"/>
                  </a:lnTo>
                  <a:lnTo>
                    <a:pt x="32842" y="1044144"/>
                  </a:lnTo>
                  <a:lnTo>
                    <a:pt x="70762" y="997815"/>
                  </a:lnTo>
                  <a:cubicBezTo>
                    <a:pt x="87292" y="981863"/>
                    <a:pt x="106688" y="966739"/>
                    <a:pt x="128938" y="952732"/>
                  </a:cubicBezTo>
                  <a:lnTo>
                    <a:pt x="208685" y="902525"/>
                  </a:lnTo>
                  <a:lnTo>
                    <a:pt x="164725" y="819171"/>
                  </a:lnTo>
                  <a:cubicBezTo>
                    <a:pt x="116917" y="728529"/>
                    <a:pt x="115145" y="644874"/>
                    <a:pt x="150923" y="582904"/>
                  </a:cubicBezTo>
                  <a:cubicBezTo>
                    <a:pt x="151863" y="581277"/>
                    <a:pt x="152832" y="579667"/>
                    <a:pt x="154478" y="578462"/>
                  </a:cubicBezTo>
                  <a:cubicBezTo>
                    <a:pt x="188498" y="513333"/>
                    <a:pt x="262969" y="471007"/>
                    <a:pt x="368059" y="466982"/>
                  </a:cubicBezTo>
                  <a:lnTo>
                    <a:pt x="462226" y="463376"/>
                  </a:lnTo>
                  <a:lnTo>
                    <a:pt x="465831" y="369213"/>
                  </a:lnTo>
                  <a:cubicBezTo>
                    <a:pt x="469753" y="266810"/>
                    <a:pt x="510045" y="193476"/>
                    <a:pt x="572013" y="157697"/>
                  </a:cubicBezTo>
                  <a:cubicBezTo>
                    <a:pt x="573639" y="156760"/>
                    <a:pt x="575286" y="155851"/>
                    <a:pt x="577313" y="155629"/>
                  </a:cubicBezTo>
                  <a:cubicBezTo>
                    <a:pt x="608326" y="135931"/>
                    <a:pt x="645248" y="126230"/>
                    <a:pt x="686045" y="127582"/>
                  </a:cubicBezTo>
                  <a:cubicBezTo>
                    <a:pt x="726840" y="128936"/>
                    <a:pt x="771509" y="141345"/>
                    <a:pt x="818021" y="165876"/>
                  </a:cubicBezTo>
                  <a:lnTo>
                    <a:pt x="901375" y="209838"/>
                  </a:lnTo>
                  <a:lnTo>
                    <a:pt x="951579" y="130088"/>
                  </a:lnTo>
                  <a:cubicBezTo>
                    <a:pt x="1006176" y="43366"/>
                    <a:pt x="1077735" y="2"/>
                    <a:pt x="114929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en-US" dirty="0">
                  <a:solidFill>
                    <a:schemeClr val="accent1"/>
                  </a:solidFill>
                  <a:latin typeface="Georgia" panose="02040502050405020303" charset="0"/>
                  <a:ea typeface="Arial" panose="020B0604020202020204" pitchFamily="34" charset="0"/>
                  <a:cs typeface="Georgia" panose="02040502050405020303" charset="0"/>
                </a:rPr>
                <a:t>3</a:t>
              </a:r>
              <a:endParaRPr lang="en-US" altLang="en-US" dirty="0">
                <a:solidFill>
                  <a:schemeClr val="accent1"/>
                </a:solidFill>
                <a:latin typeface="Georgia" panose="02040502050405020303" charset="0"/>
                <a:ea typeface="Arial" panose="020B0604020202020204" pitchFamily="34" charset="0"/>
                <a:cs typeface="Georgia" panose="02040502050405020303" charset="0"/>
              </a:endParaRPr>
            </a:p>
            <a:p>
              <a:pPr algn="ctr"/>
              <a:r>
                <a:rPr lang="en-US" altLang="en-US" dirty="0">
                  <a:solidFill>
                    <a:schemeClr val="accent1"/>
                  </a:solidFill>
                  <a:latin typeface="Georgia" panose="02040502050405020303" charset="0"/>
                  <a:ea typeface="Arial" panose="020B0604020202020204" pitchFamily="34" charset="0"/>
                  <a:cs typeface="Georgia" panose="02040502050405020303" charset="0"/>
                </a:rPr>
                <a:t>Sprint Backlog</a:t>
              </a:r>
              <a:endParaRPr lang="en-US" altLang="en-US" dirty="0">
                <a:solidFill>
                  <a:schemeClr val="accent1"/>
                </a:solidFill>
                <a:latin typeface="Georgia" panose="02040502050405020303" charset="0"/>
                <a:ea typeface="Arial" panose="020B0604020202020204" pitchFamily="34" charset="0"/>
                <a:cs typeface="Georgia" panose="02040502050405020303" charset="0"/>
              </a:endParaRPr>
            </a:p>
          </p:txBody>
        </p:sp>
        <p:sp>
          <p:nvSpPr>
            <p:cNvPr id="13" name="任意多边形 25" descr="#clear#"/>
            <p:cNvSpPr/>
            <p:nvPr/>
          </p:nvSpPr>
          <p:spPr>
            <a:xfrm>
              <a:off x="12928" y="2284"/>
              <a:ext cx="3113" cy="3116"/>
            </a:xfrm>
            <a:custGeom>
              <a:avLst/>
              <a:gdLst>
                <a:gd name="connsiteX0" fmla="*/ 32278 w 2309830"/>
                <a:gd name="connsiteY0" fmla="*/ 1267988 h 2312131"/>
                <a:gd name="connsiteX1" fmla="*/ 268121 w 2309830"/>
                <a:gd name="connsiteY1" fmla="*/ 1267988 h 2312131"/>
                <a:gd name="connsiteX2" fmla="*/ 278554 w 2309830"/>
                <a:gd name="connsiteY2" fmla="*/ 1336346 h 2312131"/>
                <a:gd name="connsiteX3" fmla="*/ 1154915 w 2309830"/>
                <a:gd name="connsiteY3" fmla="*/ 2050601 h 2312131"/>
                <a:gd name="connsiteX4" fmla="*/ 2031276 w 2309830"/>
                <a:gd name="connsiteY4" fmla="*/ 1336346 h 2312131"/>
                <a:gd name="connsiteX5" fmla="*/ 2041709 w 2309830"/>
                <a:gd name="connsiteY5" fmla="*/ 1267988 h 2312131"/>
                <a:gd name="connsiteX6" fmla="*/ 2276989 w 2309830"/>
                <a:gd name="connsiteY6" fmla="*/ 1267988 h 2312131"/>
                <a:gd name="connsiteX7" fmla="*/ 2239069 w 2309830"/>
                <a:gd name="connsiteY7" fmla="*/ 1314318 h 2312131"/>
                <a:gd name="connsiteX8" fmla="*/ 2180895 w 2309830"/>
                <a:gd name="connsiteY8" fmla="*/ 1359404 h 2312131"/>
                <a:gd name="connsiteX9" fmla="*/ 2101145 w 2309830"/>
                <a:gd name="connsiteY9" fmla="*/ 1409608 h 2312131"/>
                <a:gd name="connsiteX10" fmla="*/ 2145105 w 2309830"/>
                <a:gd name="connsiteY10" fmla="*/ 1492962 h 2312131"/>
                <a:gd name="connsiteX11" fmla="*/ 2158907 w 2309830"/>
                <a:gd name="connsiteY11" fmla="*/ 1729229 h 2312131"/>
                <a:gd name="connsiteX12" fmla="*/ 2155352 w 2309830"/>
                <a:gd name="connsiteY12" fmla="*/ 1733672 h 2312131"/>
                <a:gd name="connsiteX13" fmla="*/ 1941772 w 2309830"/>
                <a:gd name="connsiteY13" fmla="*/ 1845149 h 2312131"/>
                <a:gd name="connsiteX14" fmla="*/ 1847605 w 2309830"/>
                <a:gd name="connsiteY14" fmla="*/ 1848755 h 2312131"/>
                <a:gd name="connsiteX15" fmla="*/ 1843999 w 2309830"/>
                <a:gd name="connsiteY15" fmla="*/ 1942922 h 2312131"/>
                <a:gd name="connsiteX16" fmla="*/ 1737817 w 2309830"/>
                <a:gd name="connsiteY16" fmla="*/ 2154436 h 2312131"/>
                <a:gd name="connsiteX17" fmla="*/ 1732518 w 2309830"/>
                <a:gd name="connsiteY17" fmla="*/ 2156506 h 2312131"/>
                <a:gd name="connsiteX18" fmla="*/ 1491811 w 2309830"/>
                <a:gd name="connsiteY18" fmla="*/ 2146258 h 2312131"/>
                <a:gd name="connsiteX19" fmla="*/ 1408458 w 2309830"/>
                <a:gd name="connsiteY19" fmla="*/ 2102298 h 2312131"/>
                <a:gd name="connsiteX20" fmla="*/ 1358251 w 2309830"/>
                <a:gd name="connsiteY20" fmla="*/ 2182045 h 2312131"/>
                <a:gd name="connsiteX21" fmla="*/ 1160539 w 2309830"/>
                <a:gd name="connsiteY21" fmla="*/ 2312131 h 2312131"/>
                <a:gd name="connsiteX22" fmla="*/ 1154914 w 2309830"/>
                <a:gd name="connsiteY22" fmla="*/ 2311274 h 2312131"/>
                <a:gd name="connsiteX23" fmla="*/ 951579 w 2309830"/>
                <a:gd name="connsiteY23" fmla="*/ 2182044 h 2312131"/>
                <a:gd name="connsiteX24" fmla="*/ 901373 w 2309830"/>
                <a:gd name="connsiteY24" fmla="*/ 2102296 h 2312131"/>
                <a:gd name="connsiteX25" fmla="*/ 818021 w 2309830"/>
                <a:gd name="connsiteY25" fmla="*/ 2146258 h 2312131"/>
                <a:gd name="connsiteX26" fmla="*/ 581753 w 2309830"/>
                <a:gd name="connsiteY26" fmla="*/ 2160060 h 2312131"/>
                <a:gd name="connsiteX27" fmla="*/ 577311 w 2309830"/>
                <a:gd name="connsiteY27" fmla="*/ 2156504 h 2312131"/>
                <a:gd name="connsiteX28" fmla="*/ 465831 w 2309830"/>
                <a:gd name="connsiteY28" fmla="*/ 1942922 h 2312131"/>
                <a:gd name="connsiteX29" fmla="*/ 462227 w 2309830"/>
                <a:gd name="connsiteY29" fmla="*/ 1848754 h 2312131"/>
                <a:gd name="connsiteX30" fmla="*/ 368061 w 2309830"/>
                <a:gd name="connsiteY30" fmla="*/ 1845151 h 2312131"/>
                <a:gd name="connsiteX31" fmla="*/ 156545 w 2309830"/>
                <a:gd name="connsiteY31" fmla="*/ 1738968 h 2312131"/>
                <a:gd name="connsiteX32" fmla="*/ 154475 w 2309830"/>
                <a:gd name="connsiteY32" fmla="*/ 1733670 h 2312131"/>
                <a:gd name="connsiteX33" fmla="*/ 164723 w 2309830"/>
                <a:gd name="connsiteY33" fmla="*/ 1492960 h 2312131"/>
                <a:gd name="connsiteX34" fmla="*/ 208685 w 2309830"/>
                <a:gd name="connsiteY34" fmla="*/ 1409608 h 2312131"/>
                <a:gd name="connsiteX35" fmla="*/ 128938 w 2309830"/>
                <a:gd name="connsiteY35" fmla="*/ 1359401 h 2312131"/>
                <a:gd name="connsiteX36" fmla="*/ 72026 w 2309830"/>
                <a:gd name="connsiteY36" fmla="*/ 1315539 h 2312131"/>
                <a:gd name="connsiteX37" fmla="*/ 2048784 w 2309830"/>
                <a:gd name="connsiteY37" fmla="*/ 1169247 h 2312131"/>
                <a:gd name="connsiteX38" fmla="*/ 2308594 w 2309830"/>
                <a:gd name="connsiteY38" fmla="*/ 1169247 h 2312131"/>
                <a:gd name="connsiteX39" fmla="*/ 2303755 w 2309830"/>
                <a:gd name="connsiteY39" fmla="*/ 1210931 h 2312131"/>
                <a:gd name="connsiteX40" fmla="*/ 2290107 w 2309830"/>
                <a:gd name="connsiteY40" fmla="*/ 1241626 h 2312131"/>
                <a:gd name="connsiteX41" fmla="*/ 2045130 w 2309830"/>
                <a:gd name="connsiteY41" fmla="*/ 1241626 h 2312131"/>
                <a:gd name="connsiteX42" fmla="*/ 0 w 2309830"/>
                <a:gd name="connsiteY42" fmla="*/ 1169247 h 2312131"/>
                <a:gd name="connsiteX43" fmla="*/ 261046 w 2309830"/>
                <a:gd name="connsiteY43" fmla="*/ 1169247 h 2312131"/>
                <a:gd name="connsiteX44" fmla="*/ 264701 w 2309830"/>
                <a:gd name="connsiteY44" fmla="*/ 1241626 h 2312131"/>
                <a:gd name="connsiteX45" fmla="*/ 19472 w 2309830"/>
                <a:gd name="connsiteY45" fmla="*/ 1241626 h 2312131"/>
                <a:gd name="connsiteX46" fmla="*/ 6981 w 2309830"/>
                <a:gd name="connsiteY46" fmla="*/ 1215092 h 2312131"/>
                <a:gd name="connsiteX47" fmla="*/ 2045130 w 2309830"/>
                <a:gd name="connsiteY47" fmla="*/ 1070506 h 2312131"/>
                <a:gd name="connsiteX48" fmla="*/ 2290359 w 2309830"/>
                <a:gd name="connsiteY48" fmla="*/ 1070506 h 2312131"/>
                <a:gd name="connsiteX49" fmla="*/ 2302850 w 2309830"/>
                <a:gd name="connsiteY49" fmla="*/ 1097041 h 2312131"/>
                <a:gd name="connsiteX50" fmla="*/ 2309830 w 2309830"/>
                <a:gd name="connsiteY50" fmla="*/ 1142885 h 2312131"/>
                <a:gd name="connsiteX51" fmla="*/ 2048784 w 2309830"/>
                <a:gd name="connsiteY51" fmla="*/ 1142885 h 2312131"/>
                <a:gd name="connsiteX52" fmla="*/ 19724 w 2309830"/>
                <a:gd name="connsiteY52" fmla="*/ 1070506 h 2312131"/>
                <a:gd name="connsiteX53" fmla="*/ 264701 w 2309830"/>
                <a:gd name="connsiteY53" fmla="*/ 1070506 h 2312131"/>
                <a:gd name="connsiteX54" fmla="*/ 261046 w 2309830"/>
                <a:gd name="connsiteY54" fmla="*/ 1142885 h 2312131"/>
                <a:gd name="connsiteX55" fmla="*/ 1238 w 2309830"/>
                <a:gd name="connsiteY55" fmla="*/ 1142885 h 2312131"/>
                <a:gd name="connsiteX56" fmla="*/ 6077 w 2309830"/>
                <a:gd name="connsiteY56" fmla="*/ 1101201 h 2312131"/>
                <a:gd name="connsiteX57" fmla="*/ 1154916 w 2309830"/>
                <a:gd name="connsiteY57" fmla="*/ 81063 h 2312131"/>
                <a:gd name="connsiteX58" fmla="*/ 1095649 w 2309830"/>
                <a:gd name="connsiteY58" fmla="*/ 140330 h 2312131"/>
                <a:gd name="connsiteX59" fmla="*/ 1154916 w 2309830"/>
                <a:gd name="connsiteY59" fmla="*/ 199597 h 2312131"/>
                <a:gd name="connsiteX60" fmla="*/ 1214183 w 2309830"/>
                <a:gd name="connsiteY60" fmla="*/ 140330 h 2312131"/>
                <a:gd name="connsiteX61" fmla="*/ 1154916 w 2309830"/>
                <a:gd name="connsiteY61" fmla="*/ 81063 h 2312131"/>
                <a:gd name="connsiteX62" fmla="*/ 1149291 w 2309830"/>
                <a:gd name="connsiteY62" fmla="*/ 0 h 2312131"/>
                <a:gd name="connsiteX63" fmla="*/ 1154917 w 2309830"/>
                <a:gd name="connsiteY63" fmla="*/ 859 h 2312131"/>
                <a:gd name="connsiteX64" fmla="*/ 1358253 w 2309830"/>
                <a:gd name="connsiteY64" fmla="*/ 130088 h 2312131"/>
                <a:gd name="connsiteX65" fmla="*/ 1408458 w 2309830"/>
                <a:gd name="connsiteY65" fmla="*/ 209838 h 2312131"/>
                <a:gd name="connsiteX66" fmla="*/ 1491811 w 2309830"/>
                <a:gd name="connsiteY66" fmla="*/ 165876 h 2312131"/>
                <a:gd name="connsiteX67" fmla="*/ 1728077 w 2309830"/>
                <a:gd name="connsiteY67" fmla="*/ 152076 h 2312131"/>
                <a:gd name="connsiteX68" fmla="*/ 1732521 w 2309830"/>
                <a:gd name="connsiteY68" fmla="*/ 155629 h 2312131"/>
                <a:gd name="connsiteX69" fmla="*/ 1843999 w 2309830"/>
                <a:gd name="connsiteY69" fmla="*/ 369213 h 2312131"/>
                <a:gd name="connsiteX70" fmla="*/ 1847605 w 2309830"/>
                <a:gd name="connsiteY70" fmla="*/ 463378 h 2312131"/>
                <a:gd name="connsiteX71" fmla="*/ 1941774 w 2309830"/>
                <a:gd name="connsiteY71" fmla="*/ 466982 h 2312131"/>
                <a:gd name="connsiteX72" fmla="*/ 2153285 w 2309830"/>
                <a:gd name="connsiteY72" fmla="*/ 573164 h 2312131"/>
                <a:gd name="connsiteX73" fmla="*/ 2155358 w 2309830"/>
                <a:gd name="connsiteY73" fmla="*/ 578463 h 2312131"/>
                <a:gd name="connsiteX74" fmla="*/ 2145107 w 2309830"/>
                <a:gd name="connsiteY74" fmla="*/ 819171 h 2312131"/>
                <a:gd name="connsiteX75" fmla="*/ 2101145 w 2309830"/>
                <a:gd name="connsiteY75" fmla="*/ 902524 h 2312131"/>
                <a:gd name="connsiteX76" fmla="*/ 2180895 w 2309830"/>
                <a:gd name="connsiteY76" fmla="*/ 952730 h 2312131"/>
                <a:gd name="connsiteX77" fmla="*/ 2237807 w 2309830"/>
                <a:gd name="connsiteY77" fmla="*/ 996593 h 2312131"/>
                <a:gd name="connsiteX78" fmla="*/ 2277553 w 2309830"/>
                <a:gd name="connsiteY78" fmla="*/ 1044144 h 2312131"/>
                <a:gd name="connsiteX79" fmla="*/ 2041709 w 2309830"/>
                <a:gd name="connsiteY79" fmla="*/ 1044144 h 2312131"/>
                <a:gd name="connsiteX80" fmla="*/ 2031276 w 2309830"/>
                <a:gd name="connsiteY80" fmla="*/ 975786 h 2312131"/>
                <a:gd name="connsiteX81" fmla="*/ 1154915 w 2309830"/>
                <a:gd name="connsiteY81" fmla="*/ 261531 h 2312131"/>
                <a:gd name="connsiteX82" fmla="*/ 278554 w 2309830"/>
                <a:gd name="connsiteY82" fmla="*/ 975786 h 2312131"/>
                <a:gd name="connsiteX83" fmla="*/ 268121 w 2309830"/>
                <a:gd name="connsiteY83" fmla="*/ 1044144 h 2312131"/>
                <a:gd name="connsiteX84" fmla="*/ 32842 w 2309830"/>
                <a:gd name="connsiteY84" fmla="*/ 1044144 h 2312131"/>
                <a:gd name="connsiteX85" fmla="*/ 70762 w 2309830"/>
                <a:gd name="connsiteY85" fmla="*/ 997815 h 2312131"/>
                <a:gd name="connsiteX86" fmla="*/ 128938 w 2309830"/>
                <a:gd name="connsiteY86" fmla="*/ 952732 h 2312131"/>
                <a:gd name="connsiteX87" fmla="*/ 208685 w 2309830"/>
                <a:gd name="connsiteY87" fmla="*/ 902525 h 2312131"/>
                <a:gd name="connsiteX88" fmla="*/ 164725 w 2309830"/>
                <a:gd name="connsiteY88" fmla="*/ 819171 h 2312131"/>
                <a:gd name="connsiteX89" fmla="*/ 150923 w 2309830"/>
                <a:gd name="connsiteY89" fmla="*/ 582904 h 2312131"/>
                <a:gd name="connsiteX90" fmla="*/ 154478 w 2309830"/>
                <a:gd name="connsiteY90" fmla="*/ 578462 h 2312131"/>
                <a:gd name="connsiteX91" fmla="*/ 368059 w 2309830"/>
                <a:gd name="connsiteY91" fmla="*/ 466982 h 2312131"/>
                <a:gd name="connsiteX92" fmla="*/ 462226 w 2309830"/>
                <a:gd name="connsiteY92" fmla="*/ 463376 h 2312131"/>
                <a:gd name="connsiteX93" fmla="*/ 465831 w 2309830"/>
                <a:gd name="connsiteY93" fmla="*/ 369213 h 2312131"/>
                <a:gd name="connsiteX94" fmla="*/ 572013 w 2309830"/>
                <a:gd name="connsiteY94" fmla="*/ 157697 h 2312131"/>
                <a:gd name="connsiteX95" fmla="*/ 577313 w 2309830"/>
                <a:gd name="connsiteY95" fmla="*/ 155629 h 2312131"/>
                <a:gd name="connsiteX96" fmla="*/ 686045 w 2309830"/>
                <a:gd name="connsiteY96" fmla="*/ 127582 h 2312131"/>
                <a:gd name="connsiteX97" fmla="*/ 818021 w 2309830"/>
                <a:gd name="connsiteY97" fmla="*/ 165876 h 2312131"/>
                <a:gd name="connsiteX98" fmla="*/ 901375 w 2309830"/>
                <a:gd name="connsiteY98" fmla="*/ 209838 h 2312131"/>
                <a:gd name="connsiteX99" fmla="*/ 951579 w 2309830"/>
                <a:gd name="connsiteY99" fmla="*/ 130088 h 2312131"/>
                <a:gd name="connsiteX100" fmla="*/ 1149291 w 2309830"/>
                <a:gd name="connsiteY100" fmla="*/ 0 h 2312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</a:cxnLst>
              <a:rect l="l" t="t" r="r" b="b"/>
              <a:pathLst>
                <a:path w="2309830" h="2312131">
                  <a:moveTo>
                    <a:pt x="32278" y="1267988"/>
                  </a:moveTo>
                  <a:lnTo>
                    <a:pt x="268121" y="1267988"/>
                  </a:lnTo>
                  <a:lnTo>
                    <a:pt x="278554" y="1336346"/>
                  </a:lnTo>
                  <a:cubicBezTo>
                    <a:pt x="361966" y="1743971"/>
                    <a:pt x="722632" y="2050601"/>
                    <a:pt x="1154915" y="2050601"/>
                  </a:cubicBezTo>
                  <a:cubicBezTo>
                    <a:pt x="1587199" y="2050601"/>
                    <a:pt x="1947864" y="1743971"/>
                    <a:pt x="2031276" y="1336346"/>
                  </a:cubicBezTo>
                  <a:lnTo>
                    <a:pt x="2041709" y="1267988"/>
                  </a:lnTo>
                  <a:lnTo>
                    <a:pt x="2276989" y="1267988"/>
                  </a:lnTo>
                  <a:lnTo>
                    <a:pt x="2239069" y="1314318"/>
                  </a:lnTo>
                  <a:cubicBezTo>
                    <a:pt x="2222540" y="1330272"/>
                    <a:pt x="2203145" y="1345396"/>
                    <a:pt x="2180895" y="1359404"/>
                  </a:cubicBezTo>
                  <a:lnTo>
                    <a:pt x="2101145" y="1409608"/>
                  </a:lnTo>
                  <a:lnTo>
                    <a:pt x="2145105" y="1492962"/>
                  </a:lnTo>
                  <a:cubicBezTo>
                    <a:pt x="2192909" y="1583605"/>
                    <a:pt x="2194686" y="1667259"/>
                    <a:pt x="2158907" y="1729229"/>
                  </a:cubicBezTo>
                  <a:cubicBezTo>
                    <a:pt x="2157968" y="1730856"/>
                    <a:pt x="2156998" y="1732464"/>
                    <a:pt x="2155352" y="1733672"/>
                  </a:cubicBezTo>
                  <a:cubicBezTo>
                    <a:pt x="2121331" y="1798800"/>
                    <a:pt x="2046858" y="1841125"/>
                    <a:pt x="1941772" y="1845149"/>
                  </a:cubicBezTo>
                  <a:lnTo>
                    <a:pt x="1847605" y="1848755"/>
                  </a:lnTo>
                  <a:lnTo>
                    <a:pt x="1843999" y="1942922"/>
                  </a:lnTo>
                  <a:cubicBezTo>
                    <a:pt x="1840080" y="2045325"/>
                    <a:pt x="1799787" y="2118658"/>
                    <a:pt x="1737817" y="2154436"/>
                  </a:cubicBezTo>
                  <a:cubicBezTo>
                    <a:pt x="1736193" y="2155376"/>
                    <a:pt x="1734547" y="2156285"/>
                    <a:pt x="1732518" y="2156506"/>
                  </a:cubicBezTo>
                  <a:cubicBezTo>
                    <a:pt x="1670489" y="2195898"/>
                    <a:pt x="1584834" y="2195317"/>
                    <a:pt x="1491811" y="2146258"/>
                  </a:cubicBezTo>
                  <a:lnTo>
                    <a:pt x="1408458" y="2102298"/>
                  </a:lnTo>
                  <a:lnTo>
                    <a:pt x="1358251" y="2182045"/>
                  </a:lnTo>
                  <a:cubicBezTo>
                    <a:pt x="1303654" y="2268767"/>
                    <a:pt x="1232096" y="2312131"/>
                    <a:pt x="1160539" y="2312131"/>
                  </a:cubicBezTo>
                  <a:cubicBezTo>
                    <a:pt x="1158660" y="2312131"/>
                    <a:pt x="1156783" y="2312095"/>
                    <a:pt x="1154914" y="2311274"/>
                  </a:cubicBezTo>
                  <a:cubicBezTo>
                    <a:pt x="1081500" y="2314374"/>
                    <a:pt x="1007609" y="2271044"/>
                    <a:pt x="951579" y="2182044"/>
                  </a:cubicBezTo>
                  <a:lnTo>
                    <a:pt x="901373" y="2102296"/>
                  </a:lnTo>
                  <a:lnTo>
                    <a:pt x="818021" y="2146258"/>
                  </a:lnTo>
                  <a:cubicBezTo>
                    <a:pt x="727378" y="2194064"/>
                    <a:pt x="643722" y="2195837"/>
                    <a:pt x="581753" y="2160060"/>
                  </a:cubicBezTo>
                  <a:cubicBezTo>
                    <a:pt x="580128" y="2159122"/>
                    <a:pt x="578516" y="2158151"/>
                    <a:pt x="577311" y="2156504"/>
                  </a:cubicBezTo>
                  <a:cubicBezTo>
                    <a:pt x="512183" y="2122483"/>
                    <a:pt x="469858" y="2048013"/>
                    <a:pt x="465831" y="1942922"/>
                  </a:cubicBezTo>
                  <a:lnTo>
                    <a:pt x="462227" y="1848754"/>
                  </a:lnTo>
                  <a:lnTo>
                    <a:pt x="368061" y="1845151"/>
                  </a:lnTo>
                  <a:cubicBezTo>
                    <a:pt x="265658" y="1841228"/>
                    <a:pt x="192324" y="1800938"/>
                    <a:pt x="156545" y="1738968"/>
                  </a:cubicBezTo>
                  <a:cubicBezTo>
                    <a:pt x="155607" y="1737342"/>
                    <a:pt x="154698" y="1735695"/>
                    <a:pt x="154475" y="1733670"/>
                  </a:cubicBezTo>
                  <a:cubicBezTo>
                    <a:pt x="115083" y="1671640"/>
                    <a:pt x="115664" y="1585985"/>
                    <a:pt x="164723" y="1492960"/>
                  </a:cubicBezTo>
                  <a:lnTo>
                    <a:pt x="208685" y="1409608"/>
                  </a:lnTo>
                  <a:lnTo>
                    <a:pt x="128938" y="1359401"/>
                  </a:lnTo>
                  <a:cubicBezTo>
                    <a:pt x="107257" y="1345752"/>
                    <a:pt x="88287" y="1331043"/>
                    <a:pt x="72026" y="1315539"/>
                  </a:cubicBezTo>
                  <a:close/>
                  <a:moveTo>
                    <a:pt x="2048784" y="1169247"/>
                  </a:moveTo>
                  <a:lnTo>
                    <a:pt x="2308594" y="1169247"/>
                  </a:lnTo>
                  <a:lnTo>
                    <a:pt x="2303755" y="1210931"/>
                  </a:lnTo>
                  <a:lnTo>
                    <a:pt x="2290107" y="1241626"/>
                  </a:lnTo>
                  <a:lnTo>
                    <a:pt x="2045130" y="1241626"/>
                  </a:lnTo>
                  <a:close/>
                  <a:moveTo>
                    <a:pt x="0" y="1169247"/>
                  </a:moveTo>
                  <a:lnTo>
                    <a:pt x="261046" y="1169247"/>
                  </a:lnTo>
                  <a:lnTo>
                    <a:pt x="264701" y="1241626"/>
                  </a:lnTo>
                  <a:lnTo>
                    <a:pt x="19472" y="1241626"/>
                  </a:lnTo>
                  <a:lnTo>
                    <a:pt x="6981" y="1215092"/>
                  </a:lnTo>
                  <a:close/>
                  <a:moveTo>
                    <a:pt x="2045130" y="1070506"/>
                  </a:moveTo>
                  <a:lnTo>
                    <a:pt x="2290359" y="1070506"/>
                  </a:lnTo>
                  <a:lnTo>
                    <a:pt x="2302850" y="1097041"/>
                  </a:lnTo>
                  <a:lnTo>
                    <a:pt x="2309830" y="1142885"/>
                  </a:lnTo>
                  <a:lnTo>
                    <a:pt x="2048784" y="1142885"/>
                  </a:lnTo>
                  <a:close/>
                  <a:moveTo>
                    <a:pt x="19724" y="1070506"/>
                  </a:moveTo>
                  <a:lnTo>
                    <a:pt x="264701" y="1070506"/>
                  </a:lnTo>
                  <a:lnTo>
                    <a:pt x="261046" y="1142885"/>
                  </a:lnTo>
                  <a:lnTo>
                    <a:pt x="1238" y="1142885"/>
                  </a:lnTo>
                  <a:lnTo>
                    <a:pt x="6077" y="1101201"/>
                  </a:lnTo>
                  <a:close/>
                  <a:moveTo>
                    <a:pt x="1154916" y="81063"/>
                  </a:moveTo>
                  <a:cubicBezTo>
                    <a:pt x="1122184" y="81063"/>
                    <a:pt x="1095649" y="107598"/>
                    <a:pt x="1095649" y="140330"/>
                  </a:cubicBezTo>
                  <a:cubicBezTo>
                    <a:pt x="1095649" y="173062"/>
                    <a:pt x="1122184" y="199597"/>
                    <a:pt x="1154916" y="199597"/>
                  </a:cubicBezTo>
                  <a:cubicBezTo>
                    <a:pt x="1187648" y="199597"/>
                    <a:pt x="1214183" y="173062"/>
                    <a:pt x="1214183" y="140330"/>
                  </a:cubicBezTo>
                  <a:cubicBezTo>
                    <a:pt x="1214183" y="107598"/>
                    <a:pt x="1187648" y="81063"/>
                    <a:pt x="1154916" y="81063"/>
                  </a:cubicBezTo>
                  <a:close/>
                  <a:moveTo>
                    <a:pt x="1149291" y="0"/>
                  </a:moveTo>
                  <a:cubicBezTo>
                    <a:pt x="1151172" y="0"/>
                    <a:pt x="1153051" y="37"/>
                    <a:pt x="1154917" y="859"/>
                  </a:cubicBezTo>
                  <a:cubicBezTo>
                    <a:pt x="1228331" y="-2243"/>
                    <a:pt x="1302221" y="41089"/>
                    <a:pt x="1358253" y="130088"/>
                  </a:cubicBezTo>
                  <a:lnTo>
                    <a:pt x="1408458" y="209838"/>
                  </a:lnTo>
                  <a:lnTo>
                    <a:pt x="1491811" y="165876"/>
                  </a:lnTo>
                  <a:cubicBezTo>
                    <a:pt x="1582454" y="118069"/>
                    <a:pt x="1666109" y="116297"/>
                    <a:pt x="1728077" y="152076"/>
                  </a:cubicBezTo>
                  <a:cubicBezTo>
                    <a:pt x="1729705" y="153013"/>
                    <a:pt x="1731314" y="153985"/>
                    <a:pt x="1732521" y="155629"/>
                  </a:cubicBezTo>
                  <a:cubicBezTo>
                    <a:pt x="1797649" y="189650"/>
                    <a:pt x="1839976" y="264121"/>
                    <a:pt x="1843999" y="369213"/>
                  </a:cubicBezTo>
                  <a:lnTo>
                    <a:pt x="1847605" y="463378"/>
                  </a:lnTo>
                  <a:lnTo>
                    <a:pt x="1941774" y="466982"/>
                  </a:lnTo>
                  <a:cubicBezTo>
                    <a:pt x="2044175" y="470903"/>
                    <a:pt x="2117507" y="511194"/>
                    <a:pt x="2153285" y="573164"/>
                  </a:cubicBezTo>
                  <a:cubicBezTo>
                    <a:pt x="2154226" y="574790"/>
                    <a:pt x="2155134" y="576436"/>
                    <a:pt x="2155358" y="578463"/>
                  </a:cubicBezTo>
                  <a:cubicBezTo>
                    <a:pt x="2194748" y="640492"/>
                    <a:pt x="2194168" y="726146"/>
                    <a:pt x="2145107" y="819171"/>
                  </a:cubicBezTo>
                  <a:lnTo>
                    <a:pt x="2101145" y="902524"/>
                  </a:lnTo>
                  <a:lnTo>
                    <a:pt x="2180895" y="952730"/>
                  </a:lnTo>
                  <a:cubicBezTo>
                    <a:pt x="2202576" y="966379"/>
                    <a:pt x="2221546" y="981089"/>
                    <a:pt x="2237807" y="996593"/>
                  </a:cubicBezTo>
                  <a:lnTo>
                    <a:pt x="2277553" y="1044144"/>
                  </a:lnTo>
                  <a:lnTo>
                    <a:pt x="2041709" y="1044144"/>
                  </a:lnTo>
                  <a:lnTo>
                    <a:pt x="2031276" y="975786"/>
                  </a:lnTo>
                  <a:cubicBezTo>
                    <a:pt x="1947864" y="568161"/>
                    <a:pt x="1587199" y="261531"/>
                    <a:pt x="1154915" y="261531"/>
                  </a:cubicBezTo>
                  <a:cubicBezTo>
                    <a:pt x="722632" y="261531"/>
                    <a:pt x="361966" y="568161"/>
                    <a:pt x="278554" y="975786"/>
                  </a:cubicBezTo>
                  <a:lnTo>
                    <a:pt x="268121" y="1044144"/>
                  </a:lnTo>
                  <a:lnTo>
                    <a:pt x="32842" y="1044144"/>
                  </a:lnTo>
                  <a:lnTo>
                    <a:pt x="70762" y="997815"/>
                  </a:lnTo>
                  <a:cubicBezTo>
                    <a:pt x="87292" y="981863"/>
                    <a:pt x="106688" y="966739"/>
                    <a:pt x="128938" y="952732"/>
                  </a:cubicBezTo>
                  <a:lnTo>
                    <a:pt x="208685" y="902525"/>
                  </a:lnTo>
                  <a:lnTo>
                    <a:pt x="164725" y="819171"/>
                  </a:lnTo>
                  <a:cubicBezTo>
                    <a:pt x="116917" y="728529"/>
                    <a:pt x="115145" y="644874"/>
                    <a:pt x="150923" y="582904"/>
                  </a:cubicBezTo>
                  <a:cubicBezTo>
                    <a:pt x="151863" y="581277"/>
                    <a:pt x="152832" y="579667"/>
                    <a:pt x="154478" y="578462"/>
                  </a:cubicBezTo>
                  <a:cubicBezTo>
                    <a:pt x="188498" y="513333"/>
                    <a:pt x="262969" y="471007"/>
                    <a:pt x="368059" y="466982"/>
                  </a:cubicBezTo>
                  <a:lnTo>
                    <a:pt x="462226" y="463376"/>
                  </a:lnTo>
                  <a:lnTo>
                    <a:pt x="465831" y="369213"/>
                  </a:lnTo>
                  <a:cubicBezTo>
                    <a:pt x="469753" y="266810"/>
                    <a:pt x="510045" y="193476"/>
                    <a:pt x="572013" y="157697"/>
                  </a:cubicBezTo>
                  <a:cubicBezTo>
                    <a:pt x="573639" y="156760"/>
                    <a:pt x="575286" y="155851"/>
                    <a:pt x="577313" y="155629"/>
                  </a:cubicBezTo>
                  <a:cubicBezTo>
                    <a:pt x="608326" y="135931"/>
                    <a:pt x="645248" y="126230"/>
                    <a:pt x="686045" y="127582"/>
                  </a:cubicBezTo>
                  <a:cubicBezTo>
                    <a:pt x="726840" y="128936"/>
                    <a:pt x="771509" y="141345"/>
                    <a:pt x="818021" y="165876"/>
                  </a:cubicBezTo>
                  <a:lnTo>
                    <a:pt x="901375" y="209838"/>
                  </a:lnTo>
                  <a:lnTo>
                    <a:pt x="951579" y="130088"/>
                  </a:lnTo>
                  <a:cubicBezTo>
                    <a:pt x="1006176" y="43366"/>
                    <a:pt x="1077735" y="2"/>
                    <a:pt x="114929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en-US" dirty="0">
                  <a:solidFill>
                    <a:schemeClr val="accent1"/>
                  </a:solidFill>
                  <a:latin typeface="Georgia" panose="02040502050405020303" charset="0"/>
                  <a:ea typeface="Arial" panose="020B0604020202020204" pitchFamily="34" charset="0"/>
                  <a:cs typeface="Georgia" panose="02040502050405020303" charset="0"/>
                </a:rPr>
                <a:t>1</a:t>
              </a:r>
              <a:endParaRPr lang="en-US" altLang="en-US" dirty="0">
                <a:solidFill>
                  <a:schemeClr val="accent1"/>
                </a:solidFill>
                <a:latin typeface="Georgia" panose="02040502050405020303" charset="0"/>
                <a:ea typeface="Arial" panose="020B0604020202020204" pitchFamily="34" charset="0"/>
                <a:cs typeface="Georgia" panose="02040502050405020303" charset="0"/>
              </a:endParaRPr>
            </a:p>
            <a:p>
              <a:pPr algn="ctr"/>
              <a:r>
                <a:rPr lang="en-US" altLang="en-US" dirty="0">
                  <a:solidFill>
                    <a:schemeClr val="accent1"/>
                  </a:solidFill>
                  <a:latin typeface="Georgia" panose="02040502050405020303" charset="0"/>
                  <a:ea typeface="Arial" panose="020B0604020202020204" pitchFamily="34" charset="0"/>
                  <a:cs typeface="Georgia" panose="02040502050405020303" charset="0"/>
                </a:rPr>
                <a:t>Agile Method</a:t>
              </a:r>
              <a:endParaRPr lang="en-US" altLang="en-US" dirty="0">
                <a:solidFill>
                  <a:schemeClr val="accent1"/>
                </a:solidFill>
                <a:latin typeface="Georgia" panose="02040502050405020303" charset="0"/>
                <a:ea typeface="Arial" panose="020B0604020202020204" pitchFamily="34" charset="0"/>
                <a:cs typeface="Georgia" panose="02040502050405020303" charset="0"/>
              </a:endParaRPr>
            </a:p>
          </p:txBody>
        </p:sp>
      </p:grpSp>
      <p:sp>
        <p:nvSpPr>
          <p:cNvPr id="14" name="矩形 13" descr="#clear#"/>
          <p:cNvSpPr/>
          <p:nvPr/>
        </p:nvSpPr>
        <p:spPr>
          <a:xfrm>
            <a:off x="522605" y="1564640"/>
            <a:ext cx="6582410" cy="491680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457200" indent="-457200">
              <a:lnSpc>
                <a:spcPct val="150000"/>
              </a:lnSpc>
              <a:buFont typeface="+mj-ea"/>
              <a:buAutoNum type="circleNumDbPlain"/>
            </a:pPr>
            <a:endParaRPr lang="en-US" altLang="en-US" sz="2000" dirty="0">
              <a:solidFill>
                <a:schemeClr val="tx1"/>
              </a:solidFill>
              <a:latin typeface="Georgia" panose="02040502050405020303" charset="0"/>
              <a:ea typeface="Arial" panose="020B0604020202020204" pitchFamily="34" charset="0"/>
              <a:cs typeface="Georgia" panose="02040502050405020303" charset="0"/>
            </a:endParaRPr>
          </a:p>
          <a:p>
            <a:pPr marL="457200" indent="-457200">
              <a:lnSpc>
                <a:spcPct val="150000"/>
              </a:lnSpc>
              <a:buFont typeface="+mj-ea"/>
              <a:buAutoNum type="circleNumDbPlain"/>
            </a:pPr>
            <a:r>
              <a:rPr lang="en-US" altLang="en-US" sz="2000" dirty="0">
                <a:solidFill>
                  <a:schemeClr val="tx1"/>
                </a:solidFill>
                <a:latin typeface="Georgia" panose="02040502050405020303" charset="0"/>
                <a:ea typeface="Arial" panose="020B0604020202020204" pitchFamily="34" charset="0"/>
                <a:cs typeface="Georgia" panose="02040502050405020303" charset="0"/>
                <a:sym typeface="+mn-ea"/>
              </a:rPr>
              <a:t>The system was developed using Agile Scrum, with iterative development and regular stakeholder feedback.</a:t>
            </a:r>
            <a:endParaRPr lang="en-US" altLang="en-US" sz="2000" dirty="0">
              <a:solidFill>
                <a:schemeClr val="tx1"/>
              </a:solidFill>
              <a:latin typeface="Georgia" panose="02040502050405020303" charset="0"/>
              <a:ea typeface="Arial" panose="020B0604020202020204" pitchFamily="34" charset="0"/>
              <a:cs typeface="Georgia" panose="02040502050405020303" charset="0"/>
              <a:sym typeface="+mn-ea"/>
            </a:endParaRPr>
          </a:p>
          <a:p>
            <a:pPr marL="457200" indent="-457200">
              <a:lnSpc>
                <a:spcPct val="150000"/>
              </a:lnSpc>
              <a:buFont typeface="+mj-ea"/>
              <a:buAutoNum type="circleNumDbPlain"/>
            </a:pPr>
            <a:endParaRPr lang="en-US" altLang="en-US" sz="2000" dirty="0">
              <a:solidFill>
                <a:schemeClr val="tx1"/>
              </a:solidFill>
              <a:latin typeface="Georgia" panose="02040502050405020303" charset="0"/>
              <a:ea typeface="Arial" panose="020B0604020202020204" pitchFamily="34" charset="0"/>
              <a:cs typeface="Georgia" panose="02040502050405020303" charset="0"/>
            </a:endParaRPr>
          </a:p>
          <a:p>
            <a:pPr marL="457200" indent="-457200">
              <a:lnSpc>
                <a:spcPct val="150000"/>
              </a:lnSpc>
              <a:buFont typeface="+mj-ea"/>
              <a:buAutoNum type="circleNumDbPlain"/>
            </a:pPr>
            <a:r>
              <a:rPr lang="en-US" altLang="en-US" sz="2000" dirty="0">
                <a:solidFill>
                  <a:schemeClr val="tx1"/>
                </a:solidFill>
                <a:latin typeface="Georgia" panose="02040502050405020303" charset="0"/>
                <a:ea typeface="Arial" panose="020B0604020202020204" pitchFamily="34" charset="0"/>
                <a:cs typeface="Georgia" panose="02040502050405020303" charset="0"/>
              </a:rPr>
              <a:t>A prioritized list of all system features, including student record management, attendance tracking, and fee management.</a:t>
            </a:r>
            <a:r>
              <a:rPr lang="zh-CN" altLang="en-US" sz="2000" dirty="0">
                <a:solidFill>
                  <a:schemeClr val="tx1"/>
                </a:solidFill>
                <a:latin typeface="Georgia" panose="02040502050405020303" charset="0"/>
                <a:ea typeface="Arial" panose="020B0604020202020204" pitchFamily="34" charset="0"/>
                <a:cs typeface="Georgia" panose="02040502050405020303" charset="0"/>
              </a:rPr>
              <a:t>
</a:t>
            </a:r>
            <a:endParaRPr lang="en-US" altLang="zh-CN" sz="2000" dirty="0">
              <a:solidFill>
                <a:schemeClr val="tx1"/>
              </a:solidFill>
              <a:latin typeface="Georgia" panose="02040502050405020303" charset="0"/>
              <a:ea typeface="Arial" panose="020B0604020202020204" pitchFamily="34" charset="0"/>
              <a:cs typeface="Georgia" panose="02040502050405020303" charset="0"/>
            </a:endParaRPr>
          </a:p>
          <a:p>
            <a:pPr marL="457200" indent="-457200">
              <a:lnSpc>
                <a:spcPct val="150000"/>
              </a:lnSpc>
              <a:buFont typeface="+mj-ea"/>
              <a:buAutoNum type="circleNumDbPlain"/>
            </a:pPr>
            <a:r>
              <a:rPr lang="en-US" altLang="en-US" sz="2000" dirty="0">
                <a:solidFill>
                  <a:schemeClr val="tx1"/>
                </a:solidFill>
                <a:latin typeface="Georgia" panose="02040502050405020303" charset="0"/>
                <a:ea typeface="Arial" panose="020B0604020202020204" pitchFamily="34" charset="0"/>
                <a:cs typeface="Georgia" panose="02040502050405020303" charset="0"/>
              </a:rPr>
              <a:t>The team selects tasks for each sprint to ensure that high-priority features are developed first.</a:t>
            </a:r>
            <a:r>
              <a:rPr lang="zh-CN" altLang="en-US" sz="2000" dirty="0">
                <a:solidFill>
                  <a:schemeClr val="tx1"/>
                </a:solidFill>
                <a:latin typeface="Georgia" panose="02040502050405020303" charset="0"/>
                <a:ea typeface="Arial" panose="020B0604020202020204" pitchFamily="34" charset="0"/>
                <a:cs typeface="Georgia" panose="02040502050405020303" charset="0"/>
              </a:rPr>
              <a:t>
</a:t>
            </a:r>
            <a:endParaRPr lang="en-US" altLang="zh-CN" sz="2000" dirty="0">
              <a:solidFill>
                <a:schemeClr val="tx1"/>
              </a:solidFill>
              <a:latin typeface="Georgia" panose="02040502050405020303" charset="0"/>
              <a:ea typeface="Arial" panose="020B0604020202020204" pitchFamily="34" charset="0"/>
              <a:cs typeface="Georgia" panose="02040502050405020303" charset="0"/>
            </a:endParaRPr>
          </a:p>
          <a:p>
            <a:pPr marL="457200" indent="-457200">
              <a:lnSpc>
                <a:spcPct val="150000"/>
              </a:lnSpc>
              <a:buFont typeface="+mj-ea"/>
              <a:buAutoNum type="circleNumDbPlain"/>
            </a:pPr>
            <a:endParaRPr lang="en-US" altLang="en-US" sz="2000" dirty="0">
              <a:solidFill>
                <a:schemeClr val="tx1"/>
              </a:solidFill>
              <a:latin typeface="Georgia" panose="02040502050405020303" charset="0"/>
              <a:ea typeface="Arial" panose="020B0604020202020204" pitchFamily="34" charset="0"/>
              <a:cs typeface="Georgia" panose="02040502050405020303" charset="0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1988185" y="346710"/>
            <a:ext cx="8214995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US" altLang="en-US" sz="4000">
                <a:solidFill>
                  <a:schemeClr val="accent1"/>
                </a:solidFill>
                <a:latin typeface="Georgia" panose="02040502050405020303" charset="0"/>
                <a:cs typeface="Georgia" panose="02040502050405020303" charset="0"/>
                <a:sym typeface="+mn-ea"/>
              </a:rPr>
              <a:t>Backlog and Project Planning</a:t>
            </a:r>
            <a:endParaRPr lang="en-US" altLang="en-US" sz="4000">
              <a:solidFill>
                <a:schemeClr val="accent1"/>
              </a:solidFill>
              <a:latin typeface="Georgia" panose="02040502050405020303" charset="0"/>
              <a:cs typeface="Georgia" panose="02040502050405020303" charset="0"/>
              <a:sym typeface="+mn-ea"/>
            </a:endParaRPr>
          </a:p>
        </p:txBody>
      </p:sp>
    </p:spTree>
  </p:cSld>
  <p:clrMapOvr>
    <a:masterClrMapping/>
  </p:clrMapOvr>
  <p:transition spd="slow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标题 3" descr="#clear#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altLang="zh-CN" dirty="0">
                <a:latin typeface="Georgia" panose="02040502050405020303" charset="0"/>
                <a:cs typeface="Georgia" panose="02040502050405020303" charset="0"/>
              </a:rPr>
              <a:t>SRS(Software Requirement Specification)</a:t>
            </a:r>
            <a:r>
              <a:rPr lang="zh-CN" altLang="en-US" dirty="0">
                <a:latin typeface="Georgia" panose="02040502050405020303" charset="0"/>
                <a:cs typeface="Georgia" panose="02040502050405020303" charset="0"/>
              </a:rPr>
              <a:t>
</a:t>
            </a:r>
            <a:endParaRPr lang="en-US" altLang="zh-CN" dirty="0">
              <a:latin typeface="Georgia" panose="02040502050405020303" charset="0"/>
              <a:cs typeface="Georgia" panose="02040502050405020303" charset="0"/>
            </a:endParaRPr>
          </a:p>
        </p:txBody>
      </p:sp>
      <p:grpSp>
        <p:nvGrpSpPr>
          <p:cNvPr id="3" name="Group 2"/>
          <p:cNvGrpSpPr/>
          <p:nvPr/>
        </p:nvGrpSpPr>
        <p:grpSpPr>
          <a:xfrm>
            <a:off x="1028717" y="3186430"/>
            <a:ext cx="4796138" cy="2011045"/>
            <a:chOff x="1786" y="4434"/>
            <a:chExt cx="7553" cy="3167"/>
          </a:xfrm>
        </p:grpSpPr>
        <p:sp>
          <p:nvSpPr>
            <p:cNvPr id="21" name="KSO_Shape"/>
            <p:cNvSpPr/>
            <p:nvPr/>
          </p:nvSpPr>
          <p:spPr bwMode="auto">
            <a:xfrm>
              <a:off x="1786" y="4680"/>
              <a:ext cx="3611" cy="2504"/>
            </a:xfrm>
            <a:custGeom>
              <a:avLst/>
              <a:gdLst>
                <a:gd name="T0" fmla="*/ 381408390 w 6190"/>
                <a:gd name="T1" fmla="*/ 48095465 h 4291"/>
                <a:gd name="T2" fmla="*/ 398361967 w 6190"/>
                <a:gd name="T3" fmla="*/ 65137202 h 4291"/>
                <a:gd name="T4" fmla="*/ 398361967 w 6190"/>
                <a:gd name="T5" fmla="*/ 340645740 h 4291"/>
                <a:gd name="T6" fmla="*/ 243222337 w 6190"/>
                <a:gd name="T7" fmla="*/ 340645740 h 4291"/>
                <a:gd name="T8" fmla="*/ 243222337 w 6190"/>
                <a:gd name="T9" fmla="*/ 352290696 h 4291"/>
                <a:gd name="T10" fmla="*/ 255534977 w 6190"/>
                <a:gd name="T11" fmla="*/ 354089520 h 4291"/>
                <a:gd name="T12" fmla="*/ 267942405 w 6190"/>
                <a:gd name="T13" fmla="*/ 356456556 h 4291"/>
                <a:gd name="T14" fmla="*/ 280444621 w 6190"/>
                <a:gd name="T15" fmla="*/ 359202195 h 4291"/>
                <a:gd name="T16" fmla="*/ 292852049 w 6190"/>
                <a:gd name="T17" fmla="*/ 362515737 h 4291"/>
                <a:gd name="T18" fmla="*/ 305259477 w 6190"/>
                <a:gd name="T19" fmla="*/ 366208191 h 4291"/>
                <a:gd name="T20" fmla="*/ 317666598 w 6190"/>
                <a:gd name="T21" fmla="*/ 370563353 h 4291"/>
                <a:gd name="T22" fmla="*/ 330074026 w 6190"/>
                <a:gd name="T23" fmla="*/ 375391922 h 4291"/>
                <a:gd name="T24" fmla="*/ 342481454 w 6190"/>
                <a:gd name="T25" fmla="*/ 380693590 h 4291"/>
                <a:gd name="T26" fmla="*/ 342481454 w 6190"/>
                <a:gd name="T27" fmla="*/ 406256349 h 4291"/>
                <a:gd name="T28" fmla="*/ 59858547 w 6190"/>
                <a:gd name="T29" fmla="*/ 406256349 h 4291"/>
                <a:gd name="T30" fmla="*/ 59858547 w 6190"/>
                <a:gd name="T31" fmla="*/ 380693590 h 4291"/>
                <a:gd name="T32" fmla="*/ 65920078 w 6190"/>
                <a:gd name="T33" fmla="*/ 378232057 h 4291"/>
                <a:gd name="T34" fmla="*/ 77853872 w 6190"/>
                <a:gd name="T35" fmla="*/ 373593097 h 4291"/>
                <a:gd name="T36" fmla="*/ 89882455 w 6190"/>
                <a:gd name="T37" fmla="*/ 369332432 h 4291"/>
                <a:gd name="T38" fmla="*/ 101816249 w 6190"/>
                <a:gd name="T39" fmla="*/ 365545482 h 4291"/>
                <a:gd name="T40" fmla="*/ 113939620 w 6190"/>
                <a:gd name="T41" fmla="*/ 362137135 h 4291"/>
                <a:gd name="T42" fmla="*/ 125967894 w 6190"/>
                <a:gd name="T43" fmla="*/ 359107390 h 4291"/>
                <a:gd name="T44" fmla="*/ 137901688 w 6190"/>
                <a:gd name="T45" fmla="*/ 356456556 h 4291"/>
                <a:gd name="T46" fmla="*/ 150025059 w 6190"/>
                <a:gd name="T47" fmla="*/ 354373626 h 4291"/>
                <a:gd name="T48" fmla="*/ 155992110 w 6190"/>
                <a:gd name="T49" fmla="*/ 340645740 h 4291"/>
                <a:gd name="T50" fmla="*/ 0 w 6190"/>
                <a:gd name="T51" fmla="*/ 340645740 h 4291"/>
                <a:gd name="T52" fmla="*/ 0 w 6190"/>
                <a:gd name="T53" fmla="*/ 65137202 h 4291"/>
                <a:gd name="T54" fmla="*/ 16953577 w 6190"/>
                <a:gd name="T55" fmla="*/ 48095465 h 4291"/>
                <a:gd name="T56" fmla="*/ 420335326 w 6190"/>
                <a:gd name="T57" fmla="*/ 406256349 h 4291"/>
                <a:gd name="T58" fmla="*/ 586272213 w 6190"/>
                <a:gd name="T59" fmla="*/ 0 h 4291"/>
                <a:gd name="T60" fmla="*/ 420335326 w 6190"/>
                <a:gd name="T61" fmla="*/ 406256349 h 4291"/>
                <a:gd name="T62" fmla="*/ 441266937 w 6190"/>
                <a:gd name="T63" fmla="*/ 35408890 h 4291"/>
                <a:gd name="T64" fmla="*/ 568276888 w 6190"/>
                <a:gd name="T65" fmla="*/ 74889145 h 4291"/>
                <a:gd name="T66" fmla="*/ 441266937 w 6190"/>
                <a:gd name="T67" fmla="*/ 35408890 h 4291"/>
                <a:gd name="T68" fmla="*/ 441266937 w 6190"/>
                <a:gd name="T69" fmla="*/ 97043248 h 4291"/>
                <a:gd name="T70" fmla="*/ 568276888 w 6190"/>
                <a:gd name="T71" fmla="*/ 136712804 h 4291"/>
                <a:gd name="T72" fmla="*/ 441266937 w 6190"/>
                <a:gd name="T73" fmla="*/ 97043248 h 4291"/>
                <a:gd name="T74" fmla="*/ 440604034 w 6190"/>
                <a:gd name="T75" fmla="*/ 170228065 h 4291"/>
                <a:gd name="T76" fmla="*/ 483224639 w 6190"/>
                <a:gd name="T77" fmla="*/ 200808694 h 4291"/>
                <a:gd name="T78" fmla="*/ 440604034 w 6190"/>
                <a:gd name="T79" fmla="*/ 170228065 h 4291"/>
                <a:gd name="T80" fmla="*/ 440604034 w 6190"/>
                <a:gd name="T81" fmla="*/ 219365150 h 4291"/>
                <a:gd name="T82" fmla="*/ 483224639 w 6190"/>
                <a:gd name="T83" fmla="*/ 249945779 h 4291"/>
                <a:gd name="T84" fmla="*/ 440604034 w 6190"/>
                <a:gd name="T85" fmla="*/ 219365150 h 4291"/>
                <a:gd name="T86" fmla="*/ 364360025 w 6190"/>
                <a:gd name="T87" fmla="*/ 82179246 h 4291"/>
                <a:gd name="T88" fmla="*/ 34001942 w 6190"/>
                <a:gd name="T89" fmla="*/ 306562266 h 4291"/>
                <a:gd name="T90" fmla="*/ 364360025 w 6190"/>
                <a:gd name="T91" fmla="*/ 82179246 h 4291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</a:gdLst>
              <a:ahLst/>
              <a:cxnLst>
                <a:cxn ang="T92">
                  <a:pos x="T0" y="T1"/>
                </a:cxn>
                <a:cxn ang="T93">
                  <a:pos x="T2" y="T3"/>
                </a:cxn>
                <a:cxn ang="T94">
                  <a:pos x="T4" y="T5"/>
                </a:cxn>
                <a:cxn ang="T95">
                  <a:pos x="T6" y="T7"/>
                </a:cxn>
                <a:cxn ang="T96">
                  <a:pos x="T8" y="T9"/>
                </a:cxn>
                <a:cxn ang="T97">
                  <a:pos x="T10" y="T11"/>
                </a:cxn>
                <a:cxn ang="T98">
                  <a:pos x="T12" y="T13"/>
                </a:cxn>
                <a:cxn ang="T99">
                  <a:pos x="T14" y="T15"/>
                </a:cxn>
                <a:cxn ang="T100">
                  <a:pos x="T16" y="T17"/>
                </a:cxn>
                <a:cxn ang="T101">
                  <a:pos x="T18" y="T19"/>
                </a:cxn>
                <a:cxn ang="T102">
                  <a:pos x="T20" y="T21"/>
                </a:cxn>
                <a:cxn ang="T103">
                  <a:pos x="T22" y="T23"/>
                </a:cxn>
                <a:cxn ang="T104">
                  <a:pos x="T24" y="T25"/>
                </a:cxn>
                <a:cxn ang="T105">
                  <a:pos x="T26" y="T27"/>
                </a:cxn>
                <a:cxn ang="T106">
                  <a:pos x="T28" y="T29"/>
                </a:cxn>
                <a:cxn ang="T107">
                  <a:pos x="T30" y="T31"/>
                </a:cxn>
                <a:cxn ang="T108">
                  <a:pos x="T32" y="T33"/>
                </a:cxn>
                <a:cxn ang="T109">
                  <a:pos x="T34" y="T35"/>
                </a:cxn>
                <a:cxn ang="T110">
                  <a:pos x="T36" y="T37"/>
                </a:cxn>
                <a:cxn ang="T111">
                  <a:pos x="T38" y="T39"/>
                </a:cxn>
                <a:cxn ang="T112">
                  <a:pos x="T40" y="T41"/>
                </a:cxn>
                <a:cxn ang="T113">
                  <a:pos x="T42" y="T43"/>
                </a:cxn>
                <a:cxn ang="T114">
                  <a:pos x="T44" y="T45"/>
                </a:cxn>
                <a:cxn ang="T115">
                  <a:pos x="T46" y="T47"/>
                </a:cxn>
                <a:cxn ang="T116">
                  <a:pos x="T48" y="T49"/>
                </a:cxn>
                <a:cxn ang="T117">
                  <a:pos x="T50" y="T51"/>
                </a:cxn>
                <a:cxn ang="T118">
                  <a:pos x="T52" y="T53"/>
                </a:cxn>
                <a:cxn ang="T119">
                  <a:pos x="T54" y="T55"/>
                </a:cxn>
                <a:cxn ang="T120">
                  <a:pos x="T56" y="T57"/>
                </a:cxn>
                <a:cxn ang="T121">
                  <a:pos x="T58" y="T59"/>
                </a:cxn>
                <a:cxn ang="T122">
                  <a:pos x="T60" y="T61"/>
                </a:cxn>
                <a:cxn ang="T123">
                  <a:pos x="T62" y="T63"/>
                </a:cxn>
                <a:cxn ang="T124">
                  <a:pos x="T64" y="T65"/>
                </a:cxn>
                <a:cxn ang="T125">
                  <a:pos x="T66" y="T67"/>
                </a:cxn>
                <a:cxn ang="T126">
                  <a:pos x="T68" y="T69"/>
                </a:cxn>
                <a:cxn ang="T127">
                  <a:pos x="T70" y="T71"/>
                </a:cxn>
                <a:cxn ang="T128">
                  <a:pos x="T72" y="T73"/>
                </a:cxn>
                <a:cxn ang="T129">
                  <a:pos x="T74" y="T75"/>
                </a:cxn>
                <a:cxn ang="T130">
                  <a:pos x="T76" y="T77"/>
                </a:cxn>
                <a:cxn ang="T131">
                  <a:pos x="T78" y="T79"/>
                </a:cxn>
                <a:cxn ang="T132">
                  <a:pos x="T80" y="T81"/>
                </a:cxn>
                <a:cxn ang="T133">
                  <a:pos x="T82" y="T83"/>
                </a:cxn>
                <a:cxn ang="T134">
                  <a:pos x="T84" y="T85"/>
                </a:cxn>
                <a:cxn ang="T135">
                  <a:pos x="T86" y="T87"/>
                </a:cxn>
                <a:cxn ang="T136">
                  <a:pos x="T88" y="T89"/>
                </a:cxn>
                <a:cxn ang="T137">
                  <a:pos x="T90" y="T91"/>
                </a:cxn>
              </a:cxnLst>
              <a:rect l="0" t="0" r="r" b="b"/>
              <a:pathLst>
                <a:path w="6190" h="4291">
                  <a:moveTo>
                    <a:pt x="179" y="508"/>
                  </a:moveTo>
                  <a:lnTo>
                    <a:pt x="4027" y="508"/>
                  </a:lnTo>
                  <a:lnTo>
                    <a:pt x="4206" y="508"/>
                  </a:lnTo>
                  <a:lnTo>
                    <a:pt x="4206" y="688"/>
                  </a:lnTo>
                  <a:lnTo>
                    <a:pt x="4206" y="3418"/>
                  </a:lnTo>
                  <a:lnTo>
                    <a:pt x="4206" y="3598"/>
                  </a:lnTo>
                  <a:lnTo>
                    <a:pt x="4027" y="3598"/>
                  </a:lnTo>
                  <a:lnTo>
                    <a:pt x="2568" y="3598"/>
                  </a:lnTo>
                  <a:lnTo>
                    <a:pt x="2568" y="3721"/>
                  </a:lnTo>
                  <a:lnTo>
                    <a:pt x="2634" y="3731"/>
                  </a:lnTo>
                  <a:lnTo>
                    <a:pt x="2698" y="3740"/>
                  </a:lnTo>
                  <a:lnTo>
                    <a:pt x="2764" y="3752"/>
                  </a:lnTo>
                  <a:lnTo>
                    <a:pt x="2829" y="3765"/>
                  </a:lnTo>
                  <a:lnTo>
                    <a:pt x="2895" y="3779"/>
                  </a:lnTo>
                  <a:lnTo>
                    <a:pt x="2961" y="3794"/>
                  </a:lnTo>
                  <a:lnTo>
                    <a:pt x="3026" y="3811"/>
                  </a:lnTo>
                  <a:lnTo>
                    <a:pt x="3092" y="3829"/>
                  </a:lnTo>
                  <a:lnTo>
                    <a:pt x="3157" y="3848"/>
                  </a:lnTo>
                  <a:lnTo>
                    <a:pt x="3223" y="3868"/>
                  </a:lnTo>
                  <a:lnTo>
                    <a:pt x="3288" y="3891"/>
                  </a:lnTo>
                  <a:lnTo>
                    <a:pt x="3354" y="3914"/>
                  </a:lnTo>
                  <a:lnTo>
                    <a:pt x="3419" y="3938"/>
                  </a:lnTo>
                  <a:lnTo>
                    <a:pt x="3485" y="3965"/>
                  </a:lnTo>
                  <a:lnTo>
                    <a:pt x="3550" y="3993"/>
                  </a:lnTo>
                  <a:lnTo>
                    <a:pt x="3616" y="4021"/>
                  </a:lnTo>
                  <a:lnTo>
                    <a:pt x="3616" y="4291"/>
                  </a:lnTo>
                  <a:lnTo>
                    <a:pt x="632" y="4291"/>
                  </a:lnTo>
                  <a:lnTo>
                    <a:pt x="632" y="4021"/>
                  </a:lnTo>
                  <a:lnTo>
                    <a:pt x="696" y="3995"/>
                  </a:lnTo>
                  <a:lnTo>
                    <a:pt x="758" y="3970"/>
                  </a:lnTo>
                  <a:lnTo>
                    <a:pt x="822" y="3946"/>
                  </a:lnTo>
                  <a:lnTo>
                    <a:pt x="885" y="3924"/>
                  </a:lnTo>
                  <a:lnTo>
                    <a:pt x="949" y="3901"/>
                  </a:lnTo>
                  <a:lnTo>
                    <a:pt x="1013" y="3881"/>
                  </a:lnTo>
                  <a:lnTo>
                    <a:pt x="1075" y="3861"/>
                  </a:lnTo>
                  <a:lnTo>
                    <a:pt x="1139" y="3843"/>
                  </a:lnTo>
                  <a:lnTo>
                    <a:pt x="1203" y="3825"/>
                  </a:lnTo>
                  <a:lnTo>
                    <a:pt x="1266" y="3809"/>
                  </a:lnTo>
                  <a:lnTo>
                    <a:pt x="1330" y="3793"/>
                  </a:lnTo>
                  <a:lnTo>
                    <a:pt x="1394" y="3779"/>
                  </a:lnTo>
                  <a:lnTo>
                    <a:pt x="1456" y="3765"/>
                  </a:lnTo>
                  <a:lnTo>
                    <a:pt x="1520" y="3753"/>
                  </a:lnTo>
                  <a:lnTo>
                    <a:pt x="1584" y="3743"/>
                  </a:lnTo>
                  <a:lnTo>
                    <a:pt x="1647" y="3733"/>
                  </a:lnTo>
                  <a:lnTo>
                    <a:pt x="1647" y="3598"/>
                  </a:lnTo>
                  <a:lnTo>
                    <a:pt x="179" y="3598"/>
                  </a:lnTo>
                  <a:lnTo>
                    <a:pt x="0" y="3598"/>
                  </a:lnTo>
                  <a:lnTo>
                    <a:pt x="0" y="3418"/>
                  </a:lnTo>
                  <a:lnTo>
                    <a:pt x="0" y="688"/>
                  </a:lnTo>
                  <a:lnTo>
                    <a:pt x="0" y="508"/>
                  </a:lnTo>
                  <a:lnTo>
                    <a:pt x="179" y="508"/>
                  </a:lnTo>
                  <a:close/>
                  <a:moveTo>
                    <a:pt x="4438" y="4291"/>
                  </a:moveTo>
                  <a:lnTo>
                    <a:pt x="6190" y="4291"/>
                  </a:lnTo>
                  <a:lnTo>
                    <a:pt x="6190" y="0"/>
                  </a:lnTo>
                  <a:lnTo>
                    <a:pt x="4438" y="0"/>
                  </a:lnTo>
                  <a:lnTo>
                    <a:pt x="4438" y="4291"/>
                  </a:lnTo>
                  <a:close/>
                  <a:moveTo>
                    <a:pt x="4659" y="374"/>
                  </a:moveTo>
                  <a:lnTo>
                    <a:pt x="6000" y="374"/>
                  </a:lnTo>
                  <a:lnTo>
                    <a:pt x="6000" y="791"/>
                  </a:lnTo>
                  <a:lnTo>
                    <a:pt x="4659" y="791"/>
                  </a:lnTo>
                  <a:lnTo>
                    <a:pt x="4659" y="374"/>
                  </a:lnTo>
                  <a:close/>
                  <a:moveTo>
                    <a:pt x="4659" y="1025"/>
                  </a:moveTo>
                  <a:lnTo>
                    <a:pt x="6000" y="1025"/>
                  </a:lnTo>
                  <a:lnTo>
                    <a:pt x="6000" y="1444"/>
                  </a:lnTo>
                  <a:lnTo>
                    <a:pt x="4659" y="1444"/>
                  </a:lnTo>
                  <a:lnTo>
                    <a:pt x="4659" y="1025"/>
                  </a:lnTo>
                  <a:close/>
                  <a:moveTo>
                    <a:pt x="4652" y="1798"/>
                  </a:moveTo>
                  <a:lnTo>
                    <a:pt x="5102" y="1798"/>
                  </a:lnTo>
                  <a:lnTo>
                    <a:pt x="5102" y="2121"/>
                  </a:lnTo>
                  <a:lnTo>
                    <a:pt x="4652" y="2121"/>
                  </a:lnTo>
                  <a:lnTo>
                    <a:pt x="4652" y="1798"/>
                  </a:lnTo>
                  <a:close/>
                  <a:moveTo>
                    <a:pt x="4652" y="2317"/>
                  </a:moveTo>
                  <a:lnTo>
                    <a:pt x="5102" y="2317"/>
                  </a:lnTo>
                  <a:lnTo>
                    <a:pt x="5102" y="2640"/>
                  </a:lnTo>
                  <a:lnTo>
                    <a:pt x="4652" y="2640"/>
                  </a:lnTo>
                  <a:lnTo>
                    <a:pt x="4652" y="2317"/>
                  </a:lnTo>
                  <a:close/>
                  <a:moveTo>
                    <a:pt x="3847" y="868"/>
                  </a:moveTo>
                  <a:lnTo>
                    <a:pt x="359" y="868"/>
                  </a:lnTo>
                  <a:lnTo>
                    <a:pt x="359" y="3238"/>
                  </a:lnTo>
                  <a:lnTo>
                    <a:pt x="3847" y="3238"/>
                  </a:lnTo>
                  <a:lnTo>
                    <a:pt x="3847" y="868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="ctr" anchorCtr="1"/>
            <a:lstStyle/>
            <a:p>
              <a:endParaRPr lang="zh-CN" altLang="en-US">
                <a:latin typeface="Georgia" panose="02040502050405020303" charset="0"/>
                <a:ea typeface="SimSun" panose="02010600030101010101" pitchFamily="2" charset="-122"/>
                <a:cs typeface="Georgia" panose="02040502050405020303" charset="0"/>
              </a:endParaRPr>
            </a:p>
          </p:txBody>
        </p:sp>
        <p:cxnSp>
          <p:nvCxnSpPr>
            <p:cNvPr id="22" name="直接连接符 21"/>
            <p:cNvCxnSpPr/>
            <p:nvPr/>
          </p:nvCxnSpPr>
          <p:spPr>
            <a:xfrm flipV="1">
              <a:off x="6325" y="4434"/>
              <a:ext cx="3014" cy="1365"/>
            </a:xfrm>
            <a:prstGeom prst="line">
              <a:avLst/>
            </a:prstGeom>
            <a:ln w="57150"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连接符 22"/>
            <p:cNvCxnSpPr/>
            <p:nvPr/>
          </p:nvCxnSpPr>
          <p:spPr>
            <a:xfrm>
              <a:off x="6325" y="6032"/>
              <a:ext cx="2924" cy="1569"/>
            </a:xfrm>
            <a:prstGeom prst="line">
              <a:avLst/>
            </a:prstGeom>
            <a:ln w="57150"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4" name="矩形 23" descr="#clear#"/>
          <p:cNvSpPr/>
          <p:nvPr/>
        </p:nvSpPr>
        <p:spPr>
          <a:xfrm>
            <a:off x="6181725" y="2658745"/>
            <a:ext cx="5348605" cy="13944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l">
              <a:lnSpc>
                <a:spcPct val="150000"/>
              </a:lnSpc>
            </a:pPr>
            <a:r>
              <a:rPr lang="en-US" altLang="en-US" sz="1800" dirty="0">
                <a:solidFill>
                  <a:schemeClr val="tx1"/>
                </a:solidFill>
                <a:latin typeface="Georgia" panose="02040502050405020303" charset="0"/>
                <a:ea typeface="Arial" panose="020B0604020202020204" pitchFamily="34" charset="0"/>
                <a:cs typeface="Georgia" panose="02040502050405020303" charset="0"/>
              </a:rPr>
              <a:t>It defines what the system will do, how it will perform, and the constraints within which it must operate.</a:t>
            </a:r>
            <a:endParaRPr lang="en-US" altLang="en-US" sz="1800" dirty="0">
              <a:solidFill>
                <a:schemeClr val="tx1"/>
              </a:solidFill>
              <a:latin typeface="Georgia" panose="02040502050405020303" charset="0"/>
              <a:ea typeface="Arial" panose="020B0604020202020204" pitchFamily="34" charset="0"/>
              <a:cs typeface="Georgia" panose="02040502050405020303" charset="0"/>
            </a:endParaRPr>
          </a:p>
          <a:p>
            <a:pPr algn="l">
              <a:lnSpc>
                <a:spcPct val="150000"/>
              </a:lnSpc>
            </a:pPr>
            <a:endParaRPr lang="en-US" altLang="en-US" sz="1800" dirty="0">
              <a:solidFill>
                <a:schemeClr val="tx1"/>
              </a:solidFill>
              <a:latin typeface="Georgia" panose="02040502050405020303" charset="0"/>
              <a:ea typeface="Arial" panose="020B0604020202020204" pitchFamily="34" charset="0"/>
              <a:cs typeface="Georgia" panose="02040502050405020303" charset="0"/>
            </a:endParaRPr>
          </a:p>
        </p:txBody>
      </p:sp>
      <p:sp>
        <p:nvSpPr>
          <p:cNvPr id="26" name="矩形 25" descr="#clear#"/>
          <p:cNvSpPr/>
          <p:nvPr/>
        </p:nvSpPr>
        <p:spPr>
          <a:xfrm>
            <a:off x="6096000" y="4762500"/>
            <a:ext cx="5085080" cy="167830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l">
              <a:lnSpc>
                <a:spcPct val="150000"/>
              </a:lnSpc>
            </a:pPr>
            <a:r>
              <a:rPr lang="en-US" altLang="en-US" sz="1800" dirty="0">
                <a:solidFill>
                  <a:schemeClr val="tx1"/>
                </a:solidFill>
                <a:latin typeface="Georgia" panose="02040502050405020303" charset="0"/>
                <a:ea typeface="Arial" panose="020B0604020202020204" pitchFamily="34" charset="0"/>
                <a:cs typeface="Georgia" panose="02040502050405020303" charset="0"/>
              </a:rPr>
              <a:t>The document serves as a blueprint for the system, helping developers and stakeholders understand the scope of the project and ensuring the system meets all user needs.</a:t>
            </a:r>
            <a:endParaRPr lang="en-US" altLang="en-US" sz="1800" dirty="0">
              <a:solidFill>
                <a:schemeClr val="tx1"/>
              </a:solidFill>
              <a:latin typeface="Georgia" panose="02040502050405020303" charset="0"/>
              <a:ea typeface="Arial" panose="020B0604020202020204" pitchFamily="34" charset="0"/>
              <a:cs typeface="Georgia" panose="02040502050405020303" charset="0"/>
            </a:endParaRPr>
          </a:p>
          <a:p>
            <a:pPr algn="l">
              <a:lnSpc>
                <a:spcPct val="150000"/>
              </a:lnSpc>
            </a:pPr>
            <a:endParaRPr lang="en-US" altLang="en-US" sz="1800" dirty="0">
              <a:solidFill>
                <a:schemeClr val="tx1"/>
              </a:solidFill>
              <a:latin typeface="Georgia" panose="02040502050405020303" charset="0"/>
              <a:ea typeface="Arial" panose="020B0604020202020204" pitchFamily="34" charset="0"/>
              <a:cs typeface="Georgia" panose="02040502050405020303" charset="0"/>
            </a:endParaRPr>
          </a:p>
        </p:txBody>
      </p:sp>
      <p:sp>
        <p:nvSpPr>
          <p:cNvPr id="2" name="矩形 23" descr="#clear#"/>
          <p:cNvSpPr/>
          <p:nvPr/>
        </p:nvSpPr>
        <p:spPr>
          <a:xfrm>
            <a:off x="399415" y="1216660"/>
            <a:ext cx="11512550" cy="97155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marL="285750" indent="-285750" algn="l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en-US" sz="1800" dirty="0">
                <a:solidFill>
                  <a:schemeClr val="tx1"/>
                </a:solidFill>
                <a:latin typeface="Georgia" panose="02040502050405020303" charset="0"/>
                <a:ea typeface="Arial" panose="020B0604020202020204" pitchFamily="34" charset="0"/>
                <a:cs typeface="Georgia" panose="02040502050405020303" charset="0"/>
              </a:rPr>
              <a:t>It defines what the system will do, how it will perform, and the constraints within which it must operate.</a:t>
            </a:r>
            <a:endParaRPr lang="en-US" altLang="en-US" sz="1800" dirty="0">
              <a:solidFill>
                <a:schemeClr val="tx1"/>
              </a:solidFill>
              <a:latin typeface="Georgia" panose="02040502050405020303" charset="0"/>
              <a:ea typeface="Arial" panose="020B0604020202020204" pitchFamily="34" charset="0"/>
              <a:cs typeface="Georgia" panose="02040502050405020303" charset="0"/>
            </a:endParaRPr>
          </a:p>
          <a:p>
            <a:pPr marL="285750" indent="-285750" algn="l">
              <a:lnSpc>
                <a:spcPct val="150000"/>
              </a:lnSpc>
              <a:buFont typeface="Wingdings" panose="05000000000000000000" charset="0"/>
              <a:buChar char="Ø"/>
            </a:pPr>
            <a:endParaRPr lang="en-US" altLang="en-US" sz="1800" dirty="0">
              <a:solidFill>
                <a:schemeClr val="tx1"/>
              </a:solidFill>
              <a:latin typeface="Georgia" panose="02040502050405020303" charset="0"/>
              <a:ea typeface="Arial" panose="020B0604020202020204" pitchFamily="34" charset="0"/>
              <a:cs typeface="Georgia" panose="02040502050405020303" charset="0"/>
            </a:endParaRPr>
          </a:p>
        </p:txBody>
      </p:sp>
    </p:spTree>
  </p:cSld>
  <p:clrMapOvr>
    <a:masterClrMapping/>
  </p:clrMapOvr>
  <p:transition spd="slow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标题 3" descr="#clear#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dirty="0">
                <a:latin typeface="Georgia" panose="02040502050405020303" charset="0"/>
                <a:cs typeface="Georgia" panose="02040502050405020303" charset="0"/>
              </a:rPr>
              <a:t>Diagrams</a:t>
            </a:r>
            <a:endParaRPr lang="en-US" dirty="0">
              <a:latin typeface="Georgia" panose="02040502050405020303" charset="0"/>
              <a:cs typeface="Georgia" panose="02040502050405020303" charset="0"/>
            </a:endParaRPr>
          </a:p>
        </p:txBody>
      </p:sp>
      <p:sp>
        <p:nvSpPr>
          <p:cNvPr id="21" name="Freeform 6"/>
          <p:cNvSpPr/>
          <p:nvPr/>
        </p:nvSpPr>
        <p:spPr bwMode="auto">
          <a:xfrm rot="18900000">
            <a:off x="6133525" y="3530490"/>
            <a:ext cx="1519032" cy="1423123"/>
          </a:xfrm>
          <a:custGeom>
            <a:avLst/>
            <a:gdLst>
              <a:gd name="T0" fmla="*/ 720 w 721"/>
              <a:gd name="T1" fmla="*/ 356 h 720"/>
              <a:gd name="T2" fmla="*/ 721 w 721"/>
              <a:gd name="T3" fmla="*/ 542 h 720"/>
              <a:gd name="T4" fmla="*/ 535 w 721"/>
              <a:gd name="T5" fmla="*/ 542 h 720"/>
              <a:gd name="T6" fmla="*/ 526 w 721"/>
              <a:gd name="T7" fmla="*/ 543 h 720"/>
              <a:gd name="T8" fmla="*/ 506 w 721"/>
              <a:gd name="T9" fmla="*/ 603 h 720"/>
              <a:gd name="T10" fmla="*/ 522 w 721"/>
              <a:gd name="T11" fmla="*/ 643 h 720"/>
              <a:gd name="T12" fmla="*/ 445 w 721"/>
              <a:gd name="T13" fmla="*/ 720 h 720"/>
              <a:gd name="T14" fmla="*/ 369 w 721"/>
              <a:gd name="T15" fmla="*/ 643 h 720"/>
              <a:gd name="T16" fmla="*/ 385 w 721"/>
              <a:gd name="T17" fmla="*/ 603 h 720"/>
              <a:gd name="T18" fmla="*/ 365 w 721"/>
              <a:gd name="T19" fmla="*/ 543 h 720"/>
              <a:gd name="T20" fmla="*/ 356 w 721"/>
              <a:gd name="T21" fmla="*/ 542 h 720"/>
              <a:gd name="T22" fmla="*/ 179 w 721"/>
              <a:gd name="T23" fmla="*/ 542 h 720"/>
              <a:gd name="T24" fmla="*/ 179 w 721"/>
              <a:gd name="T25" fmla="*/ 356 h 720"/>
              <a:gd name="T26" fmla="*/ 177 w 721"/>
              <a:gd name="T27" fmla="*/ 346 h 720"/>
              <a:gd name="T28" fmla="*/ 143 w 721"/>
              <a:gd name="T29" fmla="*/ 296 h 720"/>
              <a:gd name="T30" fmla="*/ 110 w 721"/>
              <a:gd name="T31" fmla="*/ 314 h 720"/>
              <a:gd name="T32" fmla="*/ 104 w 721"/>
              <a:gd name="T33" fmla="*/ 321 h 720"/>
              <a:gd name="T34" fmla="*/ 69 w 721"/>
              <a:gd name="T35" fmla="*/ 335 h 720"/>
              <a:gd name="T36" fmla="*/ 68 w 721"/>
              <a:gd name="T37" fmla="*/ 335 h 720"/>
              <a:gd name="T38" fmla="*/ 0 w 721"/>
              <a:gd name="T39" fmla="*/ 267 h 720"/>
              <a:gd name="T40" fmla="*/ 68 w 721"/>
              <a:gd name="T41" fmla="*/ 198 h 720"/>
              <a:gd name="T42" fmla="*/ 69 w 721"/>
              <a:gd name="T43" fmla="*/ 198 h 720"/>
              <a:gd name="T44" fmla="*/ 82 w 721"/>
              <a:gd name="T45" fmla="*/ 200 h 720"/>
              <a:gd name="T46" fmla="*/ 104 w 721"/>
              <a:gd name="T47" fmla="*/ 213 h 720"/>
              <a:gd name="T48" fmla="*/ 110 w 721"/>
              <a:gd name="T49" fmla="*/ 219 h 720"/>
              <a:gd name="T50" fmla="*/ 143 w 721"/>
              <a:gd name="T51" fmla="*/ 238 h 720"/>
              <a:gd name="T52" fmla="*/ 177 w 721"/>
              <a:gd name="T53" fmla="*/ 188 h 720"/>
              <a:gd name="T54" fmla="*/ 179 w 721"/>
              <a:gd name="T55" fmla="*/ 177 h 720"/>
              <a:gd name="T56" fmla="*/ 179 w 721"/>
              <a:gd name="T57" fmla="*/ 0 h 720"/>
              <a:gd name="T58" fmla="*/ 179 w 721"/>
              <a:gd name="T59" fmla="*/ 0 h 720"/>
              <a:gd name="T60" fmla="*/ 179 w 721"/>
              <a:gd name="T61" fmla="*/ 0 h 720"/>
              <a:gd name="T62" fmla="*/ 356 w 721"/>
              <a:gd name="T63" fmla="*/ 0 h 720"/>
              <a:gd name="T64" fmla="*/ 363 w 721"/>
              <a:gd name="T65" fmla="*/ 1 h 720"/>
              <a:gd name="T66" fmla="*/ 400 w 721"/>
              <a:gd name="T67" fmla="*/ 18 h 720"/>
              <a:gd name="T68" fmla="*/ 386 w 721"/>
              <a:gd name="T69" fmla="*/ 40 h 720"/>
              <a:gd name="T70" fmla="*/ 379 w 721"/>
              <a:gd name="T71" fmla="*/ 47 h 720"/>
              <a:gd name="T72" fmla="*/ 360 w 721"/>
              <a:gd name="T73" fmla="*/ 93 h 720"/>
              <a:gd name="T74" fmla="*/ 445 w 721"/>
              <a:gd name="T75" fmla="*/ 178 h 720"/>
              <a:gd name="T76" fmla="*/ 530 w 721"/>
              <a:gd name="T77" fmla="*/ 93 h 720"/>
              <a:gd name="T78" fmla="*/ 512 w 721"/>
              <a:gd name="T79" fmla="*/ 47 h 720"/>
              <a:gd name="T80" fmla="*/ 505 w 721"/>
              <a:gd name="T81" fmla="*/ 40 h 720"/>
              <a:gd name="T82" fmla="*/ 491 w 721"/>
              <a:gd name="T83" fmla="*/ 18 h 720"/>
              <a:gd name="T84" fmla="*/ 528 w 721"/>
              <a:gd name="T85" fmla="*/ 1 h 720"/>
              <a:gd name="T86" fmla="*/ 535 w 721"/>
              <a:gd name="T87" fmla="*/ 0 h 720"/>
              <a:gd name="T88" fmla="*/ 721 w 721"/>
              <a:gd name="T89" fmla="*/ 0 h 720"/>
              <a:gd name="T90" fmla="*/ 720 w 721"/>
              <a:gd name="T91" fmla="*/ 177 h 720"/>
              <a:gd name="T92" fmla="*/ 719 w 721"/>
              <a:gd name="T93" fmla="*/ 186 h 720"/>
              <a:gd name="T94" fmla="*/ 693 w 721"/>
              <a:gd name="T95" fmla="*/ 229 h 720"/>
              <a:gd name="T96" fmla="*/ 659 w 721"/>
              <a:gd name="T97" fmla="*/ 206 h 720"/>
              <a:gd name="T98" fmla="*/ 620 w 721"/>
              <a:gd name="T99" fmla="*/ 190 h 720"/>
              <a:gd name="T100" fmla="*/ 619 w 721"/>
              <a:gd name="T101" fmla="*/ 190 h 720"/>
              <a:gd name="T102" fmla="*/ 542 w 721"/>
              <a:gd name="T103" fmla="*/ 267 h 720"/>
              <a:gd name="T104" fmla="*/ 619 w 721"/>
              <a:gd name="T105" fmla="*/ 343 h 720"/>
              <a:gd name="T106" fmla="*/ 620 w 721"/>
              <a:gd name="T107" fmla="*/ 343 h 720"/>
              <a:gd name="T108" fmla="*/ 659 w 721"/>
              <a:gd name="T109" fmla="*/ 327 h 720"/>
              <a:gd name="T110" fmla="*/ 693 w 721"/>
              <a:gd name="T111" fmla="*/ 304 h 720"/>
              <a:gd name="T112" fmla="*/ 719 w 721"/>
              <a:gd name="T113" fmla="*/ 348 h 720"/>
              <a:gd name="T114" fmla="*/ 720 w 721"/>
              <a:gd name="T115" fmla="*/ 356 h 7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</a:cxnLst>
            <a:rect l="0" t="0" r="r" b="b"/>
            <a:pathLst>
              <a:path w="721" h="720">
                <a:moveTo>
                  <a:pt x="720" y="356"/>
                </a:moveTo>
                <a:cubicBezTo>
                  <a:pt x="721" y="542"/>
                  <a:pt x="721" y="542"/>
                  <a:pt x="721" y="542"/>
                </a:cubicBezTo>
                <a:cubicBezTo>
                  <a:pt x="535" y="542"/>
                  <a:pt x="535" y="542"/>
                  <a:pt x="535" y="542"/>
                </a:cubicBezTo>
                <a:cubicBezTo>
                  <a:pt x="532" y="542"/>
                  <a:pt x="529" y="542"/>
                  <a:pt x="526" y="543"/>
                </a:cubicBezTo>
                <a:cubicBezTo>
                  <a:pt x="455" y="559"/>
                  <a:pt x="489" y="583"/>
                  <a:pt x="506" y="603"/>
                </a:cubicBezTo>
                <a:cubicBezTo>
                  <a:pt x="523" y="623"/>
                  <a:pt x="522" y="643"/>
                  <a:pt x="522" y="643"/>
                </a:cubicBezTo>
                <a:cubicBezTo>
                  <a:pt x="522" y="686"/>
                  <a:pt x="488" y="720"/>
                  <a:pt x="445" y="720"/>
                </a:cubicBezTo>
                <a:cubicBezTo>
                  <a:pt x="403" y="720"/>
                  <a:pt x="369" y="686"/>
                  <a:pt x="369" y="643"/>
                </a:cubicBezTo>
                <a:cubicBezTo>
                  <a:pt x="369" y="643"/>
                  <a:pt x="368" y="623"/>
                  <a:pt x="385" y="603"/>
                </a:cubicBezTo>
                <a:cubicBezTo>
                  <a:pt x="402" y="583"/>
                  <a:pt x="436" y="559"/>
                  <a:pt x="365" y="543"/>
                </a:cubicBezTo>
                <a:cubicBezTo>
                  <a:pt x="362" y="542"/>
                  <a:pt x="359" y="542"/>
                  <a:pt x="356" y="542"/>
                </a:cubicBezTo>
                <a:cubicBezTo>
                  <a:pt x="179" y="542"/>
                  <a:pt x="179" y="542"/>
                  <a:pt x="179" y="542"/>
                </a:cubicBezTo>
                <a:cubicBezTo>
                  <a:pt x="179" y="356"/>
                  <a:pt x="179" y="356"/>
                  <a:pt x="179" y="356"/>
                </a:cubicBezTo>
                <a:cubicBezTo>
                  <a:pt x="179" y="353"/>
                  <a:pt x="178" y="349"/>
                  <a:pt x="177" y="346"/>
                </a:cubicBezTo>
                <a:cubicBezTo>
                  <a:pt x="172" y="322"/>
                  <a:pt x="163" y="296"/>
                  <a:pt x="143" y="296"/>
                </a:cubicBezTo>
                <a:cubicBezTo>
                  <a:pt x="131" y="296"/>
                  <a:pt x="120" y="305"/>
                  <a:pt x="110" y="314"/>
                </a:cubicBezTo>
                <a:cubicBezTo>
                  <a:pt x="108" y="317"/>
                  <a:pt x="106" y="319"/>
                  <a:pt x="104" y="321"/>
                </a:cubicBezTo>
                <a:cubicBezTo>
                  <a:pt x="88" y="334"/>
                  <a:pt x="72" y="335"/>
                  <a:pt x="69" y="335"/>
                </a:cubicBezTo>
                <a:cubicBezTo>
                  <a:pt x="68" y="335"/>
                  <a:pt x="68" y="335"/>
                  <a:pt x="68" y="335"/>
                </a:cubicBezTo>
                <a:cubicBezTo>
                  <a:pt x="31" y="335"/>
                  <a:pt x="0" y="304"/>
                  <a:pt x="0" y="267"/>
                </a:cubicBezTo>
                <a:cubicBezTo>
                  <a:pt x="0" y="229"/>
                  <a:pt x="31" y="198"/>
                  <a:pt x="68" y="198"/>
                </a:cubicBezTo>
                <a:cubicBezTo>
                  <a:pt x="69" y="198"/>
                  <a:pt x="69" y="198"/>
                  <a:pt x="69" y="198"/>
                </a:cubicBezTo>
                <a:cubicBezTo>
                  <a:pt x="71" y="198"/>
                  <a:pt x="75" y="199"/>
                  <a:pt x="82" y="200"/>
                </a:cubicBezTo>
                <a:cubicBezTo>
                  <a:pt x="88" y="202"/>
                  <a:pt x="96" y="206"/>
                  <a:pt x="104" y="213"/>
                </a:cubicBezTo>
                <a:cubicBezTo>
                  <a:pt x="106" y="215"/>
                  <a:pt x="108" y="217"/>
                  <a:pt x="110" y="219"/>
                </a:cubicBezTo>
                <a:cubicBezTo>
                  <a:pt x="120" y="228"/>
                  <a:pt x="131" y="238"/>
                  <a:pt x="143" y="238"/>
                </a:cubicBezTo>
                <a:cubicBezTo>
                  <a:pt x="163" y="238"/>
                  <a:pt x="172" y="211"/>
                  <a:pt x="177" y="188"/>
                </a:cubicBezTo>
                <a:cubicBezTo>
                  <a:pt x="178" y="184"/>
                  <a:pt x="179" y="181"/>
                  <a:pt x="179" y="177"/>
                </a:cubicBezTo>
                <a:cubicBezTo>
                  <a:pt x="179" y="0"/>
                  <a:pt x="179" y="0"/>
                  <a:pt x="179" y="0"/>
                </a:cubicBezTo>
                <a:cubicBezTo>
                  <a:pt x="179" y="0"/>
                  <a:pt x="179" y="0"/>
                  <a:pt x="179" y="0"/>
                </a:cubicBezTo>
                <a:cubicBezTo>
                  <a:pt x="179" y="0"/>
                  <a:pt x="179" y="0"/>
                  <a:pt x="179" y="0"/>
                </a:cubicBezTo>
                <a:cubicBezTo>
                  <a:pt x="356" y="0"/>
                  <a:pt x="356" y="0"/>
                  <a:pt x="356" y="0"/>
                </a:cubicBezTo>
                <a:cubicBezTo>
                  <a:pt x="358" y="0"/>
                  <a:pt x="360" y="0"/>
                  <a:pt x="363" y="1"/>
                </a:cubicBezTo>
                <a:cubicBezTo>
                  <a:pt x="394" y="8"/>
                  <a:pt x="399" y="16"/>
                  <a:pt x="400" y="18"/>
                </a:cubicBezTo>
                <a:cubicBezTo>
                  <a:pt x="401" y="23"/>
                  <a:pt x="392" y="33"/>
                  <a:pt x="386" y="40"/>
                </a:cubicBezTo>
                <a:cubicBezTo>
                  <a:pt x="383" y="42"/>
                  <a:pt x="381" y="45"/>
                  <a:pt x="379" y="47"/>
                </a:cubicBezTo>
                <a:cubicBezTo>
                  <a:pt x="360" y="69"/>
                  <a:pt x="360" y="90"/>
                  <a:pt x="360" y="93"/>
                </a:cubicBezTo>
                <a:cubicBezTo>
                  <a:pt x="360" y="140"/>
                  <a:pt x="399" y="178"/>
                  <a:pt x="445" y="178"/>
                </a:cubicBezTo>
                <a:cubicBezTo>
                  <a:pt x="492" y="178"/>
                  <a:pt x="530" y="140"/>
                  <a:pt x="530" y="93"/>
                </a:cubicBezTo>
                <a:cubicBezTo>
                  <a:pt x="530" y="90"/>
                  <a:pt x="531" y="68"/>
                  <a:pt x="512" y="47"/>
                </a:cubicBezTo>
                <a:cubicBezTo>
                  <a:pt x="510" y="45"/>
                  <a:pt x="508" y="42"/>
                  <a:pt x="505" y="40"/>
                </a:cubicBezTo>
                <a:cubicBezTo>
                  <a:pt x="499" y="33"/>
                  <a:pt x="490" y="23"/>
                  <a:pt x="491" y="18"/>
                </a:cubicBezTo>
                <a:cubicBezTo>
                  <a:pt x="492" y="16"/>
                  <a:pt x="497" y="8"/>
                  <a:pt x="528" y="1"/>
                </a:cubicBezTo>
                <a:cubicBezTo>
                  <a:pt x="530" y="0"/>
                  <a:pt x="533" y="0"/>
                  <a:pt x="535" y="0"/>
                </a:cubicBezTo>
                <a:cubicBezTo>
                  <a:pt x="721" y="0"/>
                  <a:pt x="721" y="0"/>
                  <a:pt x="721" y="0"/>
                </a:cubicBezTo>
                <a:cubicBezTo>
                  <a:pt x="720" y="177"/>
                  <a:pt x="720" y="177"/>
                  <a:pt x="720" y="177"/>
                </a:cubicBezTo>
                <a:cubicBezTo>
                  <a:pt x="720" y="180"/>
                  <a:pt x="720" y="183"/>
                  <a:pt x="719" y="186"/>
                </a:cubicBezTo>
                <a:cubicBezTo>
                  <a:pt x="712" y="219"/>
                  <a:pt x="703" y="229"/>
                  <a:pt x="693" y="229"/>
                </a:cubicBezTo>
                <a:cubicBezTo>
                  <a:pt x="682" y="229"/>
                  <a:pt x="670" y="215"/>
                  <a:pt x="659" y="206"/>
                </a:cubicBezTo>
                <a:cubicBezTo>
                  <a:pt x="642" y="191"/>
                  <a:pt x="624" y="190"/>
                  <a:pt x="620" y="190"/>
                </a:cubicBezTo>
                <a:cubicBezTo>
                  <a:pt x="619" y="190"/>
                  <a:pt x="619" y="190"/>
                  <a:pt x="619" y="190"/>
                </a:cubicBezTo>
                <a:cubicBezTo>
                  <a:pt x="576" y="190"/>
                  <a:pt x="542" y="224"/>
                  <a:pt x="542" y="267"/>
                </a:cubicBezTo>
                <a:cubicBezTo>
                  <a:pt x="542" y="309"/>
                  <a:pt x="576" y="343"/>
                  <a:pt x="619" y="343"/>
                </a:cubicBezTo>
                <a:cubicBezTo>
                  <a:pt x="619" y="343"/>
                  <a:pt x="619" y="343"/>
                  <a:pt x="620" y="343"/>
                </a:cubicBezTo>
                <a:cubicBezTo>
                  <a:pt x="623" y="343"/>
                  <a:pt x="641" y="342"/>
                  <a:pt x="659" y="327"/>
                </a:cubicBezTo>
                <a:cubicBezTo>
                  <a:pt x="670" y="318"/>
                  <a:pt x="682" y="304"/>
                  <a:pt x="693" y="304"/>
                </a:cubicBezTo>
                <a:cubicBezTo>
                  <a:pt x="703" y="304"/>
                  <a:pt x="712" y="314"/>
                  <a:pt x="719" y="348"/>
                </a:cubicBezTo>
                <a:cubicBezTo>
                  <a:pt x="720" y="350"/>
                  <a:pt x="720" y="353"/>
                  <a:pt x="720" y="356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68538" tIns="34269" rIns="68538" bIns="34269" numCol="1" anchor="t" anchorCtr="0" compatLnSpc="1"/>
          <a:lstStyle/>
          <a:p>
            <a:endParaRPr lang="ko-KR" altLang="en-US" sz="7495" dirty="0">
              <a:solidFill>
                <a:schemeClr val="bg1"/>
              </a:solidFill>
              <a:latin typeface="Georgia" panose="02040502050405020303" charset="0"/>
              <a:ea typeface="Arial" panose="020B0604020202020204" pitchFamily="34" charset="0"/>
              <a:cs typeface="Georgia" panose="02040502050405020303" charset="0"/>
            </a:endParaRPr>
          </a:p>
        </p:txBody>
      </p:sp>
      <p:sp>
        <p:nvSpPr>
          <p:cNvPr id="22" name="Freeform 11"/>
          <p:cNvSpPr/>
          <p:nvPr/>
        </p:nvSpPr>
        <p:spPr bwMode="auto">
          <a:xfrm rot="18900000">
            <a:off x="5051483" y="4104220"/>
            <a:ext cx="1516330" cy="1423123"/>
          </a:xfrm>
          <a:custGeom>
            <a:avLst/>
            <a:gdLst>
              <a:gd name="T0" fmla="*/ 720 w 720"/>
              <a:gd name="T1" fmla="*/ 534 h 720"/>
              <a:gd name="T2" fmla="*/ 720 w 720"/>
              <a:gd name="T3" fmla="*/ 720 h 720"/>
              <a:gd name="T4" fmla="*/ 720 w 720"/>
              <a:gd name="T5" fmla="*/ 720 h 720"/>
              <a:gd name="T6" fmla="*/ 543 w 720"/>
              <a:gd name="T7" fmla="*/ 720 h 720"/>
              <a:gd name="T8" fmla="*/ 534 w 720"/>
              <a:gd name="T9" fmla="*/ 719 h 720"/>
              <a:gd name="T10" fmla="*/ 513 w 720"/>
              <a:gd name="T11" fmla="*/ 659 h 720"/>
              <a:gd name="T12" fmla="*/ 530 w 720"/>
              <a:gd name="T13" fmla="*/ 618 h 720"/>
              <a:gd name="T14" fmla="*/ 453 w 720"/>
              <a:gd name="T15" fmla="*/ 541 h 720"/>
              <a:gd name="T16" fmla="*/ 376 w 720"/>
              <a:gd name="T17" fmla="*/ 618 h 720"/>
              <a:gd name="T18" fmla="*/ 393 w 720"/>
              <a:gd name="T19" fmla="*/ 659 h 720"/>
              <a:gd name="T20" fmla="*/ 372 w 720"/>
              <a:gd name="T21" fmla="*/ 719 h 720"/>
              <a:gd name="T22" fmla="*/ 363 w 720"/>
              <a:gd name="T23" fmla="*/ 720 h 720"/>
              <a:gd name="T24" fmla="*/ 178 w 720"/>
              <a:gd name="T25" fmla="*/ 720 h 720"/>
              <a:gd name="T26" fmla="*/ 178 w 720"/>
              <a:gd name="T27" fmla="*/ 534 h 720"/>
              <a:gd name="T28" fmla="*/ 177 w 720"/>
              <a:gd name="T29" fmla="*/ 526 h 720"/>
              <a:gd name="T30" fmla="*/ 150 w 720"/>
              <a:gd name="T31" fmla="*/ 482 h 720"/>
              <a:gd name="T32" fmla="*/ 117 w 720"/>
              <a:gd name="T33" fmla="*/ 505 h 720"/>
              <a:gd name="T34" fmla="*/ 77 w 720"/>
              <a:gd name="T35" fmla="*/ 521 h 720"/>
              <a:gd name="T36" fmla="*/ 76 w 720"/>
              <a:gd name="T37" fmla="*/ 521 h 720"/>
              <a:gd name="T38" fmla="*/ 0 w 720"/>
              <a:gd name="T39" fmla="*/ 445 h 720"/>
              <a:gd name="T40" fmla="*/ 76 w 720"/>
              <a:gd name="T41" fmla="*/ 368 h 720"/>
              <a:gd name="T42" fmla="*/ 77 w 720"/>
              <a:gd name="T43" fmla="*/ 368 h 720"/>
              <a:gd name="T44" fmla="*/ 117 w 720"/>
              <a:gd name="T45" fmla="*/ 384 h 720"/>
              <a:gd name="T46" fmla="*/ 150 w 720"/>
              <a:gd name="T47" fmla="*/ 407 h 720"/>
              <a:gd name="T48" fmla="*/ 177 w 720"/>
              <a:gd name="T49" fmla="*/ 364 h 720"/>
              <a:gd name="T50" fmla="*/ 178 w 720"/>
              <a:gd name="T51" fmla="*/ 355 h 720"/>
              <a:gd name="T52" fmla="*/ 178 w 720"/>
              <a:gd name="T53" fmla="*/ 178 h 720"/>
              <a:gd name="T54" fmla="*/ 363 w 720"/>
              <a:gd name="T55" fmla="*/ 178 h 720"/>
              <a:gd name="T56" fmla="*/ 374 w 720"/>
              <a:gd name="T57" fmla="*/ 177 h 720"/>
              <a:gd name="T58" fmla="*/ 423 w 720"/>
              <a:gd name="T59" fmla="*/ 148 h 720"/>
              <a:gd name="T60" fmla="*/ 405 w 720"/>
              <a:gd name="T61" fmla="*/ 110 h 720"/>
              <a:gd name="T62" fmla="*/ 399 w 720"/>
              <a:gd name="T63" fmla="*/ 103 h 720"/>
              <a:gd name="T64" fmla="*/ 385 w 720"/>
              <a:gd name="T65" fmla="*/ 68 h 720"/>
              <a:gd name="T66" fmla="*/ 453 w 720"/>
              <a:gd name="T67" fmla="*/ 0 h 720"/>
              <a:gd name="T68" fmla="*/ 521 w 720"/>
              <a:gd name="T69" fmla="*/ 68 h 720"/>
              <a:gd name="T70" fmla="*/ 521 w 720"/>
              <a:gd name="T71" fmla="*/ 68 h 720"/>
              <a:gd name="T72" fmla="*/ 507 w 720"/>
              <a:gd name="T73" fmla="*/ 103 h 720"/>
              <a:gd name="T74" fmla="*/ 501 w 720"/>
              <a:gd name="T75" fmla="*/ 110 h 720"/>
              <a:gd name="T76" fmla="*/ 483 w 720"/>
              <a:gd name="T77" fmla="*/ 148 h 720"/>
              <a:gd name="T78" fmla="*/ 532 w 720"/>
              <a:gd name="T79" fmla="*/ 177 h 720"/>
              <a:gd name="T80" fmla="*/ 543 w 720"/>
              <a:gd name="T81" fmla="*/ 178 h 720"/>
              <a:gd name="T82" fmla="*/ 720 w 720"/>
              <a:gd name="T83" fmla="*/ 178 h 720"/>
              <a:gd name="T84" fmla="*/ 720 w 720"/>
              <a:gd name="T85" fmla="*/ 355 h 720"/>
              <a:gd name="T86" fmla="*/ 719 w 720"/>
              <a:gd name="T87" fmla="*/ 362 h 720"/>
              <a:gd name="T88" fmla="*/ 701 w 720"/>
              <a:gd name="T89" fmla="*/ 399 h 720"/>
              <a:gd name="T90" fmla="*/ 680 w 720"/>
              <a:gd name="T91" fmla="*/ 385 h 720"/>
              <a:gd name="T92" fmla="*/ 672 w 720"/>
              <a:gd name="T93" fmla="*/ 378 h 720"/>
              <a:gd name="T94" fmla="*/ 627 w 720"/>
              <a:gd name="T95" fmla="*/ 360 h 720"/>
              <a:gd name="T96" fmla="*/ 626 w 720"/>
              <a:gd name="T97" fmla="*/ 360 h 720"/>
              <a:gd name="T98" fmla="*/ 541 w 720"/>
              <a:gd name="T99" fmla="*/ 445 h 720"/>
              <a:gd name="T100" fmla="*/ 626 w 720"/>
              <a:gd name="T101" fmla="*/ 530 h 720"/>
              <a:gd name="T102" fmla="*/ 627 w 720"/>
              <a:gd name="T103" fmla="*/ 530 h 720"/>
              <a:gd name="T104" fmla="*/ 673 w 720"/>
              <a:gd name="T105" fmla="*/ 511 h 720"/>
              <a:gd name="T106" fmla="*/ 680 w 720"/>
              <a:gd name="T107" fmla="*/ 505 h 720"/>
              <a:gd name="T108" fmla="*/ 701 w 720"/>
              <a:gd name="T109" fmla="*/ 490 h 720"/>
              <a:gd name="T110" fmla="*/ 719 w 720"/>
              <a:gd name="T111" fmla="*/ 527 h 720"/>
              <a:gd name="T112" fmla="*/ 720 w 720"/>
              <a:gd name="T113" fmla="*/ 534 h 7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720" h="720">
                <a:moveTo>
                  <a:pt x="720" y="534"/>
                </a:moveTo>
                <a:cubicBezTo>
                  <a:pt x="720" y="720"/>
                  <a:pt x="720" y="720"/>
                  <a:pt x="720" y="720"/>
                </a:cubicBezTo>
                <a:cubicBezTo>
                  <a:pt x="720" y="720"/>
                  <a:pt x="720" y="720"/>
                  <a:pt x="720" y="720"/>
                </a:cubicBezTo>
                <a:cubicBezTo>
                  <a:pt x="543" y="720"/>
                  <a:pt x="543" y="720"/>
                  <a:pt x="543" y="720"/>
                </a:cubicBezTo>
                <a:cubicBezTo>
                  <a:pt x="540" y="720"/>
                  <a:pt x="537" y="719"/>
                  <a:pt x="534" y="719"/>
                </a:cubicBezTo>
                <a:cubicBezTo>
                  <a:pt x="463" y="702"/>
                  <a:pt x="496" y="678"/>
                  <a:pt x="513" y="659"/>
                </a:cubicBezTo>
                <a:cubicBezTo>
                  <a:pt x="531" y="639"/>
                  <a:pt x="530" y="618"/>
                  <a:pt x="530" y="618"/>
                </a:cubicBezTo>
                <a:cubicBezTo>
                  <a:pt x="530" y="576"/>
                  <a:pt x="495" y="541"/>
                  <a:pt x="453" y="541"/>
                </a:cubicBezTo>
                <a:cubicBezTo>
                  <a:pt x="411" y="541"/>
                  <a:pt x="376" y="576"/>
                  <a:pt x="376" y="618"/>
                </a:cubicBezTo>
                <a:cubicBezTo>
                  <a:pt x="376" y="618"/>
                  <a:pt x="375" y="639"/>
                  <a:pt x="393" y="659"/>
                </a:cubicBezTo>
                <a:cubicBezTo>
                  <a:pt x="410" y="678"/>
                  <a:pt x="444" y="702"/>
                  <a:pt x="372" y="719"/>
                </a:cubicBezTo>
                <a:cubicBezTo>
                  <a:pt x="369" y="719"/>
                  <a:pt x="366" y="720"/>
                  <a:pt x="363" y="720"/>
                </a:cubicBezTo>
                <a:cubicBezTo>
                  <a:pt x="178" y="720"/>
                  <a:pt x="178" y="720"/>
                  <a:pt x="178" y="720"/>
                </a:cubicBezTo>
                <a:cubicBezTo>
                  <a:pt x="178" y="534"/>
                  <a:pt x="178" y="534"/>
                  <a:pt x="178" y="534"/>
                </a:cubicBezTo>
                <a:cubicBezTo>
                  <a:pt x="178" y="531"/>
                  <a:pt x="178" y="528"/>
                  <a:pt x="177" y="526"/>
                </a:cubicBezTo>
                <a:cubicBezTo>
                  <a:pt x="169" y="492"/>
                  <a:pt x="160" y="482"/>
                  <a:pt x="150" y="482"/>
                </a:cubicBezTo>
                <a:cubicBezTo>
                  <a:pt x="139" y="482"/>
                  <a:pt x="127" y="496"/>
                  <a:pt x="117" y="505"/>
                </a:cubicBezTo>
                <a:cubicBezTo>
                  <a:pt x="99" y="520"/>
                  <a:pt x="81" y="521"/>
                  <a:pt x="77" y="521"/>
                </a:cubicBezTo>
                <a:cubicBezTo>
                  <a:pt x="77" y="521"/>
                  <a:pt x="76" y="521"/>
                  <a:pt x="76" y="521"/>
                </a:cubicBezTo>
                <a:cubicBezTo>
                  <a:pt x="34" y="521"/>
                  <a:pt x="0" y="487"/>
                  <a:pt x="0" y="445"/>
                </a:cubicBezTo>
                <a:cubicBezTo>
                  <a:pt x="0" y="402"/>
                  <a:pt x="34" y="368"/>
                  <a:pt x="76" y="368"/>
                </a:cubicBezTo>
                <a:cubicBezTo>
                  <a:pt x="76" y="368"/>
                  <a:pt x="76" y="368"/>
                  <a:pt x="77" y="368"/>
                </a:cubicBezTo>
                <a:cubicBezTo>
                  <a:pt x="81" y="368"/>
                  <a:pt x="99" y="369"/>
                  <a:pt x="117" y="384"/>
                </a:cubicBezTo>
                <a:cubicBezTo>
                  <a:pt x="127" y="393"/>
                  <a:pt x="139" y="407"/>
                  <a:pt x="150" y="407"/>
                </a:cubicBezTo>
                <a:cubicBezTo>
                  <a:pt x="160" y="407"/>
                  <a:pt x="169" y="397"/>
                  <a:pt x="177" y="364"/>
                </a:cubicBezTo>
                <a:cubicBezTo>
                  <a:pt x="178" y="361"/>
                  <a:pt x="178" y="358"/>
                  <a:pt x="178" y="355"/>
                </a:cubicBezTo>
                <a:cubicBezTo>
                  <a:pt x="178" y="178"/>
                  <a:pt x="178" y="178"/>
                  <a:pt x="178" y="178"/>
                </a:cubicBezTo>
                <a:cubicBezTo>
                  <a:pt x="363" y="178"/>
                  <a:pt x="363" y="178"/>
                  <a:pt x="363" y="178"/>
                </a:cubicBezTo>
                <a:cubicBezTo>
                  <a:pt x="367" y="178"/>
                  <a:pt x="371" y="177"/>
                  <a:pt x="374" y="177"/>
                </a:cubicBezTo>
                <a:cubicBezTo>
                  <a:pt x="404" y="170"/>
                  <a:pt x="419" y="161"/>
                  <a:pt x="423" y="148"/>
                </a:cubicBezTo>
                <a:cubicBezTo>
                  <a:pt x="428" y="134"/>
                  <a:pt x="416" y="121"/>
                  <a:pt x="405" y="110"/>
                </a:cubicBezTo>
                <a:cubicBezTo>
                  <a:pt x="403" y="107"/>
                  <a:pt x="401" y="105"/>
                  <a:pt x="399" y="103"/>
                </a:cubicBezTo>
                <a:cubicBezTo>
                  <a:pt x="384" y="86"/>
                  <a:pt x="385" y="69"/>
                  <a:pt x="385" y="68"/>
                </a:cubicBezTo>
                <a:cubicBezTo>
                  <a:pt x="385" y="30"/>
                  <a:pt x="415" y="0"/>
                  <a:pt x="453" y="0"/>
                </a:cubicBezTo>
                <a:cubicBezTo>
                  <a:pt x="491" y="0"/>
                  <a:pt x="521" y="30"/>
                  <a:pt x="521" y="68"/>
                </a:cubicBezTo>
                <a:cubicBezTo>
                  <a:pt x="521" y="68"/>
                  <a:pt x="521" y="68"/>
                  <a:pt x="521" y="68"/>
                </a:cubicBezTo>
                <a:cubicBezTo>
                  <a:pt x="521" y="69"/>
                  <a:pt x="522" y="86"/>
                  <a:pt x="507" y="103"/>
                </a:cubicBezTo>
                <a:cubicBezTo>
                  <a:pt x="505" y="105"/>
                  <a:pt x="503" y="107"/>
                  <a:pt x="501" y="110"/>
                </a:cubicBezTo>
                <a:cubicBezTo>
                  <a:pt x="490" y="121"/>
                  <a:pt x="479" y="134"/>
                  <a:pt x="483" y="148"/>
                </a:cubicBezTo>
                <a:cubicBezTo>
                  <a:pt x="487" y="161"/>
                  <a:pt x="502" y="170"/>
                  <a:pt x="532" y="177"/>
                </a:cubicBezTo>
                <a:cubicBezTo>
                  <a:pt x="536" y="177"/>
                  <a:pt x="539" y="178"/>
                  <a:pt x="543" y="178"/>
                </a:cubicBezTo>
                <a:cubicBezTo>
                  <a:pt x="720" y="178"/>
                  <a:pt x="720" y="178"/>
                  <a:pt x="720" y="178"/>
                </a:cubicBezTo>
                <a:cubicBezTo>
                  <a:pt x="720" y="355"/>
                  <a:pt x="720" y="355"/>
                  <a:pt x="720" y="355"/>
                </a:cubicBezTo>
                <a:cubicBezTo>
                  <a:pt x="720" y="357"/>
                  <a:pt x="720" y="360"/>
                  <a:pt x="719" y="362"/>
                </a:cubicBezTo>
                <a:cubicBezTo>
                  <a:pt x="711" y="396"/>
                  <a:pt x="703" y="399"/>
                  <a:pt x="701" y="399"/>
                </a:cubicBezTo>
                <a:cubicBezTo>
                  <a:pt x="695" y="399"/>
                  <a:pt x="687" y="391"/>
                  <a:pt x="680" y="385"/>
                </a:cubicBezTo>
                <a:cubicBezTo>
                  <a:pt x="677" y="382"/>
                  <a:pt x="675" y="380"/>
                  <a:pt x="672" y="378"/>
                </a:cubicBezTo>
                <a:cubicBezTo>
                  <a:pt x="653" y="361"/>
                  <a:pt x="633" y="360"/>
                  <a:pt x="627" y="360"/>
                </a:cubicBezTo>
                <a:cubicBezTo>
                  <a:pt x="626" y="360"/>
                  <a:pt x="626" y="360"/>
                  <a:pt x="626" y="360"/>
                </a:cubicBezTo>
                <a:cubicBezTo>
                  <a:pt x="580" y="360"/>
                  <a:pt x="541" y="398"/>
                  <a:pt x="541" y="445"/>
                </a:cubicBezTo>
                <a:cubicBezTo>
                  <a:pt x="541" y="491"/>
                  <a:pt x="580" y="530"/>
                  <a:pt x="626" y="530"/>
                </a:cubicBezTo>
                <a:cubicBezTo>
                  <a:pt x="627" y="530"/>
                  <a:pt x="627" y="530"/>
                  <a:pt x="627" y="530"/>
                </a:cubicBezTo>
                <a:cubicBezTo>
                  <a:pt x="633" y="530"/>
                  <a:pt x="653" y="528"/>
                  <a:pt x="673" y="511"/>
                </a:cubicBezTo>
                <a:cubicBezTo>
                  <a:pt x="675" y="509"/>
                  <a:pt x="677" y="507"/>
                  <a:pt x="680" y="505"/>
                </a:cubicBezTo>
                <a:cubicBezTo>
                  <a:pt x="687" y="498"/>
                  <a:pt x="695" y="490"/>
                  <a:pt x="701" y="490"/>
                </a:cubicBezTo>
                <a:cubicBezTo>
                  <a:pt x="703" y="490"/>
                  <a:pt x="711" y="493"/>
                  <a:pt x="719" y="527"/>
                </a:cubicBezTo>
                <a:cubicBezTo>
                  <a:pt x="720" y="530"/>
                  <a:pt x="720" y="532"/>
                  <a:pt x="720" y="53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68538" tIns="34269" rIns="68538" bIns="34269" numCol="1" anchor="t" anchorCtr="0" compatLnSpc="1"/>
          <a:lstStyle/>
          <a:p>
            <a:endParaRPr lang="ko-KR" altLang="en-US" sz="7495" dirty="0">
              <a:solidFill>
                <a:schemeClr val="bg1"/>
              </a:solidFill>
              <a:latin typeface="Georgia" panose="02040502050405020303" charset="0"/>
              <a:ea typeface="Arial" panose="020B0604020202020204" pitchFamily="34" charset="0"/>
              <a:cs typeface="Georgia" panose="02040502050405020303" charset="0"/>
            </a:endParaRPr>
          </a:p>
        </p:txBody>
      </p:sp>
      <p:sp>
        <p:nvSpPr>
          <p:cNvPr id="23" name="Freeform 7"/>
          <p:cNvSpPr/>
          <p:nvPr/>
        </p:nvSpPr>
        <p:spPr bwMode="auto">
          <a:xfrm rot="18900000">
            <a:off x="5622835" y="2486314"/>
            <a:ext cx="1516330" cy="1423123"/>
          </a:xfrm>
          <a:custGeom>
            <a:avLst/>
            <a:gdLst>
              <a:gd name="T0" fmla="*/ 720 w 720"/>
              <a:gd name="T1" fmla="*/ 275 h 720"/>
              <a:gd name="T2" fmla="*/ 643 w 720"/>
              <a:gd name="T3" fmla="*/ 352 h 720"/>
              <a:gd name="T4" fmla="*/ 643 w 720"/>
              <a:gd name="T5" fmla="*/ 352 h 720"/>
              <a:gd name="T6" fmla="*/ 603 w 720"/>
              <a:gd name="T7" fmla="*/ 336 h 720"/>
              <a:gd name="T8" fmla="*/ 569 w 720"/>
              <a:gd name="T9" fmla="*/ 313 h 720"/>
              <a:gd name="T10" fmla="*/ 543 w 720"/>
              <a:gd name="T11" fmla="*/ 356 h 720"/>
              <a:gd name="T12" fmla="*/ 542 w 720"/>
              <a:gd name="T13" fmla="*/ 365 h 720"/>
              <a:gd name="T14" fmla="*/ 542 w 720"/>
              <a:gd name="T15" fmla="*/ 542 h 720"/>
              <a:gd name="T16" fmla="*/ 542 w 720"/>
              <a:gd name="T17" fmla="*/ 542 h 720"/>
              <a:gd name="T18" fmla="*/ 356 w 720"/>
              <a:gd name="T19" fmla="*/ 542 h 720"/>
              <a:gd name="T20" fmla="*/ 345 w 720"/>
              <a:gd name="T21" fmla="*/ 543 h 720"/>
              <a:gd name="T22" fmla="*/ 296 w 720"/>
              <a:gd name="T23" fmla="*/ 572 h 720"/>
              <a:gd name="T24" fmla="*/ 314 w 720"/>
              <a:gd name="T25" fmla="*/ 610 h 720"/>
              <a:gd name="T26" fmla="*/ 320 w 720"/>
              <a:gd name="T27" fmla="*/ 617 h 720"/>
              <a:gd name="T28" fmla="*/ 335 w 720"/>
              <a:gd name="T29" fmla="*/ 652 h 720"/>
              <a:gd name="T30" fmla="*/ 266 w 720"/>
              <a:gd name="T31" fmla="*/ 720 h 720"/>
              <a:gd name="T32" fmla="*/ 198 w 720"/>
              <a:gd name="T33" fmla="*/ 652 h 720"/>
              <a:gd name="T34" fmla="*/ 198 w 720"/>
              <a:gd name="T35" fmla="*/ 652 h 720"/>
              <a:gd name="T36" fmla="*/ 212 w 720"/>
              <a:gd name="T37" fmla="*/ 617 h 720"/>
              <a:gd name="T38" fmla="*/ 219 w 720"/>
              <a:gd name="T39" fmla="*/ 610 h 720"/>
              <a:gd name="T40" fmla="*/ 237 w 720"/>
              <a:gd name="T41" fmla="*/ 572 h 720"/>
              <a:gd name="T42" fmla="*/ 187 w 720"/>
              <a:gd name="T43" fmla="*/ 543 h 720"/>
              <a:gd name="T44" fmla="*/ 177 w 720"/>
              <a:gd name="T45" fmla="*/ 542 h 720"/>
              <a:gd name="T46" fmla="*/ 0 w 720"/>
              <a:gd name="T47" fmla="*/ 542 h 720"/>
              <a:gd name="T48" fmla="*/ 0 w 720"/>
              <a:gd name="T49" fmla="*/ 365 h 720"/>
              <a:gd name="T50" fmla="*/ 1 w 720"/>
              <a:gd name="T51" fmla="*/ 358 h 720"/>
              <a:gd name="T52" fmla="*/ 19 w 720"/>
              <a:gd name="T53" fmla="*/ 321 h 720"/>
              <a:gd name="T54" fmla="*/ 40 w 720"/>
              <a:gd name="T55" fmla="*/ 335 h 720"/>
              <a:gd name="T56" fmla="*/ 47 w 720"/>
              <a:gd name="T57" fmla="*/ 342 h 720"/>
              <a:gd name="T58" fmla="*/ 92 w 720"/>
              <a:gd name="T59" fmla="*/ 360 h 720"/>
              <a:gd name="T60" fmla="*/ 93 w 720"/>
              <a:gd name="T61" fmla="*/ 360 h 720"/>
              <a:gd name="T62" fmla="*/ 178 w 720"/>
              <a:gd name="T63" fmla="*/ 275 h 720"/>
              <a:gd name="T64" fmla="*/ 93 w 720"/>
              <a:gd name="T65" fmla="*/ 190 h 720"/>
              <a:gd name="T66" fmla="*/ 92 w 720"/>
              <a:gd name="T67" fmla="*/ 190 h 720"/>
              <a:gd name="T68" fmla="*/ 47 w 720"/>
              <a:gd name="T69" fmla="*/ 209 h 720"/>
              <a:gd name="T70" fmla="*/ 40 w 720"/>
              <a:gd name="T71" fmla="*/ 215 h 720"/>
              <a:gd name="T72" fmla="*/ 19 w 720"/>
              <a:gd name="T73" fmla="*/ 230 h 720"/>
              <a:gd name="T74" fmla="*/ 1 w 720"/>
              <a:gd name="T75" fmla="*/ 193 h 720"/>
              <a:gd name="T76" fmla="*/ 0 w 720"/>
              <a:gd name="T77" fmla="*/ 186 h 720"/>
              <a:gd name="T78" fmla="*/ 0 w 720"/>
              <a:gd name="T79" fmla="*/ 0 h 720"/>
              <a:gd name="T80" fmla="*/ 177 w 720"/>
              <a:gd name="T81" fmla="*/ 0 h 720"/>
              <a:gd name="T82" fmla="*/ 186 w 720"/>
              <a:gd name="T83" fmla="*/ 1 h 720"/>
              <a:gd name="T84" fmla="*/ 206 w 720"/>
              <a:gd name="T85" fmla="*/ 61 h 720"/>
              <a:gd name="T86" fmla="*/ 190 w 720"/>
              <a:gd name="T87" fmla="*/ 102 h 720"/>
              <a:gd name="T88" fmla="*/ 266 w 720"/>
              <a:gd name="T89" fmla="*/ 179 h 720"/>
              <a:gd name="T90" fmla="*/ 343 w 720"/>
              <a:gd name="T91" fmla="*/ 102 h 720"/>
              <a:gd name="T92" fmla="*/ 327 w 720"/>
              <a:gd name="T93" fmla="*/ 61 h 720"/>
              <a:gd name="T94" fmla="*/ 347 w 720"/>
              <a:gd name="T95" fmla="*/ 1 h 720"/>
              <a:gd name="T96" fmla="*/ 356 w 720"/>
              <a:gd name="T97" fmla="*/ 0 h 720"/>
              <a:gd name="T98" fmla="*/ 542 w 720"/>
              <a:gd name="T99" fmla="*/ 0 h 720"/>
              <a:gd name="T100" fmla="*/ 542 w 720"/>
              <a:gd name="T101" fmla="*/ 186 h 720"/>
              <a:gd name="T102" fmla="*/ 543 w 720"/>
              <a:gd name="T103" fmla="*/ 194 h 720"/>
              <a:gd name="T104" fmla="*/ 569 w 720"/>
              <a:gd name="T105" fmla="*/ 238 h 720"/>
              <a:gd name="T106" fmla="*/ 603 w 720"/>
              <a:gd name="T107" fmla="*/ 215 h 720"/>
              <a:gd name="T108" fmla="*/ 642 w 720"/>
              <a:gd name="T109" fmla="*/ 199 h 720"/>
              <a:gd name="T110" fmla="*/ 643 w 720"/>
              <a:gd name="T111" fmla="*/ 199 h 720"/>
              <a:gd name="T112" fmla="*/ 720 w 720"/>
              <a:gd name="T113" fmla="*/ 275 h 7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720" h="720">
                <a:moveTo>
                  <a:pt x="720" y="275"/>
                </a:moveTo>
                <a:cubicBezTo>
                  <a:pt x="720" y="318"/>
                  <a:pt x="686" y="352"/>
                  <a:pt x="643" y="352"/>
                </a:cubicBezTo>
                <a:cubicBezTo>
                  <a:pt x="643" y="352"/>
                  <a:pt x="643" y="352"/>
                  <a:pt x="643" y="352"/>
                </a:cubicBezTo>
                <a:cubicBezTo>
                  <a:pt x="639" y="352"/>
                  <a:pt x="621" y="351"/>
                  <a:pt x="603" y="336"/>
                </a:cubicBezTo>
                <a:cubicBezTo>
                  <a:pt x="592" y="327"/>
                  <a:pt x="580" y="313"/>
                  <a:pt x="569" y="313"/>
                </a:cubicBezTo>
                <a:cubicBezTo>
                  <a:pt x="559" y="313"/>
                  <a:pt x="550" y="323"/>
                  <a:pt x="543" y="356"/>
                </a:cubicBezTo>
                <a:cubicBezTo>
                  <a:pt x="542" y="359"/>
                  <a:pt x="542" y="362"/>
                  <a:pt x="542" y="365"/>
                </a:cubicBezTo>
                <a:cubicBezTo>
                  <a:pt x="542" y="542"/>
                  <a:pt x="542" y="542"/>
                  <a:pt x="542" y="542"/>
                </a:cubicBezTo>
                <a:cubicBezTo>
                  <a:pt x="542" y="542"/>
                  <a:pt x="542" y="542"/>
                  <a:pt x="542" y="542"/>
                </a:cubicBezTo>
                <a:cubicBezTo>
                  <a:pt x="356" y="542"/>
                  <a:pt x="356" y="542"/>
                  <a:pt x="356" y="542"/>
                </a:cubicBezTo>
                <a:cubicBezTo>
                  <a:pt x="352" y="542"/>
                  <a:pt x="349" y="543"/>
                  <a:pt x="345" y="543"/>
                </a:cubicBezTo>
                <a:cubicBezTo>
                  <a:pt x="315" y="550"/>
                  <a:pt x="300" y="559"/>
                  <a:pt x="296" y="572"/>
                </a:cubicBezTo>
                <a:cubicBezTo>
                  <a:pt x="292" y="586"/>
                  <a:pt x="304" y="599"/>
                  <a:pt x="314" y="610"/>
                </a:cubicBezTo>
                <a:cubicBezTo>
                  <a:pt x="316" y="613"/>
                  <a:pt x="318" y="615"/>
                  <a:pt x="320" y="617"/>
                </a:cubicBezTo>
                <a:cubicBezTo>
                  <a:pt x="335" y="634"/>
                  <a:pt x="335" y="651"/>
                  <a:pt x="335" y="652"/>
                </a:cubicBezTo>
                <a:cubicBezTo>
                  <a:pt x="335" y="690"/>
                  <a:pt x="304" y="720"/>
                  <a:pt x="266" y="720"/>
                </a:cubicBezTo>
                <a:cubicBezTo>
                  <a:pt x="229" y="720"/>
                  <a:pt x="198" y="690"/>
                  <a:pt x="198" y="652"/>
                </a:cubicBezTo>
                <a:cubicBezTo>
                  <a:pt x="198" y="652"/>
                  <a:pt x="198" y="652"/>
                  <a:pt x="198" y="652"/>
                </a:cubicBezTo>
                <a:cubicBezTo>
                  <a:pt x="198" y="651"/>
                  <a:pt x="197" y="634"/>
                  <a:pt x="212" y="617"/>
                </a:cubicBezTo>
                <a:cubicBezTo>
                  <a:pt x="214" y="615"/>
                  <a:pt x="216" y="613"/>
                  <a:pt x="219" y="610"/>
                </a:cubicBezTo>
                <a:cubicBezTo>
                  <a:pt x="229" y="599"/>
                  <a:pt x="241" y="586"/>
                  <a:pt x="237" y="572"/>
                </a:cubicBezTo>
                <a:cubicBezTo>
                  <a:pt x="233" y="559"/>
                  <a:pt x="217" y="550"/>
                  <a:pt x="187" y="543"/>
                </a:cubicBezTo>
                <a:cubicBezTo>
                  <a:pt x="184" y="543"/>
                  <a:pt x="180" y="542"/>
                  <a:pt x="177" y="542"/>
                </a:cubicBezTo>
                <a:cubicBezTo>
                  <a:pt x="0" y="542"/>
                  <a:pt x="0" y="542"/>
                  <a:pt x="0" y="542"/>
                </a:cubicBezTo>
                <a:cubicBezTo>
                  <a:pt x="0" y="365"/>
                  <a:pt x="0" y="365"/>
                  <a:pt x="0" y="365"/>
                </a:cubicBezTo>
                <a:cubicBezTo>
                  <a:pt x="0" y="363"/>
                  <a:pt x="0" y="360"/>
                  <a:pt x="1" y="358"/>
                </a:cubicBezTo>
                <a:cubicBezTo>
                  <a:pt x="8" y="324"/>
                  <a:pt x="17" y="321"/>
                  <a:pt x="19" y="321"/>
                </a:cubicBezTo>
                <a:cubicBezTo>
                  <a:pt x="24" y="321"/>
                  <a:pt x="33" y="329"/>
                  <a:pt x="40" y="335"/>
                </a:cubicBezTo>
                <a:cubicBezTo>
                  <a:pt x="42" y="338"/>
                  <a:pt x="45" y="340"/>
                  <a:pt x="47" y="342"/>
                </a:cubicBezTo>
                <a:cubicBezTo>
                  <a:pt x="67" y="359"/>
                  <a:pt x="87" y="360"/>
                  <a:pt x="92" y="360"/>
                </a:cubicBezTo>
                <a:cubicBezTo>
                  <a:pt x="93" y="360"/>
                  <a:pt x="93" y="360"/>
                  <a:pt x="93" y="360"/>
                </a:cubicBezTo>
                <a:cubicBezTo>
                  <a:pt x="140" y="360"/>
                  <a:pt x="178" y="322"/>
                  <a:pt x="178" y="275"/>
                </a:cubicBezTo>
                <a:cubicBezTo>
                  <a:pt x="178" y="229"/>
                  <a:pt x="140" y="190"/>
                  <a:pt x="93" y="190"/>
                </a:cubicBezTo>
                <a:cubicBezTo>
                  <a:pt x="92" y="190"/>
                  <a:pt x="92" y="190"/>
                  <a:pt x="92" y="190"/>
                </a:cubicBezTo>
                <a:cubicBezTo>
                  <a:pt x="87" y="190"/>
                  <a:pt x="67" y="192"/>
                  <a:pt x="47" y="209"/>
                </a:cubicBezTo>
                <a:cubicBezTo>
                  <a:pt x="45" y="211"/>
                  <a:pt x="42" y="213"/>
                  <a:pt x="40" y="215"/>
                </a:cubicBezTo>
                <a:cubicBezTo>
                  <a:pt x="33" y="222"/>
                  <a:pt x="24" y="230"/>
                  <a:pt x="19" y="230"/>
                </a:cubicBezTo>
                <a:cubicBezTo>
                  <a:pt x="17" y="230"/>
                  <a:pt x="8" y="227"/>
                  <a:pt x="1" y="193"/>
                </a:cubicBezTo>
                <a:cubicBezTo>
                  <a:pt x="0" y="190"/>
                  <a:pt x="0" y="188"/>
                  <a:pt x="0" y="186"/>
                </a:cubicBezTo>
                <a:cubicBezTo>
                  <a:pt x="0" y="0"/>
                  <a:pt x="0" y="0"/>
                  <a:pt x="0" y="0"/>
                </a:cubicBezTo>
                <a:cubicBezTo>
                  <a:pt x="177" y="0"/>
                  <a:pt x="177" y="0"/>
                  <a:pt x="177" y="0"/>
                </a:cubicBezTo>
                <a:cubicBezTo>
                  <a:pt x="180" y="0"/>
                  <a:pt x="183" y="1"/>
                  <a:pt x="186" y="1"/>
                </a:cubicBezTo>
                <a:cubicBezTo>
                  <a:pt x="257" y="18"/>
                  <a:pt x="223" y="42"/>
                  <a:pt x="206" y="61"/>
                </a:cubicBezTo>
                <a:cubicBezTo>
                  <a:pt x="189" y="82"/>
                  <a:pt x="190" y="102"/>
                  <a:pt x="190" y="102"/>
                </a:cubicBezTo>
                <a:cubicBezTo>
                  <a:pt x="190" y="144"/>
                  <a:pt x="224" y="179"/>
                  <a:pt x="266" y="179"/>
                </a:cubicBezTo>
                <a:cubicBezTo>
                  <a:pt x="309" y="179"/>
                  <a:pt x="343" y="144"/>
                  <a:pt x="343" y="102"/>
                </a:cubicBezTo>
                <a:cubicBezTo>
                  <a:pt x="343" y="102"/>
                  <a:pt x="344" y="82"/>
                  <a:pt x="327" y="61"/>
                </a:cubicBezTo>
                <a:cubicBezTo>
                  <a:pt x="310" y="42"/>
                  <a:pt x="276" y="18"/>
                  <a:pt x="347" y="1"/>
                </a:cubicBezTo>
                <a:cubicBezTo>
                  <a:pt x="350" y="1"/>
                  <a:pt x="353" y="0"/>
                  <a:pt x="356" y="0"/>
                </a:cubicBezTo>
                <a:cubicBezTo>
                  <a:pt x="542" y="0"/>
                  <a:pt x="542" y="0"/>
                  <a:pt x="542" y="0"/>
                </a:cubicBezTo>
                <a:cubicBezTo>
                  <a:pt x="542" y="186"/>
                  <a:pt x="542" y="186"/>
                  <a:pt x="542" y="186"/>
                </a:cubicBezTo>
                <a:cubicBezTo>
                  <a:pt x="542" y="189"/>
                  <a:pt x="542" y="192"/>
                  <a:pt x="543" y="194"/>
                </a:cubicBezTo>
                <a:cubicBezTo>
                  <a:pt x="550" y="228"/>
                  <a:pt x="559" y="238"/>
                  <a:pt x="569" y="238"/>
                </a:cubicBezTo>
                <a:cubicBezTo>
                  <a:pt x="580" y="238"/>
                  <a:pt x="592" y="224"/>
                  <a:pt x="603" y="215"/>
                </a:cubicBezTo>
                <a:cubicBezTo>
                  <a:pt x="620" y="200"/>
                  <a:pt x="638" y="199"/>
                  <a:pt x="642" y="199"/>
                </a:cubicBezTo>
                <a:cubicBezTo>
                  <a:pt x="643" y="199"/>
                  <a:pt x="643" y="199"/>
                  <a:pt x="643" y="199"/>
                </a:cubicBezTo>
                <a:cubicBezTo>
                  <a:pt x="686" y="199"/>
                  <a:pt x="720" y="233"/>
                  <a:pt x="720" y="27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68538" tIns="34269" rIns="68538" bIns="34269" numCol="1" anchor="t" anchorCtr="0" compatLnSpc="1"/>
          <a:lstStyle/>
          <a:p>
            <a:endParaRPr lang="ko-KR" altLang="en-US" sz="7495" dirty="0">
              <a:solidFill>
                <a:schemeClr val="bg1"/>
              </a:solidFill>
              <a:latin typeface="Georgia" panose="02040502050405020303" charset="0"/>
              <a:ea typeface="Arial" panose="020B0604020202020204" pitchFamily="34" charset="0"/>
              <a:cs typeface="Georgia" panose="02040502050405020303" charset="0"/>
            </a:endParaRPr>
          </a:p>
        </p:txBody>
      </p:sp>
      <p:sp>
        <p:nvSpPr>
          <p:cNvPr id="24" name="Freeform 8"/>
          <p:cNvSpPr/>
          <p:nvPr/>
        </p:nvSpPr>
        <p:spPr bwMode="auto">
          <a:xfrm rot="18900000">
            <a:off x="4539444" y="3060043"/>
            <a:ext cx="1516330" cy="1423123"/>
          </a:xfrm>
          <a:custGeom>
            <a:avLst/>
            <a:gdLst>
              <a:gd name="T0" fmla="*/ 720 w 720"/>
              <a:gd name="T1" fmla="*/ 453 h 720"/>
              <a:gd name="T2" fmla="*/ 652 w 720"/>
              <a:gd name="T3" fmla="*/ 522 h 720"/>
              <a:gd name="T4" fmla="*/ 652 w 720"/>
              <a:gd name="T5" fmla="*/ 522 h 720"/>
              <a:gd name="T6" fmla="*/ 639 w 720"/>
              <a:gd name="T7" fmla="*/ 520 h 720"/>
              <a:gd name="T8" fmla="*/ 617 w 720"/>
              <a:gd name="T9" fmla="*/ 507 h 720"/>
              <a:gd name="T10" fmla="*/ 610 w 720"/>
              <a:gd name="T11" fmla="*/ 501 h 720"/>
              <a:gd name="T12" fmla="*/ 578 w 720"/>
              <a:gd name="T13" fmla="*/ 482 h 720"/>
              <a:gd name="T14" fmla="*/ 543 w 720"/>
              <a:gd name="T15" fmla="*/ 532 h 720"/>
              <a:gd name="T16" fmla="*/ 542 w 720"/>
              <a:gd name="T17" fmla="*/ 543 h 720"/>
              <a:gd name="T18" fmla="*/ 542 w 720"/>
              <a:gd name="T19" fmla="*/ 720 h 720"/>
              <a:gd name="T20" fmla="*/ 542 w 720"/>
              <a:gd name="T21" fmla="*/ 720 h 720"/>
              <a:gd name="T22" fmla="*/ 542 w 720"/>
              <a:gd name="T23" fmla="*/ 720 h 720"/>
              <a:gd name="T24" fmla="*/ 365 w 720"/>
              <a:gd name="T25" fmla="*/ 720 h 720"/>
              <a:gd name="T26" fmla="*/ 358 w 720"/>
              <a:gd name="T27" fmla="*/ 719 h 720"/>
              <a:gd name="T28" fmla="*/ 321 w 720"/>
              <a:gd name="T29" fmla="*/ 702 h 720"/>
              <a:gd name="T30" fmla="*/ 335 w 720"/>
              <a:gd name="T31" fmla="*/ 680 h 720"/>
              <a:gd name="T32" fmla="*/ 342 w 720"/>
              <a:gd name="T33" fmla="*/ 673 h 720"/>
              <a:gd name="T34" fmla="*/ 360 w 720"/>
              <a:gd name="T35" fmla="*/ 627 h 720"/>
              <a:gd name="T36" fmla="*/ 275 w 720"/>
              <a:gd name="T37" fmla="*/ 542 h 720"/>
              <a:gd name="T38" fmla="*/ 190 w 720"/>
              <a:gd name="T39" fmla="*/ 627 h 720"/>
              <a:gd name="T40" fmla="*/ 208 w 720"/>
              <a:gd name="T41" fmla="*/ 673 h 720"/>
              <a:gd name="T42" fmla="*/ 215 w 720"/>
              <a:gd name="T43" fmla="*/ 680 h 720"/>
              <a:gd name="T44" fmla="*/ 229 w 720"/>
              <a:gd name="T45" fmla="*/ 702 h 720"/>
              <a:gd name="T46" fmla="*/ 192 w 720"/>
              <a:gd name="T47" fmla="*/ 719 h 720"/>
              <a:gd name="T48" fmla="*/ 185 w 720"/>
              <a:gd name="T49" fmla="*/ 720 h 720"/>
              <a:gd name="T50" fmla="*/ 0 w 720"/>
              <a:gd name="T51" fmla="*/ 720 h 720"/>
              <a:gd name="T52" fmla="*/ 0 w 720"/>
              <a:gd name="T53" fmla="*/ 543 h 720"/>
              <a:gd name="T54" fmla="*/ 1 w 720"/>
              <a:gd name="T55" fmla="*/ 534 h 720"/>
              <a:gd name="T56" fmla="*/ 28 w 720"/>
              <a:gd name="T57" fmla="*/ 491 h 720"/>
              <a:gd name="T58" fmla="*/ 61 w 720"/>
              <a:gd name="T59" fmla="*/ 514 h 720"/>
              <a:gd name="T60" fmla="*/ 101 w 720"/>
              <a:gd name="T61" fmla="*/ 530 h 720"/>
              <a:gd name="T62" fmla="*/ 102 w 720"/>
              <a:gd name="T63" fmla="*/ 530 h 720"/>
              <a:gd name="T64" fmla="*/ 178 w 720"/>
              <a:gd name="T65" fmla="*/ 453 h 720"/>
              <a:gd name="T66" fmla="*/ 102 w 720"/>
              <a:gd name="T67" fmla="*/ 377 h 720"/>
              <a:gd name="T68" fmla="*/ 101 w 720"/>
              <a:gd name="T69" fmla="*/ 377 h 720"/>
              <a:gd name="T70" fmla="*/ 61 w 720"/>
              <a:gd name="T71" fmla="*/ 393 h 720"/>
              <a:gd name="T72" fmla="*/ 28 w 720"/>
              <a:gd name="T73" fmla="*/ 416 h 720"/>
              <a:gd name="T74" fmla="*/ 1 w 720"/>
              <a:gd name="T75" fmla="*/ 373 h 720"/>
              <a:gd name="T76" fmla="*/ 0 w 720"/>
              <a:gd name="T77" fmla="*/ 364 h 720"/>
              <a:gd name="T78" fmla="*/ 0 w 720"/>
              <a:gd name="T79" fmla="*/ 178 h 720"/>
              <a:gd name="T80" fmla="*/ 185 w 720"/>
              <a:gd name="T81" fmla="*/ 178 h 720"/>
              <a:gd name="T82" fmla="*/ 194 w 720"/>
              <a:gd name="T83" fmla="*/ 177 h 720"/>
              <a:gd name="T84" fmla="*/ 215 w 720"/>
              <a:gd name="T85" fmla="*/ 117 h 720"/>
              <a:gd name="T86" fmla="*/ 198 w 720"/>
              <a:gd name="T87" fmla="*/ 77 h 720"/>
              <a:gd name="T88" fmla="*/ 275 w 720"/>
              <a:gd name="T89" fmla="*/ 0 h 720"/>
              <a:gd name="T90" fmla="*/ 352 w 720"/>
              <a:gd name="T91" fmla="*/ 77 h 720"/>
              <a:gd name="T92" fmla="*/ 335 w 720"/>
              <a:gd name="T93" fmla="*/ 117 h 720"/>
              <a:gd name="T94" fmla="*/ 356 w 720"/>
              <a:gd name="T95" fmla="*/ 177 h 720"/>
              <a:gd name="T96" fmla="*/ 365 w 720"/>
              <a:gd name="T97" fmla="*/ 178 h 720"/>
              <a:gd name="T98" fmla="*/ 542 w 720"/>
              <a:gd name="T99" fmla="*/ 178 h 720"/>
              <a:gd name="T100" fmla="*/ 542 w 720"/>
              <a:gd name="T101" fmla="*/ 364 h 720"/>
              <a:gd name="T102" fmla="*/ 543 w 720"/>
              <a:gd name="T103" fmla="*/ 374 h 720"/>
              <a:gd name="T104" fmla="*/ 578 w 720"/>
              <a:gd name="T105" fmla="*/ 424 h 720"/>
              <a:gd name="T106" fmla="*/ 610 w 720"/>
              <a:gd name="T107" fmla="*/ 406 h 720"/>
              <a:gd name="T108" fmla="*/ 617 w 720"/>
              <a:gd name="T109" fmla="*/ 399 h 720"/>
              <a:gd name="T110" fmla="*/ 651 w 720"/>
              <a:gd name="T111" fmla="*/ 385 h 720"/>
              <a:gd name="T112" fmla="*/ 652 w 720"/>
              <a:gd name="T113" fmla="*/ 385 h 720"/>
              <a:gd name="T114" fmla="*/ 720 w 720"/>
              <a:gd name="T115" fmla="*/ 453 h 7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</a:cxnLst>
            <a:rect l="0" t="0" r="r" b="b"/>
            <a:pathLst>
              <a:path w="720" h="720">
                <a:moveTo>
                  <a:pt x="720" y="453"/>
                </a:moveTo>
                <a:cubicBezTo>
                  <a:pt x="720" y="491"/>
                  <a:pt x="690" y="522"/>
                  <a:pt x="652" y="522"/>
                </a:cubicBezTo>
                <a:cubicBezTo>
                  <a:pt x="652" y="522"/>
                  <a:pt x="652" y="522"/>
                  <a:pt x="652" y="522"/>
                </a:cubicBezTo>
                <a:cubicBezTo>
                  <a:pt x="650" y="522"/>
                  <a:pt x="645" y="522"/>
                  <a:pt x="639" y="520"/>
                </a:cubicBezTo>
                <a:cubicBezTo>
                  <a:pt x="633" y="518"/>
                  <a:pt x="625" y="514"/>
                  <a:pt x="617" y="507"/>
                </a:cubicBezTo>
                <a:cubicBezTo>
                  <a:pt x="615" y="505"/>
                  <a:pt x="612" y="503"/>
                  <a:pt x="610" y="501"/>
                </a:cubicBezTo>
                <a:cubicBezTo>
                  <a:pt x="600" y="492"/>
                  <a:pt x="590" y="482"/>
                  <a:pt x="578" y="482"/>
                </a:cubicBezTo>
                <a:cubicBezTo>
                  <a:pt x="557" y="482"/>
                  <a:pt x="549" y="509"/>
                  <a:pt x="543" y="532"/>
                </a:cubicBezTo>
                <a:cubicBezTo>
                  <a:pt x="542" y="536"/>
                  <a:pt x="542" y="539"/>
                  <a:pt x="542" y="543"/>
                </a:cubicBezTo>
                <a:cubicBezTo>
                  <a:pt x="542" y="720"/>
                  <a:pt x="542" y="720"/>
                  <a:pt x="542" y="720"/>
                </a:cubicBezTo>
                <a:cubicBezTo>
                  <a:pt x="542" y="720"/>
                  <a:pt x="542" y="720"/>
                  <a:pt x="542" y="720"/>
                </a:cubicBezTo>
                <a:cubicBezTo>
                  <a:pt x="542" y="720"/>
                  <a:pt x="542" y="720"/>
                  <a:pt x="542" y="720"/>
                </a:cubicBezTo>
                <a:cubicBezTo>
                  <a:pt x="365" y="720"/>
                  <a:pt x="365" y="720"/>
                  <a:pt x="365" y="720"/>
                </a:cubicBezTo>
                <a:cubicBezTo>
                  <a:pt x="362" y="720"/>
                  <a:pt x="360" y="720"/>
                  <a:pt x="358" y="719"/>
                </a:cubicBezTo>
                <a:cubicBezTo>
                  <a:pt x="326" y="712"/>
                  <a:pt x="322" y="704"/>
                  <a:pt x="321" y="702"/>
                </a:cubicBezTo>
                <a:cubicBezTo>
                  <a:pt x="319" y="697"/>
                  <a:pt x="328" y="687"/>
                  <a:pt x="335" y="680"/>
                </a:cubicBezTo>
                <a:cubicBezTo>
                  <a:pt x="337" y="678"/>
                  <a:pt x="340" y="675"/>
                  <a:pt x="342" y="673"/>
                </a:cubicBezTo>
                <a:cubicBezTo>
                  <a:pt x="360" y="652"/>
                  <a:pt x="360" y="630"/>
                  <a:pt x="360" y="627"/>
                </a:cubicBezTo>
                <a:cubicBezTo>
                  <a:pt x="360" y="580"/>
                  <a:pt x="322" y="542"/>
                  <a:pt x="275" y="542"/>
                </a:cubicBezTo>
                <a:cubicBezTo>
                  <a:pt x="228" y="542"/>
                  <a:pt x="190" y="580"/>
                  <a:pt x="190" y="627"/>
                </a:cubicBezTo>
                <a:cubicBezTo>
                  <a:pt x="190" y="630"/>
                  <a:pt x="190" y="652"/>
                  <a:pt x="208" y="673"/>
                </a:cubicBezTo>
                <a:cubicBezTo>
                  <a:pt x="210" y="675"/>
                  <a:pt x="213" y="678"/>
                  <a:pt x="215" y="680"/>
                </a:cubicBezTo>
                <a:cubicBezTo>
                  <a:pt x="222" y="687"/>
                  <a:pt x="231" y="697"/>
                  <a:pt x="229" y="702"/>
                </a:cubicBezTo>
                <a:cubicBezTo>
                  <a:pt x="229" y="704"/>
                  <a:pt x="224" y="712"/>
                  <a:pt x="192" y="719"/>
                </a:cubicBezTo>
                <a:cubicBezTo>
                  <a:pt x="190" y="720"/>
                  <a:pt x="188" y="720"/>
                  <a:pt x="185" y="720"/>
                </a:cubicBezTo>
                <a:cubicBezTo>
                  <a:pt x="0" y="720"/>
                  <a:pt x="0" y="720"/>
                  <a:pt x="0" y="720"/>
                </a:cubicBezTo>
                <a:cubicBezTo>
                  <a:pt x="0" y="543"/>
                  <a:pt x="0" y="543"/>
                  <a:pt x="0" y="543"/>
                </a:cubicBezTo>
                <a:cubicBezTo>
                  <a:pt x="0" y="540"/>
                  <a:pt x="0" y="537"/>
                  <a:pt x="1" y="534"/>
                </a:cubicBezTo>
                <a:cubicBezTo>
                  <a:pt x="9" y="501"/>
                  <a:pt x="18" y="491"/>
                  <a:pt x="28" y="491"/>
                </a:cubicBezTo>
                <a:cubicBezTo>
                  <a:pt x="39" y="491"/>
                  <a:pt x="51" y="505"/>
                  <a:pt x="61" y="514"/>
                </a:cubicBezTo>
                <a:cubicBezTo>
                  <a:pt x="79" y="529"/>
                  <a:pt x="97" y="530"/>
                  <a:pt x="101" y="530"/>
                </a:cubicBezTo>
                <a:cubicBezTo>
                  <a:pt x="101" y="530"/>
                  <a:pt x="102" y="530"/>
                  <a:pt x="102" y="530"/>
                </a:cubicBezTo>
                <a:cubicBezTo>
                  <a:pt x="144" y="530"/>
                  <a:pt x="178" y="496"/>
                  <a:pt x="178" y="453"/>
                </a:cubicBezTo>
                <a:cubicBezTo>
                  <a:pt x="178" y="411"/>
                  <a:pt x="144" y="377"/>
                  <a:pt x="102" y="377"/>
                </a:cubicBezTo>
                <a:cubicBezTo>
                  <a:pt x="102" y="377"/>
                  <a:pt x="101" y="377"/>
                  <a:pt x="101" y="377"/>
                </a:cubicBezTo>
                <a:cubicBezTo>
                  <a:pt x="97" y="377"/>
                  <a:pt x="79" y="378"/>
                  <a:pt x="61" y="393"/>
                </a:cubicBezTo>
                <a:cubicBezTo>
                  <a:pt x="51" y="402"/>
                  <a:pt x="39" y="416"/>
                  <a:pt x="28" y="416"/>
                </a:cubicBezTo>
                <a:cubicBezTo>
                  <a:pt x="18" y="416"/>
                  <a:pt x="9" y="406"/>
                  <a:pt x="1" y="373"/>
                </a:cubicBezTo>
                <a:cubicBezTo>
                  <a:pt x="0" y="370"/>
                  <a:pt x="0" y="367"/>
                  <a:pt x="0" y="364"/>
                </a:cubicBezTo>
                <a:cubicBezTo>
                  <a:pt x="0" y="178"/>
                  <a:pt x="0" y="178"/>
                  <a:pt x="0" y="178"/>
                </a:cubicBezTo>
                <a:cubicBezTo>
                  <a:pt x="185" y="178"/>
                  <a:pt x="185" y="178"/>
                  <a:pt x="185" y="178"/>
                </a:cubicBezTo>
                <a:cubicBezTo>
                  <a:pt x="188" y="178"/>
                  <a:pt x="191" y="178"/>
                  <a:pt x="194" y="177"/>
                </a:cubicBezTo>
                <a:cubicBezTo>
                  <a:pt x="266" y="161"/>
                  <a:pt x="232" y="137"/>
                  <a:pt x="215" y="117"/>
                </a:cubicBezTo>
                <a:cubicBezTo>
                  <a:pt x="197" y="97"/>
                  <a:pt x="198" y="77"/>
                  <a:pt x="198" y="77"/>
                </a:cubicBezTo>
                <a:cubicBezTo>
                  <a:pt x="198" y="34"/>
                  <a:pt x="233" y="0"/>
                  <a:pt x="275" y="0"/>
                </a:cubicBezTo>
                <a:cubicBezTo>
                  <a:pt x="317" y="0"/>
                  <a:pt x="352" y="34"/>
                  <a:pt x="352" y="77"/>
                </a:cubicBezTo>
                <a:cubicBezTo>
                  <a:pt x="352" y="77"/>
                  <a:pt x="353" y="97"/>
                  <a:pt x="335" y="117"/>
                </a:cubicBezTo>
                <a:cubicBezTo>
                  <a:pt x="318" y="137"/>
                  <a:pt x="285" y="161"/>
                  <a:pt x="356" y="177"/>
                </a:cubicBezTo>
                <a:cubicBezTo>
                  <a:pt x="359" y="178"/>
                  <a:pt x="362" y="178"/>
                  <a:pt x="365" y="178"/>
                </a:cubicBezTo>
                <a:cubicBezTo>
                  <a:pt x="542" y="178"/>
                  <a:pt x="542" y="178"/>
                  <a:pt x="542" y="178"/>
                </a:cubicBezTo>
                <a:cubicBezTo>
                  <a:pt x="542" y="364"/>
                  <a:pt x="542" y="364"/>
                  <a:pt x="542" y="364"/>
                </a:cubicBezTo>
                <a:cubicBezTo>
                  <a:pt x="542" y="367"/>
                  <a:pt x="542" y="371"/>
                  <a:pt x="543" y="374"/>
                </a:cubicBezTo>
                <a:cubicBezTo>
                  <a:pt x="549" y="398"/>
                  <a:pt x="557" y="424"/>
                  <a:pt x="578" y="424"/>
                </a:cubicBezTo>
                <a:cubicBezTo>
                  <a:pt x="590" y="424"/>
                  <a:pt x="600" y="415"/>
                  <a:pt x="610" y="406"/>
                </a:cubicBezTo>
                <a:cubicBezTo>
                  <a:pt x="612" y="403"/>
                  <a:pt x="615" y="401"/>
                  <a:pt x="617" y="399"/>
                </a:cubicBezTo>
                <a:cubicBezTo>
                  <a:pt x="633" y="386"/>
                  <a:pt x="648" y="385"/>
                  <a:pt x="651" y="385"/>
                </a:cubicBezTo>
                <a:cubicBezTo>
                  <a:pt x="652" y="385"/>
                  <a:pt x="652" y="385"/>
                  <a:pt x="652" y="385"/>
                </a:cubicBezTo>
                <a:cubicBezTo>
                  <a:pt x="690" y="385"/>
                  <a:pt x="720" y="416"/>
                  <a:pt x="720" y="453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68538" tIns="34269" rIns="68538" bIns="34269" numCol="1" anchor="t" anchorCtr="0" compatLnSpc="1"/>
          <a:lstStyle/>
          <a:p>
            <a:endParaRPr lang="ko-KR" altLang="en-US" sz="7495" dirty="0">
              <a:solidFill>
                <a:schemeClr val="bg1"/>
              </a:solidFill>
              <a:latin typeface="Georgia" panose="02040502050405020303" charset="0"/>
              <a:ea typeface="Arial" panose="020B0604020202020204" pitchFamily="34" charset="0"/>
              <a:cs typeface="Georgia" panose="02040502050405020303" charset="0"/>
            </a:endParaRPr>
          </a:p>
        </p:txBody>
      </p:sp>
      <p:sp>
        <p:nvSpPr>
          <p:cNvPr id="27" name="矩形 26" descr="#clear#"/>
          <p:cNvSpPr/>
          <p:nvPr/>
        </p:nvSpPr>
        <p:spPr>
          <a:xfrm>
            <a:off x="551180" y="2230120"/>
            <a:ext cx="3491230" cy="119824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just">
              <a:lnSpc>
                <a:spcPct val="150000"/>
              </a:lnSpc>
            </a:pPr>
            <a:endParaRPr lang="zh-CN" altLang="en-US" sz="1800" dirty="0">
              <a:solidFill>
                <a:schemeClr val="tx1"/>
              </a:solidFill>
              <a:latin typeface="Georgia" panose="02040502050405020303" charset="0"/>
              <a:ea typeface="Arial" panose="020B0604020202020204" pitchFamily="34" charset="0"/>
              <a:cs typeface="Georgia" panose="02040502050405020303" charset="0"/>
            </a:endParaRPr>
          </a:p>
        </p:txBody>
      </p:sp>
      <p:sp>
        <p:nvSpPr>
          <p:cNvPr id="2" name="Rounded Rectangle 1"/>
          <p:cNvSpPr/>
          <p:nvPr/>
        </p:nvSpPr>
        <p:spPr>
          <a:xfrm>
            <a:off x="591185" y="1665605"/>
            <a:ext cx="3411855" cy="492760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>
              <a:latin typeface="Georgia" panose="02040502050405020303" charset="0"/>
              <a:cs typeface="Georgia" panose="02040502050405020303" charset="0"/>
            </a:endParaRPr>
          </a:p>
        </p:txBody>
      </p:sp>
      <p:sp>
        <p:nvSpPr>
          <p:cNvPr id="3" name="矩形 26" descr="#clear#"/>
          <p:cNvSpPr/>
          <p:nvPr/>
        </p:nvSpPr>
        <p:spPr>
          <a:xfrm>
            <a:off x="1341755" y="1665605"/>
            <a:ext cx="2218690" cy="7912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just">
              <a:lnSpc>
                <a:spcPct val="150000"/>
              </a:lnSpc>
            </a:pPr>
            <a:r>
              <a:rPr lang="en-US" altLang="zh-CN" sz="1800" b="1" dirty="0">
                <a:solidFill>
                  <a:schemeClr val="bg1"/>
                </a:solidFill>
                <a:latin typeface="Georgia" panose="02040502050405020303" charset="0"/>
                <a:ea typeface="Arial" panose="020B0604020202020204" pitchFamily="34" charset="0"/>
                <a:cs typeface="Georgia" panose="02040502050405020303" charset="0"/>
              </a:rPr>
              <a:t>Context Diagram</a:t>
            </a:r>
            <a:endParaRPr lang="zh-CN" altLang="en-US" sz="1800" b="1" dirty="0">
              <a:solidFill>
                <a:schemeClr val="bg1"/>
              </a:solidFill>
              <a:latin typeface="Georgia" panose="02040502050405020303" charset="0"/>
              <a:ea typeface="Arial" panose="020B0604020202020204" pitchFamily="34" charset="0"/>
              <a:cs typeface="Georgia" panose="02040502050405020303" charset="0"/>
            </a:endParaRPr>
          </a:p>
          <a:p>
            <a:pPr algn="just">
              <a:lnSpc>
                <a:spcPct val="150000"/>
              </a:lnSpc>
            </a:pPr>
            <a:endParaRPr lang="zh-CN" altLang="en-US" sz="1800" b="1" dirty="0">
              <a:solidFill>
                <a:schemeClr val="bg1"/>
              </a:solidFill>
              <a:latin typeface="Georgia" panose="02040502050405020303" charset="0"/>
              <a:ea typeface="Arial" panose="020B0604020202020204" pitchFamily="34" charset="0"/>
              <a:cs typeface="Georgia" panose="02040502050405020303" charset="0"/>
            </a:endParaRPr>
          </a:p>
        </p:txBody>
      </p:sp>
      <p:sp>
        <p:nvSpPr>
          <p:cNvPr id="4" name="矩形 26" descr="#clear#"/>
          <p:cNvSpPr/>
          <p:nvPr/>
        </p:nvSpPr>
        <p:spPr>
          <a:xfrm>
            <a:off x="590726" y="4767904"/>
            <a:ext cx="3491132" cy="15166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l">
              <a:lnSpc>
                <a:spcPct val="150000"/>
              </a:lnSpc>
            </a:pPr>
            <a:endParaRPr lang="zh-CN" altLang="en-US" sz="1800" dirty="0">
              <a:solidFill>
                <a:schemeClr val="tx1"/>
              </a:solidFill>
              <a:latin typeface="Georgia" panose="02040502050405020303" charset="0"/>
              <a:ea typeface="Arial" panose="020B0604020202020204" pitchFamily="34" charset="0"/>
              <a:cs typeface="Georgia" panose="02040502050405020303" charset="0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630555" y="4173855"/>
            <a:ext cx="3373120" cy="492760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>
              <a:latin typeface="Georgia" panose="02040502050405020303" charset="0"/>
              <a:cs typeface="Georgia" panose="02040502050405020303" charset="0"/>
            </a:endParaRPr>
          </a:p>
        </p:txBody>
      </p:sp>
      <p:sp>
        <p:nvSpPr>
          <p:cNvPr id="6" name="矩形 26" descr="#clear#"/>
          <p:cNvSpPr/>
          <p:nvPr/>
        </p:nvSpPr>
        <p:spPr>
          <a:xfrm>
            <a:off x="804545" y="4006215"/>
            <a:ext cx="2795270" cy="73723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>
              <a:lnSpc>
                <a:spcPct val="150000"/>
              </a:lnSpc>
            </a:pPr>
            <a:r>
              <a:rPr lang="en-US" sz="1800" b="1" dirty="0">
                <a:solidFill>
                  <a:schemeClr val="bg1"/>
                </a:solidFill>
                <a:latin typeface="Georgia" panose="02040502050405020303" charset="0"/>
                <a:ea typeface="Arial" panose="020B0604020202020204" pitchFamily="34" charset="0"/>
                <a:cs typeface="Georgia" panose="02040502050405020303" charset="0"/>
              </a:rPr>
              <a:t>Use Case Diagram</a:t>
            </a:r>
            <a:endParaRPr lang="en-US" sz="1800" b="1" dirty="0">
              <a:solidFill>
                <a:schemeClr val="bg1"/>
              </a:solidFill>
              <a:latin typeface="Georgia" panose="02040502050405020303" charset="0"/>
              <a:ea typeface="Arial" panose="020B0604020202020204" pitchFamily="34" charset="0"/>
              <a:cs typeface="Georgia" panose="02040502050405020303" charset="0"/>
            </a:endParaRPr>
          </a:p>
        </p:txBody>
      </p:sp>
      <p:sp>
        <p:nvSpPr>
          <p:cNvPr id="7" name="矩形 26" descr="#clear#"/>
          <p:cNvSpPr/>
          <p:nvPr/>
        </p:nvSpPr>
        <p:spPr>
          <a:xfrm>
            <a:off x="8269146" y="2092014"/>
            <a:ext cx="3491132" cy="15166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just">
              <a:lnSpc>
                <a:spcPct val="150000"/>
              </a:lnSpc>
            </a:pPr>
            <a:endParaRPr lang="zh-CN" altLang="en-US" sz="1800" dirty="0">
              <a:solidFill>
                <a:schemeClr val="tx1"/>
              </a:solidFill>
              <a:latin typeface="Georgia" panose="02040502050405020303" charset="0"/>
              <a:ea typeface="Arial" panose="020B0604020202020204" pitchFamily="34" charset="0"/>
              <a:cs typeface="Georgia" panose="02040502050405020303" charset="0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8308975" y="1497965"/>
            <a:ext cx="3411855" cy="492760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>
              <a:latin typeface="Georgia" panose="02040502050405020303" charset="0"/>
              <a:cs typeface="Georgia" panose="02040502050405020303" charset="0"/>
            </a:endParaRPr>
          </a:p>
        </p:txBody>
      </p:sp>
      <p:sp>
        <p:nvSpPr>
          <p:cNvPr id="9" name="矩形 26" descr="#clear#"/>
          <p:cNvSpPr/>
          <p:nvPr/>
        </p:nvSpPr>
        <p:spPr>
          <a:xfrm>
            <a:off x="8757920" y="1216660"/>
            <a:ext cx="2875280" cy="6134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l">
              <a:lnSpc>
                <a:spcPct val="150000"/>
              </a:lnSpc>
            </a:pPr>
            <a:endParaRPr lang="zh-CN" altLang="en-US" sz="1800" dirty="0">
              <a:solidFill>
                <a:schemeClr val="bg1"/>
              </a:solidFill>
              <a:latin typeface="Georgia" panose="02040502050405020303" charset="0"/>
              <a:ea typeface="Arial" panose="020B0604020202020204" pitchFamily="34" charset="0"/>
              <a:cs typeface="Georgia" panose="02040502050405020303" charset="0"/>
            </a:endParaRPr>
          </a:p>
          <a:p>
            <a:pPr algn="l">
              <a:lnSpc>
                <a:spcPct val="150000"/>
              </a:lnSpc>
            </a:pPr>
            <a:r>
              <a:rPr lang="en-US" sz="1800" b="1" dirty="0">
                <a:solidFill>
                  <a:schemeClr val="bg1"/>
                </a:solidFill>
                <a:latin typeface="Georgia" panose="02040502050405020303" charset="0"/>
                <a:ea typeface="Arial" panose="020B0604020202020204" pitchFamily="34" charset="0"/>
                <a:cs typeface="Georgia" panose="02040502050405020303" charset="0"/>
              </a:rPr>
              <a:t>Sequence Diagram</a:t>
            </a:r>
            <a:endParaRPr lang="en-US" sz="1800" b="1" dirty="0">
              <a:solidFill>
                <a:schemeClr val="bg1"/>
              </a:solidFill>
              <a:latin typeface="Georgia" panose="02040502050405020303" charset="0"/>
              <a:ea typeface="Arial" panose="020B0604020202020204" pitchFamily="34" charset="0"/>
              <a:cs typeface="Georgia" panose="02040502050405020303" charset="0"/>
            </a:endParaRPr>
          </a:p>
        </p:txBody>
      </p:sp>
      <p:sp>
        <p:nvSpPr>
          <p:cNvPr id="10" name="矩形 26" descr="#clear#"/>
          <p:cNvSpPr/>
          <p:nvPr/>
        </p:nvSpPr>
        <p:spPr>
          <a:xfrm>
            <a:off x="8362491" y="4722819"/>
            <a:ext cx="3491132" cy="15166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just">
              <a:lnSpc>
                <a:spcPct val="150000"/>
              </a:lnSpc>
            </a:pPr>
            <a:endParaRPr lang="zh-CN" altLang="en-US" sz="1800" dirty="0">
              <a:solidFill>
                <a:schemeClr val="tx1"/>
              </a:solidFill>
              <a:latin typeface="Georgia" panose="02040502050405020303" charset="0"/>
              <a:ea typeface="Arial" panose="020B0604020202020204" pitchFamily="34" charset="0"/>
              <a:cs typeface="Georgia" panose="02040502050405020303" charset="0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8402320" y="4128770"/>
            <a:ext cx="3411855" cy="492760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>
              <a:latin typeface="Georgia" panose="02040502050405020303" charset="0"/>
              <a:cs typeface="Georgia" panose="02040502050405020303" charset="0"/>
            </a:endParaRPr>
          </a:p>
        </p:txBody>
      </p:sp>
      <p:sp>
        <p:nvSpPr>
          <p:cNvPr id="12" name="矩形 26" descr="#clear#"/>
          <p:cNvSpPr/>
          <p:nvPr/>
        </p:nvSpPr>
        <p:spPr>
          <a:xfrm>
            <a:off x="9152890" y="3961130"/>
            <a:ext cx="2218690" cy="73723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just">
              <a:lnSpc>
                <a:spcPct val="150000"/>
              </a:lnSpc>
            </a:pPr>
            <a:r>
              <a:rPr lang="en-US" sz="1800" b="1" dirty="0">
                <a:solidFill>
                  <a:schemeClr val="bg1"/>
                </a:solidFill>
                <a:latin typeface="Georgia" panose="02040502050405020303" charset="0"/>
                <a:ea typeface="Arial" panose="020B0604020202020204" pitchFamily="34" charset="0"/>
                <a:cs typeface="Georgia" panose="02040502050405020303" charset="0"/>
              </a:rPr>
              <a:t>Class Diagram</a:t>
            </a:r>
            <a:endParaRPr lang="en-US" sz="1800" b="1" dirty="0">
              <a:solidFill>
                <a:schemeClr val="bg1"/>
              </a:solidFill>
              <a:latin typeface="Georgia" panose="02040502050405020303" charset="0"/>
              <a:ea typeface="Arial" panose="020B0604020202020204" pitchFamily="34" charset="0"/>
              <a:cs typeface="Georgia" panose="02040502050405020303" charset="0"/>
            </a:endParaRPr>
          </a:p>
        </p:txBody>
      </p:sp>
    </p:spTree>
  </p:cSld>
  <p:clrMapOvr>
    <a:masterClrMapping/>
  </p:clrMapOvr>
  <p:transition spd="slow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标题 3" descr="#clear#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dirty="0">
                <a:latin typeface="Georgia" panose="02040502050405020303" charset="0"/>
                <a:cs typeface="Georgia" panose="02040502050405020303" charset="0"/>
              </a:rPr>
              <a:t>Architecture</a:t>
            </a:r>
            <a:endParaRPr lang="en-US" dirty="0">
              <a:latin typeface="Georgia" panose="02040502050405020303" charset="0"/>
              <a:cs typeface="Georgia" panose="02040502050405020303" charset="0"/>
            </a:endParaRPr>
          </a:p>
        </p:txBody>
      </p:sp>
      <p:sp>
        <p:nvSpPr>
          <p:cNvPr id="11" name="圆角矩形 38" descr="#clear#"/>
          <p:cNvSpPr/>
          <p:nvPr/>
        </p:nvSpPr>
        <p:spPr>
          <a:xfrm>
            <a:off x="817245" y="4768215"/>
            <a:ext cx="4931410" cy="1358265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>
              <a:lnSpc>
                <a:spcPct val="150000"/>
              </a:lnSpc>
            </a:pPr>
            <a:r>
              <a:rPr lang="en-US" altLang="en-US" sz="1800" dirty="0">
                <a:solidFill>
                  <a:schemeClr val="tx1"/>
                </a:solidFill>
                <a:latin typeface="Georgia" panose="02040502050405020303" charset="0"/>
                <a:ea typeface="Arial" panose="020B0604020202020204" pitchFamily="34" charset="0"/>
                <a:cs typeface="Georgia" panose="02040502050405020303" charset="0"/>
              </a:rPr>
              <a:t>The client interacts with the system through the user interface (UI), while the server processes requests, handles business logic, and communicates with the database. </a:t>
            </a:r>
            <a:endParaRPr lang="en-US" altLang="en-US" sz="1800" dirty="0">
              <a:solidFill>
                <a:schemeClr val="tx1"/>
              </a:solidFill>
              <a:latin typeface="Georgia" panose="02040502050405020303" charset="0"/>
              <a:ea typeface="Arial" panose="020B0604020202020204" pitchFamily="34" charset="0"/>
              <a:cs typeface="Georgia" panose="02040502050405020303" charset="0"/>
            </a:endParaRPr>
          </a:p>
        </p:txBody>
      </p:sp>
      <p:grpSp>
        <p:nvGrpSpPr>
          <p:cNvPr id="2" name="Group 1"/>
          <p:cNvGrpSpPr/>
          <p:nvPr/>
        </p:nvGrpSpPr>
        <p:grpSpPr>
          <a:xfrm>
            <a:off x="1780540" y="1559560"/>
            <a:ext cx="3004820" cy="2793365"/>
            <a:chOff x="2804" y="3018"/>
            <a:chExt cx="4732" cy="4399"/>
          </a:xfrm>
        </p:grpSpPr>
        <p:sp>
          <p:nvSpPr>
            <p:cNvPr id="12" name="椭圆 5"/>
            <p:cNvSpPr/>
            <p:nvPr/>
          </p:nvSpPr>
          <p:spPr>
            <a:xfrm>
              <a:off x="3284" y="3018"/>
              <a:ext cx="3773" cy="3408"/>
            </a:xfrm>
            <a:custGeom>
              <a:avLst/>
              <a:gdLst/>
              <a:ahLst/>
              <a:cxnLst/>
              <a:rect l="l" t="t" r="r" b="b"/>
              <a:pathLst>
                <a:path w="2532508" h="2287660">
                  <a:moveTo>
                    <a:pt x="1266254" y="0"/>
                  </a:moveTo>
                  <a:cubicBezTo>
                    <a:pt x="1965587" y="0"/>
                    <a:pt x="2532508" y="566921"/>
                    <a:pt x="2532508" y="1266254"/>
                  </a:cubicBezTo>
                  <a:cubicBezTo>
                    <a:pt x="2532508" y="1686211"/>
                    <a:pt x="2328070" y="2058418"/>
                    <a:pt x="2012465" y="2287660"/>
                  </a:cubicBezTo>
                  <a:lnTo>
                    <a:pt x="1774621" y="1877585"/>
                  </a:lnTo>
                  <a:cubicBezTo>
                    <a:pt x="1952954" y="1733884"/>
                    <a:pt x="2064978" y="1513151"/>
                    <a:pt x="2064978" y="1266254"/>
                  </a:cubicBezTo>
                  <a:cubicBezTo>
                    <a:pt x="2064978" y="825131"/>
                    <a:pt x="1707377" y="467530"/>
                    <a:pt x="1266254" y="467530"/>
                  </a:cubicBezTo>
                  <a:cubicBezTo>
                    <a:pt x="825131" y="467530"/>
                    <a:pt x="467530" y="825131"/>
                    <a:pt x="467530" y="1266254"/>
                  </a:cubicBezTo>
                  <a:cubicBezTo>
                    <a:pt x="467530" y="1513151"/>
                    <a:pt x="579554" y="1733884"/>
                    <a:pt x="757887" y="1877585"/>
                  </a:cubicBezTo>
                  <a:lnTo>
                    <a:pt x="520044" y="2287660"/>
                  </a:lnTo>
                  <a:cubicBezTo>
                    <a:pt x="204439" y="2058418"/>
                    <a:pt x="0" y="1686211"/>
                    <a:pt x="0" y="1266254"/>
                  </a:cubicBezTo>
                  <a:cubicBezTo>
                    <a:pt x="0" y="566921"/>
                    <a:pt x="566921" y="0"/>
                    <a:pt x="126625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2400">
                <a:solidFill>
                  <a:schemeClr val="tx1"/>
                </a:solidFill>
                <a:latin typeface="Georgia" panose="02040502050405020303" charset="0"/>
                <a:ea typeface="Arial" panose="020B0604020202020204" pitchFamily="34" charset="0"/>
                <a:cs typeface="Georgia" panose="02040502050405020303" charset="0"/>
              </a:endParaRPr>
            </a:p>
          </p:txBody>
        </p:sp>
        <p:sp>
          <p:nvSpPr>
            <p:cNvPr id="13" name="矩形 12" descr="#clear#"/>
            <p:cNvSpPr/>
            <p:nvPr/>
          </p:nvSpPr>
          <p:spPr>
            <a:xfrm>
              <a:off x="2804" y="6671"/>
              <a:ext cx="4732" cy="74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sz="1800" dirty="0">
                  <a:solidFill>
                    <a:srgbClr val="FEFFFF"/>
                  </a:solidFill>
                  <a:latin typeface="Georgia" panose="02040502050405020303" charset="0"/>
                  <a:ea typeface="Arial" panose="020B0604020202020204" pitchFamily="34" charset="0"/>
                  <a:cs typeface="Georgia" panose="02040502050405020303" charset="0"/>
                </a:rPr>
                <a:t>Architecture</a:t>
              </a:r>
              <a:endParaRPr lang="en-US" sz="1800" dirty="0">
                <a:solidFill>
                  <a:srgbClr val="FEFFFF"/>
                </a:solidFill>
                <a:latin typeface="Georgia" panose="02040502050405020303" charset="0"/>
                <a:ea typeface="Arial" panose="020B0604020202020204" pitchFamily="34" charset="0"/>
                <a:cs typeface="Georgia" panose="02040502050405020303" charset="0"/>
              </a:endParaRPr>
            </a:p>
          </p:txBody>
        </p:sp>
        <p:sp>
          <p:nvSpPr>
            <p:cNvPr id="14" name="KSO_Shape"/>
            <p:cNvSpPr/>
            <p:nvPr/>
          </p:nvSpPr>
          <p:spPr bwMode="auto">
            <a:xfrm>
              <a:off x="4706" y="4498"/>
              <a:ext cx="929" cy="748"/>
            </a:xfrm>
            <a:custGeom>
              <a:avLst/>
              <a:gdLst>
                <a:gd name="T0" fmla="*/ 913166 w 4940"/>
                <a:gd name="T1" fmla="*/ 216832 h 3973"/>
                <a:gd name="T2" fmla="*/ 832184 w 4940"/>
                <a:gd name="T3" fmla="*/ 139667 h 3973"/>
                <a:gd name="T4" fmla="*/ 750431 w 4940"/>
                <a:gd name="T5" fmla="*/ 81408 h 3973"/>
                <a:gd name="T6" fmla="*/ 668293 w 4940"/>
                <a:gd name="T7" fmla="*/ 40897 h 3973"/>
                <a:gd name="T8" fmla="*/ 586925 w 4940"/>
                <a:gd name="T9" fmla="*/ 14661 h 3973"/>
                <a:gd name="T10" fmla="*/ 506715 w 4940"/>
                <a:gd name="T11" fmla="*/ 2315 h 3973"/>
                <a:gd name="T12" fmla="*/ 429203 w 4940"/>
                <a:gd name="T13" fmla="*/ 772 h 3973"/>
                <a:gd name="T14" fmla="*/ 354777 w 4940"/>
                <a:gd name="T15" fmla="*/ 8102 h 3973"/>
                <a:gd name="T16" fmla="*/ 285364 w 4940"/>
                <a:gd name="T17" fmla="*/ 22763 h 3973"/>
                <a:gd name="T18" fmla="*/ 220965 w 4940"/>
                <a:gd name="T19" fmla="*/ 42826 h 3973"/>
                <a:gd name="T20" fmla="*/ 136898 w 4940"/>
                <a:gd name="T21" fmla="*/ 77164 h 3973"/>
                <a:gd name="T22" fmla="*/ 52060 w 4940"/>
                <a:gd name="T23" fmla="*/ 123077 h 3973"/>
                <a:gd name="T24" fmla="*/ 0 w 4940"/>
                <a:gd name="T25" fmla="*/ 158573 h 3973"/>
                <a:gd name="T26" fmla="*/ 23523 w 4940"/>
                <a:gd name="T27" fmla="*/ 1411336 h 3973"/>
                <a:gd name="T28" fmla="*/ 90237 w 4940"/>
                <a:gd name="T29" fmla="*/ 1371211 h 3973"/>
                <a:gd name="T30" fmla="*/ 191271 w 4940"/>
                <a:gd name="T31" fmla="*/ 1323755 h 3973"/>
                <a:gd name="T32" fmla="*/ 252200 w 4940"/>
                <a:gd name="T33" fmla="*/ 1302149 h 3973"/>
                <a:gd name="T34" fmla="*/ 319300 w 4940"/>
                <a:gd name="T35" fmla="*/ 1284787 h 3973"/>
                <a:gd name="T36" fmla="*/ 391798 w 4940"/>
                <a:gd name="T37" fmla="*/ 1273212 h 3973"/>
                <a:gd name="T38" fmla="*/ 467381 w 4940"/>
                <a:gd name="T39" fmla="*/ 1270511 h 3973"/>
                <a:gd name="T40" fmla="*/ 546434 w 4940"/>
                <a:gd name="T41" fmla="*/ 1277070 h 3973"/>
                <a:gd name="T42" fmla="*/ 627802 w 4940"/>
                <a:gd name="T43" fmla="*/ 1295975 h 3973"/>
                <a:gd name="T44" fmla="*/ 709555 w 4940"/>
                <a:gd name="T45" fmla="*/ 1329156 h 3973"/>
                <a:gd name="T46" fmla="*/ 791693 w 4940"/>
                <a:gd name="T47" fmla="*/ 1378155 h 3973"/>
                <a:gd name="T48" fmla="*/ 873061 w 4940"/>
                <a:gd name="T49" fmla="*/ 1445288 h 3973"/>
                <a:gd name="T50" fmla="*/ 952500 w 4940"/>
                <a:gd name="T51" fmla="*/ 1532870 h 3973"/>
                <a:gd name="T52" fmla="*/ 1011887 w 4940"/>
                <a:gd name="T53" fmla="*/ 1465351 h 3973"/>
                <a:gd name="T54" fmla="*/ 1092868 w 4940"/>
                <a:gd name="T55" fmla="*/ 1393588 h 3973"/>
                <a:gd name="T56" fmla="*/ 1175007 w 4940"/>
                <a:gd name="T57" fmla="*/ 1339959 h 3973"/>
                <a:gd name="T58" fmla="*/ 1256760 w 4940"/>
                <a:gd name="T59" fmla="*/ 1302920 h 3973"/>
                <a:gd name="T60" fmla="*/ 1338128 w 4940"/>
                <a:gd name="T61" fmla="*/ 1280928 h 3973"/>
                <a:gd name="T62" fmla="*/ 1417952 w 4940"/>
                <a:gd name="T63" fmla="*/ 1270897 h 3973"/>
                <a:gd name="T64" fmla="*/ 1494692 w 4940"/>
                <a:gd name="T65" fmla="*/ 1271669 h 3973"/>
                <a:gd name="T66" fmla="*/ 1567962 w 4940"/>
                <a:gd name="T67" fmla="*/ 1281314 h 3973"/>
                <a:gd name="T68" fmla="*/ 1635832 w 4940"/>
                <a:gd name="T69" fmla="*/ 1297519 h 3973"/>
                <a:gd name="T70" fmla="*/ 1698689 w 4940"/>
                <a:gd name="T71" fmla="*/ 1318353 h 3973"/>
                <a:gd name="T72" fmla="*/ 1792397 w 4940"/>
                <a:gd name="T73" fmla="*/ 1359250 h 3973"/>
                <a:gd name="T74" fmla="*/ 1868365 w 4940"/>
                <a:gd name="T75" fmla="*/ 1402848 h 3973"/>
                <a:gd name="T76" fmla="*/ 1905000 w 4940"/>
                <a:gd name="T77" fmla="*/ 158573 h 3973"/>
                <a:gd name="T78" fmla="*/ 1868365 w 4940"/>
                <a:gd name="T79" fmla="*/ 133109 h 3973"/>
                <a:gd name="T80" fmla="*/ 1792397 w 4940"/>
                <a:gd name="T81" fmla="*/ 89511 h 3973"/>
                <a:gd name="T82" fmla="*/ 1698689 w 4940"/>
                <a:gd name="T83" fmla="*/ 47842 h 3973"/>
                <a:gd name="T84" fmla="*/ 1635832 w 4940"/>
                <a:gd name="T85" fmla="*/ 27393 h 3973"/>
                <a:gd name="T86" fmla="*/ 1567962 w 4940"/>
                <a:gd name="T87" fmla="*/ 11575 h 3973"/>
                <a:gd name="T88" fmla="*/ 1494692 w 4940"/>
                <a:gd name="T89" fmla="*/ 1929 h 3973"/>
                <a:gd name="T90" fmla="*/ 1417952 w 4940"/>
                <a:gd name="T91" fmla="*/ 1157 h 3973"/>
                <a:gd name="T92" fmla="*/ 1338128 w 4940"/>
                <a:gd name="T93" fmla="*/ 10417 h 3973"/>
                <a:gd name="T94" fmla="*/ 1256760 w 4940"/>
                <a:gd name="T95" fmla="*/ 33181 h 3973"/>
                <a:gd name="T96" fmla="*/ 1175007 w 4940"/>
                <a:gd name="T97" fmla="*/ 70220 h 3973"/>
                <a:gd name="T98" fmla="*/ 1092868 w 4940"/>
                <a:gd name="T99" fmla="*/ 123463 h 3973"/>
                <a:gd name="T100" fmla="*/ 1011887 w 4940"/>
                <a:gd name="T101" fmla="*/ 195612 h 3973"/>
                <a:gd name="T102" fmla="*/ 952500 w 4940"/>
                <a:gd name="T103" fmla="*/ 262745 h 3973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</a:gdLst>
              <a:ahLst/>
              <a:cxnLst>
                <a:cxn ang="T104">
                  <a:pos x="T0" y="T1"/>
                </a:cxn>
                <a:cxn ang="T105">
                  <a:pos x="T2" y="T3"/>
                </a:cxn>
                <a:cxn ang="T106">
                  <a:pos x="T4" y="T5"/>
                </a:cxn>
                <a:cxn ang="T107">
                  <a:pos x="T6" y="T7"/>
                </a:cxn>
                <a:cxn ang="T108">
                  <a:pos x="T8" y="T9"/>
                </a:cxn>
                <a:cxn ang="T109">
                  <a:pos x="T10" y="T11"/>
                </a:cxn>
                <a:cxn ang="T110">
                  <a:pos x="T12" y="T13"/>
                </a:cxn>
                <a:cxn ang="T111">
                  <a:pos x="T14" y="T15"/>
                </a:cxn>
                <a:cxn ang="T112">
                  <a:pos x="T16" y="T17"/>
                </a:cxn>
                <a:cxn ang="T113">
                  <a:pos x="T18" y="T19"/>
                </a:cxn>
                <a:cxn ang="T114">
                  <a:pos x="T20" y="T21"/>
                </a:cxn>
                <a:cxn ang="T115">
                  <a:pos x="T22" y="T23"/>
                </a:cxn>
                <a:cxn ang="T116">
                  <a:pos x="T24" y="T25"/>
                </a:cxn>
                <a:cxn ang="T117">
                  <a:pos x="T26" y="T27"/>
                </a:cxn>
                <a:cxn ang="T118">
                  <a:pos x="T28" y="T29"/>
                </a:cxn>
                <a:cxn ang="T119">
                  <a:pos x="T30" y="T31"/>
                </a:cxn>
                <a:cxn ang="T120">
                  <a:pos x="T32" y="T33"/>
                </a:cxn>
                <a:cxn ang="T121">
                  <a:pos x="T34" y="T35"/>
                </a:cxn>
                <a:cxn ang="T122">
                  <a:pos x="T36" y="T37"/>
                </a:cxn>
                <a:cxn ang="T123">
                  <a:pos x="T38" y="T39"/>
                </a:cxn>
                <a:cxn ang="T124">
                  <a:pos x="T40" y="T41"/>
                </a:cxn>
                <a:cxn ang="T125">
                  <a:pos x="T42" y="T43"/>
                </a:cxn>
                <a:cxn ang="T126">
                  <a:pos x="T44" y="T45"/>
                </a:cxn>
                <a:cxn ang="T127">
                  <a:pos x="T46" y="T47"/>
                </a:cxn>
                <a:cxn ang="T128">
                  <a:pos x="T48" y="T49"/>
                </a:cxn>
                <a:cxn ang="T129">
                  <a:pos x="T50" y="T51"/>
                </a:cxn>
                <a:cxn ang="T130">
                  <a:pos x="T52" y="T53"/>
                </a:cxn>
                <a:cxn ang="T131">
                  <a:pos x="T54" y="T55"/>
                </a:cxn>
                <a:cxn ang="T132">
                  <a:pos x="T56" y="T57"/>
                </a:cxn>
                <a:cxn ang="T133">
                  <a:pos x="T58" y="T59"/>
                </a:cxn>
                <a:cxn ang="T134">
                  <a:pos x="T60" y="T61"/>
                </a:cxn>
                <a:cxn ang="T135">
                  <a:pos x="T62" y="T63"/>
                </a:cxn>
                <a:cxn ang="T136">
                  <a:pos x="T64" y="T65"/>
                </a:cxn>
                <a:cxn ang="T137">
                  <a:pos x="T66" y="T67"/>
                </a:cxn>
                <a:cxn ang="T138">
                  <a:pos x="T68" y="T69"/>
                </a:cxn>
                <a:cxn ang="T139">
                  <a:pos x="T70" y="T71"/>
                </a:cxn>
                <a:cxn ang="T140">
                  <a:pos x="T72" y="T73"/>
                </a:cxn>
                <a:cxn ang="T141">
                  <a:pos x="T74" y="T75"/>
                </a:cxn>
                <a:cxn ang="T142">
                  <a:pos x="T76" y="T77"/>
                </a:cxn>
                <a:cxn ang="T143">
                  <a:pos x="T78" y="T79"/>
                </a:cxn>
                <a:cxn ang="T144">
                  <a:pos x="T80" y="T81"/>
                </a:cxn>
                <a:cxn ang="T145">
                  <a:pos x="T82" y="T83"/>
                </a:cxn>
                <a:cxn ang="T146">
                  <a:pos x="T84" y="T85"/>
                </a:cxn>
                <a:cxn ang="T147">
                  <a:pos x="T86" y="T87"/>
                </a:cxn>
                <a:cxn ang="T148">
                  <a:pos x="T88" y="T89"/>
                </a:cxn>
                <a:cxn ang="T149">
                  <a:pos x="T90" y="T91"/>
                </a:cxn>
                <a:cxn ang="T150">
                  <a:pos x="T92" y="T93"/>
                </a:cxn>
                <a:cxn ang="T151">
                  <a:pos x="T94" y="T95"/>
                </a:cxn>
                <a:cxn ang="T152">
                  <a:pos x="T96" y="T97"/>
                </a:cxn>
                <a:cxn ang="T153">
                  <a:pos x="T98" y="T99"/>
                </a:cxn>
                <a:cxn ang="T154">
                  <a:pos x="T100" y="T101"/>
                </a:cxn>
                <a:cxn ang="T155">
                  <a:pos x="T102" y="T103"/>
                </a:cxn>
              </a:cxnLst>
              <a:rect l="0" t="0" r="r" b="b"/>
              <a:pathLst>
                <a:path w="4940" h="3973">
                  <a:moveTo>
                    <a:pt x="2470" y="681"/>
                  </a:moveTo>
                  <a:lnTo>
                    <a:pt x="2470" y="681"/>
                  </a:lnTo>
                  <a:lnTo>
                    <a:pt x="2419" y="619"/>
                  </a:lnTo>
                  <a:lnTo>
                    <a:pt x="2368" y="562"/>
                  </a:lnTo>
                  <a:lnTo>
                    <a:pt x="2315" y="507"/>
                  </a:lnTo>
                  <a:lnTo>
                    <a:pt x="2264" y="455"/>
                  </a:lnTo>
                  <a:lnTo>
                    <a:pt x="2211" y="407"/>
                  </a:lnTo>
                  <a:lnTo>
                    <a:pt x="2158" y="362"/>
                  </a:lnTo>
                  <a:lnTo>
                    <a:pt x="2106" y="320"/>
                  </a:lnTo>
                  <a:lnTo>
                    <a:pt x="2053" y="281"/>
                  </a:lnTo>
                  <a:lnTo>
                    <a:pt x="2000" y="244"/>
                  </a:lnTo>
                  <a:lnTo>
                    <a:pt x="1946" y="211"/>
                  </a:lnTo>
                  <a:lnTo>
                    <a:pt x="1894" y="182"/>
                  </a:lnTo>
                  <a:lnTo>
                    <a:pt x="1840" y="154"/>
                  </a:lnTo>
                  <a:lnTo>
                    <a:pt x="1787" y="128"/>
                  </a:lnTo>
                  <a:lnTo>
                    <a:pt x="1733" y="106"/>
                  </a:lnTo>
                  <a:lnTo>
                    <a:pt x="1680" y="86"/>
                  </a:lnTo>
                  <a:lnTo>
                    <a:pt x="1628" y="68"/>
                  </a:lnTo>
                  <a:lnTo>
                    <a:pt x="1575" y="52"/>
                  </a:lnTo>
                  <a:lnTo>
                    <a:pt x="1522" y="38"/>
                  </a:lnTo>
                  <a:lnTo>
                    <a:pt x="1469" y="27"/>
                  </a:lnTo>
                  <a:lnTo>
                    <a:pt x="1417" y="19"/>
                  </a:lnTo>
                  <a:lnTo>
                    <a:pt x="1365" y="11"/>
                  </a:lnTo>
                  <a:lnTo>
                    <a:pt x="1314" y="6"/>
                  </a:lnTo>
                  <a:lnTo>
                    <a:pt x="1264" y="3"/>
                  </a:lnTo>
                  <a:lnTo>
                    <a:pt x="1212" y="0"/>
                  </a:lnTo>
                  <a:lnTo>
                    <a:pt x="1163" y="0"/>
                  </a:lnTo>
                  <a:lnTo>
                    <a:pt x="1113" y="2"/>
                  </a:lnTo>
                  <a:lnTo>
                    <a:pt x="1064" y="5"/>
                  </a:lnTo>
                  <a:lnTo>
                    <a:pt x="1016" y="9"/>
                  </a:lnTo>
                  <a:lnTo>
                    <a:pt x="968" y="15"/>
                  </a:lnTo>
                  <a:lnTo>
                    <a:pt x="920" y="21"/>
                  </a:lnTo>
                  <a:lnTo>
                    <a:pt x="875" y="30"/>
                  </a:lnTo>
                  <a:lnTo>
                    <a:pt x="828" y="38"/>
                  </a:lnTo>
                  <a:lnTo>
                    <a:pt x="784" y="48"/>
                  </a:lnTo>
                  <a:lnTo>
                    <a:pt x="740" y="59"/>
                  </a:lnTo>
                  <a:lnTo>
                    <a:pt x="697" y="71"/>
                  </a:lnTo>
                  <a:lnTo>
                    <a:pt x="654" y="84"/>
                  </a:lnTo>
                  <a:lnTo>
                    <a:pt x="614" y="96"/>
                  </a:lnTo>
                  <a:lnTo>
                    <a:pt x="573" y="111"/>
                  </a:lnTo>
                  <a:lnTo>
                    <a:pt x="534" y="124"/>
                  </a:lnTo>
                  <a:lnTo>
                    <a:pt x="496" y="139"/>
                  </a:lnTo>
                  <a:lnTo>
                    <a:pt x="423" y="169"/>
                  </a:lnTo>
                  <a:lnTo>
                    <a:pt x="355" y="200"/>
                  </a:lnTo>
                  <a:lnTo>
                    <a:pt x="292" y="232"/>
                  </a:lnTo>
                  <a:lnTo>
                    <a:pt x="234" y="263"/>
                  </a:lnTo>
                  <a:lnTo>
                    <a:pt x="181" y="292"/>
                  </a:lnTo>
                  <a:lnTo>
                    <a:pt x="135" y="319"/>
                  </a:lnTo>
                  <a:lnTo>
                    <a:pt x="95" y="345"/>
                  </a:lnTo>
                  <a:lnTo>
                    <a:pt x="61" y="367"/>
                  </a:lnTo>
                  <a:lnTo>
                    <a:pt x="16" y="399"/>
                  </a:lnTo>
                  <a:lnTo>
                    <a:pt x="0" y="411"/>
                  </a:lnTo>
                  <a:lnTo>
                    <a:pt x="0" y="3702"/>
                  </a:lnTo>
                  <a:lnTo>
                    <a:pt x="16" y="3690"/>
                  </a:lnTo>
                  <a:lnTo>
                    <a:pt x="61" y="3658"/>
                  </a:lnTo>
                  <a:lnTo>
                    <a:pt x="95" y="3636"/>
                  </a:lnTo>
                  <a:lnTo>
                    <a:pt x="135" y="3612"/>
                  </a:lnTo>
                  <a:lnTo>
                    <a:pt x="181" y="3583"/>
                  </a:lnTo>
                  <a:lnTo>
                    <a:pt x="234" y="3554"/>
                  </a:lnTo>
                  <a:lnTo>
                    <a:pt x="292" y="3523"/>
                  </a:lnTo>
                  <a:lnTo>
                    <a:pt x="355" y="3493"/>
                  </a:lnTo>
                  <a:lnTo>
                    <a:pt x="423" y="3461"/>
                  </a:lnTo>
                  <a:lnTo>
                    <a:pt x="496" y="3431"/>
                  </a:lnTo>
                  <a:lnTo>
                    <a:pt x="534" y="3417"/>
                  </a:lnTo>
                  <a:lnTo>
                    <a:pt x="573" y="3402"/>
                  </a:lnTo>
                  <a:lnTo>
                    <a:pt x="614" y="3388"/>
                  </a:lnTo>
                  <a:lnTo>
                    <a:pt x="654" y="3375"/>
                  </a:lnTo>
                  <a:lnTo>
                    <a:pt x="697" y="3363"/>
                  </a:lnTo>
                  <a:lnTo>
                    <a:pt x="740" y="3350"/>
                  </a:lnTo>
                  <a:lnTo>
                    <a:pt x="784" y="3339"/>
                  </a:lnTo>
                  <a:lnTo>
                    <a:pt x="828" y="3330"/>
                  </a:lnTo>
                  <a:lnTo>
                    <a:pt x="875" y="3321"/>
                  </a:lnTo>
                  <a:lnTo>
                    <a:pt x="920" y="3312"/>
                  </a:lnTo>
                  <a:lnTo>
                    <a:pt x="968" y="3306"/>
                  </a:lnTo>
                  <a:lnTo>
                    <a:pt x="1016" y="3300"/>
                  </a:lnTo>
                  <a:lnTo>
                    <a:pt x="1064" y="3296"/>
                  </a:lnTo>
                  <a:lnTo>
                    <a:pt x="1113" y="3294"/>
                  </a:lnTo>
                  <a:lnTo>
                    <a:pt x="1163" y="3292"/>
                  </a:lnTo>
                  <a:lnTo>
                    <a:pt x="1212" y="3293"/>
                  </a:lnTo>
                  <a:lnTo>
                    <a:pt x="1264" y="3294"/>
                  </a:lnTo>
                  <a:lnTo>
                    <a:pt x="1314" y="3298"/>
                  </a:lnTo>
                  <a:lnTo>
                    <a:pt x="1365" y="3303"/>
                  </a:lnTo>
                  <a:lnTo>
                    <a:pt x="1417" y="3310"/>
                  </a:lnTo>
                  <a:lnTo>
                    <a:pt x="1469" y="3320"/>
                  </a:lnTo>
                  <a:lnTo>
                    <a:pt x="1522" y="3331"/>
                  </a:lnTo>
                  <a:lnTo>
                    <a:pt x="1575" y="3344"/>
                  </a:lnTo>
                  <a:lnTo>
                    <a:pt x="1628" y="3359"/>
                  </a:lnTo>
                  <a:lnTo>
                    <a:pt x="1680" y="3377"/>
                  </a:lnTo>
                  <a:lnTo>
                    <a:pt x="1733" y="3397"/>
                  </a:lnTo>
                  <a:lnTo>
                    <a:pt x="1787" y="3420"/>
                  </a:lnTo>
                  <a:lnTo>
                    <a:pt x="1840" y="3445"/>
                  </a:lnTo>
                  <a:lnTo>
                    <a:pt x="1894" y="3473"/>
                  </a:lnTo>
                  <a:lnTo>
                    <a:pt x="1946" y="3504"/>
                  </a:lnTo>
                  <a:lnTo>
                    <a:pt x="2000" y="3537"/>
                  </a:lnTo>
                  <a:lnTo>
                    <a:pt x="2053" y="3572"/>
                  </a:lnTo>
                  <a:lnTo>
                    <a:pt x="2106" y="3612"/>
                  </a:lnTo>
                  <a:lnTo>
                    <a:pt x="2158" y="3653"/>
                  </a:lnTo>
                  <a:lnTo>
                    <a:pt x="2211" y="3699"/>
                  </a:lnTo>
                  <a:lnTo>
                    <a:pt x="2264" y="3746"/>
                  </a:lnTo>
                  <a:lnTo>
                    <a:pt x="2315" y="3798"/>
                  </a:lnTo>
                  <a:lnTo>
                    <a:pt x="2368" y="3853"/>
                  </a:lnTo>
                  <a:lnTo>
                    <a:pt x="2419" y="3911"/>
                  </a:lnTo>
                  <a:lnTo>
                    <a:pt x="2470" y="3973"/>
                  </a:lnTo>
                  <a:lnTo>
                    <a:pt x="2521" y="3911"/>
                  </a:lnTo>
                  <a:lnTo>
                    <a:pt x="2573" y="3853"/>
                  </a:lnTo>
                  <a:lnTo>
                    <a:pt x="2624" y="3798"/>
                  </a:lnTo>
                  <a:lnTo>
                    <a:pt x="2676" y="3746"/>
                  </a:lnTo>
                  <a:lnTo>
                    <a:pt x="2728" y="3699"/>
                  </a:lnTo>
                  <a:lnTo>
                    <a:pt x="2781" y="3653"/>
                  </a:lnTo>
                  <a:lnTo>
                    <a:pt x="2834" y="3612"/>
                  </a:lnTo>
                  <a:lnTo>
                    <a:pt x="2886" y="3572"/>
                  </a:lnTo>
                  <a:lnTo>
                    <a:pt x="2940" y="3537"/>
                  </a:lnTo>
                  <a:lnTo>
                    <a:pt x="2993" y="3504"/>
                  </a:lnTo>
                  <a:lnTo>
                    <a:pt x="3047" y="3473"/>
                  </a:lnTo>
                  <a:lnTo>
                    <a:pt x="3100" y="3445"/>
                  </a:lnTo>
                  <a:lnTo>
                    <a:pt x="3154" y="3420"/>
                  </a:lnTo>
                  <a:lnTo>
                    <a:pt x="3206" y="3397"/>
                  </a:lnTo>
                  <a:lnTo>
                    <a:pt x="3259" y="3377"/>
                  </a:lnTo>
                  <a:lnTo>
                    <a:pt x="3313" y="3359"/>
                  </a:lnTo>
                  <a:lnTo>
                    <a:pt x="3366" y="3344"/>
                  </a:lnTo>
                  <a:lnTo>
                    <a:pt x="3418" y="3331"/>
                  </a:lnTo>
                  <a:lnTo>
                    <a:pt x="3470" y="3320"/>
                  </a:lnTo>
                  <a:lnTo>
                    <a:pt x="3523" y="3310"/>
                  </a:lnTo>
                  <a:lnTo>
                    <a:pt x="3574" y="3303"/>
                  </a:lnTo>
                  <a:lnTo>
                    <a:pt x="3626" y="3298"/>
                  </a:lnTo>
                  <a:lnTo>
                    <a:pt x="3677" y="3294"/>
                  </a:lnTo>
                  <a:lnTo>
                    <a:pt x="3727" y="3293"/>
                  </a:lnTo>
                  <a:lnTo>
                    <a:pt x="3778" y="3292"/>
                  </a:lnTo>
                  <a:lnTo>
                    <a:pt x="3827" y="3294"/>
                  </a:lnTo>
                  <a:lnTo>
                    <a:pt x="3876" y="3296"/>
                  </a:lnTo>
                  <a:lnTo>
                    <a:pt x="3925" y="3300"/>
                  </a:lnTo>
                  <a:lnTo>
                    <a:pt x="3973" y="3306"/>
                  </a:lnTo>
                  <a:lnTo>
                    <a:pt x="4019" y="3312"/>
                  </a:lnTo>
                  <a:lnTo>
                    <a:pt x="4066" y="3321"/>
                  </a:lnTo>
                  <a:lnTo>
                    <a:pt x="4111" y="3330"/>
                  </a:lnTo>
                  <a:lnTo>
                    <a:pt x="4155" y="3339"/>
                  </a:lnTo>
                  <a:lnTo>
                    <a:pt x="4199" y="3350"/>
                  </a:lnTo>
                  <a:lnTo>
                    <a:pt x="4242" y="3363"/>
                  </a:lnTo>
                  <a:lnTo>
                    <a:pt x="4285" y="3375"/>
                  </a:lnTo>
                  <a:lnTo>
                    <a:pt x="4327" y="3388"/>
                  </a:lnTo>
                  <a:lnTo>
                    <a:pt x="4366" y="3402"/>
                  </a:lnTo>
                  <a:lnTo>
                    <a:pt x="4405" y="3417"/>
                  </a:lnTo>
                  <a:lnTo>
                    <a:pt x="4444" y="3431"/>
                  </a:lnTo>
                  <a:lnTo>
                    <a:pt x="4517" y="3461"/>
                  </a:lnTo>
                  <a:lnTo>
                    <a:pt x="4585" y="3493"/>
                  </a:lnTo>
                  <a:lnTo>
                    <a:pt x="4648" y="3523"/>
                  </a:lnTo>
                  <a:lnTo>
                    <a:pt x="4707" y="3554"/>
                  </a:lnTo>
                  <a:lnTo>
                    <a:pt x="4758" y="3583"/>
                  </a:lnTo>
                  <a:lnTo>
                    <a:pt x="4805" y="3612"/>
                  </a:lnTo>
                  <a:lnTo>
                    <a:pt x="4845" y="3636"/>
                  </a:lnTo>
                  <a:lnTo>
                    <a:pt x="4878" y="3658"/>
                  </a:lnTo>
                  <a:lnTo>
                    <a:pt x="4924" y="3690"/>
                  </a:lnTo>
                  <a:lnTo>
                    <a:pt x="4940" y="3702"/>
                  </a:lnTo>
                  <a:lnTo>
                    <a:pt x="4940" y="411"/>
                  </a:lnTo>
                  <a:lnTo>
                    <a:pt x="4924" y="399"/>
                  </a:lnTo>
                  <a:lnTo>
                    <a:pt x="4878" y="367"/>
                  </a:lnTo>
                  <a:lnTo>
                    <a:pt x="4845" y="345"/>
                  </a:lnTo>
                  <a:lnTo>
                    <a:pt x="4805" y="319"/>
                  </a:lnTo>
                  <a:lnTo>
                    <a:pt x="4758" y="292"/>
                  </a:lnTo>
                  <a:lnTo>
                    <a:pt x="4707" y="263"/>
                  </a:lnTo>
                  <a:lnTo>
                    <a:pt x="4648" y="232"/>
                  </a:lnTo>
                  <a:lnTo>
                    <a:pt x="4585" y="200"/>
                  </a:lnTo>
                  <a:lnTo>
                    <a:pt x="4517" y="169"/>
                  </a:lnTo>
                  <a:lnTo>
                    <a:pt x="4444" y="139"/>
                  </a:lnTo>
                  <a:lnTo>
                    <a:pt x="4405" y="124"/>
                  </a:lnTo>
                  <a:lnTo>
                    <a:pt x="4366" y="111"/>
                  </a:lnTo>
                  <a:lnTo>
                    <a:pt x="4327" y="96"/>
                  </a:lnTo>
                  <a:lnTo>
                    <a:pt x="4285" y="84"/>
                  </a:lnTo>
                  <a:lnTo>
                    <a:pt x="4242" y="71"/>
                  </a:lnTo>
                  <a:lnTo>
                    <a:pt x="4199" y="59"/>
                  </a:lnTo>
                  <a:lnTo>
                    <a:pt x="4155" y="48"/>
                  </a:lnTo>
                  <a:lnTo>
                    <a:pt x="4111" y="38"/>
                  </a:lnTo>
                  <a:lnTo>
                    <a:pt x="4066" y="30"/>
                  </a:lnTo>
                  <a:lnTo>
                    <a:pt x="4019" y="21"/>
                  </a:lnTo>
                  <a:lnTo>
                    <a:pt x="3973" y="15"/>
                  </a:lnTo>
                  <a:lnTo>
                    <a:pt x="3925" y="9"/>
                  </a:lnTo>
                  <a:lnTo>
                    <a:pt x="3876" y="5"/>
                  </a:lnTo>
                  <a:lnTo>
                    <a:pt x="3827" y="2"/>
                  </a:lnTo>
                  <a:lnTo>
                    <a:pt x="3778" y="0"/>
                  </a:lnTo>
                  <a:lnTo>
                    <a:pt x="3727" y="0"/>
                  </a:lnTo>
                  <a:lnTo>
                    <a:pt x="3677" y="3"/>
                  </a:lnTo>
                  <a:lnTo>
                    <a:pt x="3626" y="6"/>
                  </a:lnTo>
                  <a:lnTo>
                    <a:pt x="3574" y="11"/>
                  </a:lnTo>
                  <a:lnTo>
                    <a:pt x="3523" y="19"/>
                  </a:lnTo>
                  <a:lnTo>
                    <a:pt x="3470" y="27"/>
                  </a:lnTo>
                  <a:lnTo>
                    <a:pt x="3418" y="38"/>
                  </a:lnTo>
                  <a:lnTo>
                    <a:pt x="3366" y="52"/>
                  </a:lnTo>
                  <a:lnTo>
                    <a:pt x="3313" y="68"/>
                  </a:lnTo>
                  <a:lnTo>
                    <a:pt x="3259" y="86"/>
                  </a:lnTo>
                  <a:lnTo>
                    <a:pt x="3206" y="106"/>
                  </a:lnTo>
                  <a:lnTo>
                    <a:pt x="3154" y="128"/>
                  </a:lnTo>
                  <a:lnTo>
                    <a:pt x="3100" y="154"/>
                  </a:lnTo>
                  <a:lnTo>
                    <a:pt x="3047" y="182"/>
                  </a:lnTo>
                  <a:lnTo>
                    <a:pt x="2993" y="211"/>
                  </a:lnTo>
                  <a:lnTo>
                    <a:pt x="2940" y="244"/>
                  </a:lnTo>
                  <a:lnTo>
                    <a:pt x="2886" y="281"/>
                  </a:lnTo>
                  <a:lnTo>
                    <a:pt x="2834" y="320"/>
                  </a:lnTo>
                  <a:lnTo>
                    <a:pt x="2781" y="362"/>
                  </a:lnTo>
                  <a:lnTo>
                    <a:pt x="2728" y="407"/>
                  </a:lnTo>
                  <a:lnTo>
                    <a:pt x="2676" y="455"/>
                  </a:lnTo>
                  <a:lnTo>
                    <a:pt x="2624" y="507"/>
                  </a:lnTo>
                  <a:lnTo>
                    <a:pt x="2573" y="562"/>
                  </a:lnTo>
                  <a:lnTo>
                    <a:pt x="2521" y="619"/>
                  </a:lnTo>
                  <a:lnTo>
                    <a:pt x="2470" y="68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Georgia" panose="02040502050405020303" charset="0"/>
                <a:ea typeface="Arial" panose="020B0604020202020204" pitchFamily="34" charset="0"/>
                <a:cs typeface="Georgia" panose="02040502050405020303" charset="0"/>
              </a:endParaRPr>
            </a:p>
          </p:txBody>
        </p:sp>
      </p:grpSp>
      <p:sp>
        <p:nvSpPr>
          <p:cNvPr id="15" name="圆角矩形 27" descr="#clear#"/>
          <p:cNvSpPr/>
          <p:nvPr/>
        </p:nvSpPr>
        <p:spPr>
          <a:xfrm>
            <a:off x="6443345" y="4768215"/>
            <a:ext cx="4931410" cy="1647190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>
              <a:lnSpc>
                <a:spcPct val="150000"/>
              </a:lnSpc>
            </a:pPr>
            <a:r>
              <a:rPr lang="en-US" altLang="en-US" sz="1800" dirty="0">
                <a:solidFill>
                  <a:schemeClr val="tx1"/>
                </a:solidFill>
                <a:latin typeface="Georgia" panose="02040502050405020303" charset="0"/>
                <a:ea typeface="Arial" panose="020B0604020202020204" pitchFamily="34" charset="0"/>
                <a:cs typeface="Georgia" panose="02040502050405020303" charset="0"/>
              </a:rPr>
              <a:t>The Model handles data logic, the View is responsible for the UI, and the Controller connects the two, ensuring that data flows properly between the system and the user interface.</a:t>
            </a:r>
            <a:endParaRPr lang="en-US" altLang="en-US" sz="1800" dirty="0">
              <a:solidFill>
                <a:schemeClr val="tx1"/>
              </a:solidFill>
              <a:latin typeface="Georgia" panose="02040502050405020303" charset="0"/>
              <a:ea typeface="Arial" panose="020B0604020202020204" pitchFamily="34" charset="0"/>
              <a:cs typeface="Georgia" panose="02040502050405020303" charset="0"/>
            </a:endParaRPr>
          </a:p>
        </p:txBody>
      </p:sp>
      <p:grpSp>
        <p:nvGrpSpPr>
          <p:cNvPr id="3" name="Group 2"/>
          <p:cNvGrpSpPr/>
          <p:nvPr/>
        </p:nvGrpSpPr>
        <p:grpSpPr>
          <a:xfrm>
            <a:off x="7406640" y="1559560"/>
            <a:ext cx="3004820" cy="2793365"/>
            <a:chOff x="11664" y="3018"/>
            <a:chExt cx="4732" cy="4399"/>
          </a:xfrm>
        </p:grpSpPr>
        <p:sp>
          <p:nvSpPr>
            <p:cNvPr id="16" name="椭圆 5"/>
            <p:cNvSpPr/>
            <p:nvPr/>
          </p:nvSpPr>
          <p:spPr>
            <a:xfrm>
              <a:off x="12143" y="3018"/>
              <a:ext cx="3773" cy="3408"/>
            </a:xfrm>
            <a:custGeom>
              <a:avLst/>
              <a:gdLst/>
              <a:ahLst/>
              <a:cxnLst/>
              <a:rect l="l" t="t" r="r" b="b"/>
              <a:pathLst>
                <a:path w="2532508" h="2287660">
                  <a:moveTo>
                    <a:pt x="1266254" y="0"/>
                  </a:moveTo>
                  <a:cubicBezTo>
                    <a:pt x="1965587" y="0"/>
                    <a:pt x="2532508" y="566921"/>
                    <a:pt x="2532508" y="1266254"/>
                  </a:cubicBezTo>
                  <a:cubicBezTo>
                    <a:pt x="2532508" y="1686211"/>
                    <a:pt x="2328070" y="2058418"/>
                    <a:pt x="2012465" y="2287660"/>
                  </a:cubicBezTo>
                  <a:lnTo>
                    <a:pt x="1774621" y="1877585"/>
                  </a:lnTo>
                  <a:cubicBezTo>
                    <a:pt x="1952954" y="1733884"/>
                    <a:pt x="2064978" y="1513151"/>
                    <a:pt x="2064978" y="1266254"/>
                  </a:cubicBezTo>
                  <a:cubicBezTo>
                    <a:pt x="2064978" y="825131"/>
                    <a:pt x="1707377" y="467530"/>
                    <a:pt x="1266254" y="467530"/>
                  </a:cubicBezTo>
                  <a:cubicBezTo>
                    <a:pt x="825131" y="467530"/>
                    <a:pt x="467530" y="825131"/>
                    <a:pt x="467530" y="1266254"/>
                  </a:cubicBezTo>
                  <a:cubicBezTo>
                    <a:pt x="467530" y="1513151"/>
                    <a:pt x="579554" y="1733884"/>
                    <a:pt x="757887" y="1877585"/>
                  </a:cubicBezTo>
                  <a:lnTo>
                    <a:pt x="520044" y="2287660"/>
                  </a:lnTo>
                  <a:cubicBezTo>
                    <a:pt x="204439" y="2058418"/>
                    <a:pt x="0" y="1686211"/>
                    <a:pt x="0" y="1266254"/>
                  </a:cubicBezTo>
                  <a:cubicBezTo>
                    <a:pt x="0" y="566921"/>
                    <a:pt x="566921" y="0"/>
                    <a:pt x="126625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2400">
                <a:solidFill>
                  <a:schemeClr val="tx1"/>
                </a:solidFill>
                <a:latin typeface="Georgia" panose="02040502050405020303" charset="0"/>
                <a:ea typeface="Arial" panose="020B0604020202020204" pitchFamily="34" charset="0"/>
                <a:cs typeface="Georgia" panose="02040502050405020303" charset="0"/>
              </a:endParaRPr>
            </a:p>
          </p:txBody>
        </p:sp>
        <p:sp>
          <p:nvSpPr>
            <p:cNvPr id="17" name="矩形 16" descr="#clear#"/>
            <p:cNvSpPr/>
            <p:nvPr/>
          </p:nvSpPr>
          <p:spPr>
            <a:xfrm>
              <a:off x="11664" y="6671"/>
              <a:ext cx="4732" cy="74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sz="1800" dirty="0">
                  <a:solidFill>
                    <a:srgbClr val="FEFFFF"/>
                  </a:solidFill>
                  <a:latin typeface="Georgia" panose="02040502050405020303" charset="0"/>
                  <a:ea typeface="Arial" panose="020B0604020202020204" pitchFamily="34" charset="0"/>
                  <a:cs typeface="Georgia" panose="02040502050405020303" charset="0"/>
                </a:rPr>
                <a:t>Design Pattern</a:t>
              </a:r>
              <a:endParaRPr lang="en-US" sz="1800" dirty="0">
                <a:solidFill>
                  <a:srgbClr val="FEFFFF"/>
                </a:solidFill>
                <a:latin typeface="Georgia" panose="02040502050405020303" charset="0"/>
                <a:ea typeface="Arial" panose="020B0604020202020204" pitchFamily="34" charset="0"/>
                <a:cs typeface="Georgia" panose="02040502050405020303" charset="0"/>
              </a:endParaRPr>
            </a:p>
          </p:txBody>
        </p:sp>
        <p:sp>
          <p:nvSpPr>
            <p:cNvPr id="18" name="KSO_Shape"/>
            <p:cNvSpPr/>
            <p:nvPr/>
          </p:nvSpPr>
          <p:spPr bwMode="auto">
            <a:xfrm>
              <a:off x="13565" y="4598"/>
              <a:ext cx="929" cy="547"/>
            </a:xfrm>
            <a:custGeom>
              <a:avLst/>
              <a:gdLst>
                <a:gd name="T0" fmla="*/ 1905000 w 6649"/>
                <a:gd name="T1" fmla="*/ 302090 h 3908"/>
                <a:gd name="T2" fmla="*/ 952357 w 6649"/>
                <a:gd name="T3" fmla="*/ 0 h 3908"/>
                <a:gd name="T4" fmla="*/ 0 w 6649"/>
                <a:gd name="T5" fmla="*/ 302090 h 3908"/>
                <a:gd name="T6" fmla="*/ 488785 w 6649"/>
                <a:gd name="T7" fmla="*/ 456861 h 3908"/>
                <a:gd name="T8" fmla="*/ 400540 w 6649"/>
                <a:gd name="T9" fmla="*/ 923753 h 3908"/>
                <a:gd name="T10" fmla="*/ 952357 w 6649"/>
                <a:gd name="T11" fmla="*/ 1120083 h 3908"/>
                <a:gd name="T12" fmla="*/ 1504460 w 6649"/>
                <a:gd name="T13" fmla="*/ 923753 h 3908"/>
                <a:gd name="T14" fmla="*/ 1416215 w 6649"/>
                <a:gd name="T15" fmla="*/ 456861 h 3908"/>
                <a:gd name="T16" fmla="*/ 1905000 w 6649"/>
                <a:gd name="T17" fmla="*/ 302090 h 3908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6649" h="3908">
                  <a:moveTo>
                    <a:pt x="6649" y="1054"/>
                  </a:moveTo>
                  <a:lnTo>
                    <a:pt x="3324" y="0"/>
                  </a:lnTo>
                  <a:lnTo>
                    <a:pt x="0" y="1054"/>
                  </a:lnTo>
                  <a:lnTo>
                    <a:pt x="1706" y="1594"/>
                  </a:lnTo>
                  <a:lnTo>
                    <a:pt x="1398" y="3223"/>
                  </a:lnTo>
                  <a:lnTo>
                    <a:pt x="3324" y="3908"/>
                  </a:lnTo>
                  <a:lnTo>
                    <a:pt x="5251" y="3223"/>
                  </a:lnTo>
                  <a:lnTo>
                    <a:pt x="4943" y="1594"/>
                  </a:lnTo>
                  <a:lnTo>
                    <a:pt x="6649" y="105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solidFill>
                  <a:srgbClr val="FEFFFF"/>
                </a:solidFill>
                <a:latin typeface="Georgia" panose="02040502050405020303" charset="0"/>
                <a:ea typeface="Arial" panose="020B0604020202020204" pitchFamily="34" charset="0"/>
                <a:cs typeface="Georgia" panose="02040502050405020303" charset="0"/>
              </a:endParaRPr>
            </a:p>
          </p:txBody>
        </p:sp>
      </p:grpSp>
    </p:spTree>
  </p:cSld>
  <p:clrMapOvr>
    <a:masterClrMapping/>
  </p:clrMapOvr>
  <p:transition spd="slow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标题 3" descr="#clear#"/>
          <p:cNvSpPr>
            <a:spLocks noGrp="1"/>
          </p:cNvSpPr>
          <p:nvPr>
            <p:ph type="title"/>
          </p:nvPr>
        </p:nvSpPr>
        <p:spPr>
          <a:xfrm>
            <a:off x="754380" y="800100"/>
            <a:ext cx="10341610" cy="1165225"/>
          </a:xfrm>
        </p:spPr>
        <p:txBody>
          <a:bodyPr/>
          <a:lstStyle/>
          <a:p>
            <a:pPr algn="ctr" eaLnBrk="1" hangingPunct="1"/>
            <a:r>
              <a:rPr lang="en-US" altLang="en-US">
                <a:latin typeface="Georgia" panose="02040502050405020303" charset="0"/>
                <a:cs typeface="Georgia" panose="02040502050405020303" charset="0"/>
              </a:rPr>
              <a:t>Test Cases:</a:t>
            </a:r>
            <a:br>
              <a:rPr lang="en-US" altLang="en-US">
                <a:latin typeface="Georgia" panose="02040502050405020303" charset="0"/>
                <a:cs typeface="Georgia" panose="02040502050405020303" charset="0"/>
              </a:rPr>
            </a:br>
            <a:endParaRPr lang="en-US" altLang="en-US">
              <a:latin typeface="Georgia" panose="02040502050405020303" charset="0"/>
              <a:cs typeface="Georgia" panose="02040502050405020303" charset="0"/>
            </a:endParaRPr>
          </a:p>
        </p:txBody>
      </p:sp>
      <p:sp>
        <p:nvSpPr>
          <p:cNvPr id="20" name="圆角矩形 5" descr="#clear#"/>
          <p:cNvSpPr/>
          <p:nvPr/>
        </p:nvSpPr>
        <p:spPr>
          <a:xfrm>
            <a:off x="2243738" y="2444693"/>
            <a:ext cx="3546334" cy="945269"/>
          </a:xfrm>
          <a:custGeom>
            <a:avLst/>
            <a:gdLst/>
            <a:ahLst/>
            <a:cxnLst/>
            <a:rect l="l" t="t" r="r" b="b"/>
            <a:pathLst>
              <a:path w="4647853" h="1238876">
                <a:moveTo>
                  <a:pt x="918749" y="100069"/>
                </a:moveTo>
                <a:cubicBezTo>
                  <a:pt x="631909" y="100069"/>
                  <a:pt x="399380" y="332598"/>
                  <a:pt x="399380" y="619438"/>
                </a:cubicBezTo>
                <a:cubicBezTo>
                  <a:pt x="399380" y="906277"/>
                  <a:pt x="631909" y="1138806"/>
                  <a:pt x="918749" y="1138806"/>
                </a:cubicBezTo>
                <a:lnTo>
                  <a:pt x="3984467" y="1138807"/>
                </a:lnTo>
                <a:cubicBezTo>
                  <a:pt x="4271307" y="1138807"/>
                  <a:pt x="4503836" y="906278"/>
                  <a:pt x="4503836" y="619438"/>
                </a:cubicBezTo>
                <a:lnTo>
                  <a:pt x="4503837" y="619438"/>
                </a:lnTo>
                <a:cubicBezTo>
                  <a:pt x="4503837" y="332598"/>
                  <a:pt x="4271308" y="100069"/>
                  <a:pt x="3984468" y="100069"/>
                </a:cubicBezTo>
                <a:close/>
                <a:moveTo>
                  <a:pt x="874802" y="0"/>
                </a:moveTo>
                <a:lnTo>
                  <a:pt x="4028415" y="0"/>
                </a:lnTo>
                <a:cubicBezTo>
                  <a:pt x="4370521" y="0"/>
                  <a:pt x="4647853" y="277332"/>
                  <a:pt x="4647853" y="619438"/>
                </a:cubicBezTo>
                <a:lnTo>
                  <a:pt x="4647852" y="619438"/>
                </a:lnTo>
                <a:cubicBezTo>
                  <a:pt x="4647852" y="961544"/>
                  <a:pt x="4370520" y="1238876"/>
                  <a:pt x="4028414" y="1238876"/>
                </a:cubicBezTo>
                <a:lnTo>
                  <a:pt x="874802" y="1238875"/>
                </a:lnTo>
                <a:cubicBezTo>
                  <a:pt x="583271" y="1238875"/>
                  <a:pt x="338778" y="1037481"/>
                  <a:pt x="274630" y="765799"/>
                </a:cubicBezTo>
                <a:lnTo>
                  <a:pt x="0" y="662813"/>
                </a:lnTo>
                <a:lnTo>
                  <a:pt x="260853" y="564993"/>
                </a:lnTo>
                <a:cubicBezTo>
                  <a:pt x="285446" y="248244"/>
                  <a:pt x="551134" y="0"/>
                  <a:pt x="874802" y="0"/>
                </a:cubicBezTo>
                <a:close/>
              </a:path>
            </a:pathLst>
          </a:cu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468000" tIns="0" bIns="0" rtlCol="0" anchor="ctr"/>
          <a:lstStyle/>
          <a:p>
            <a:pPr lvl="0" algn="ctr">
              <a:lnSpc>
                <a:spcPct val="130000"/>
              </a:lnSpc>
              <a:defRPr/>
            </a:pPr>
            <a:r>
              <a:rPr lang="en-US" altLang="en-US" sz="1600" kern="0" dirty="0">
                <a:latin typeface="Georgia" panose="02040502050405020303" charset="0"/>
                <a:ea typeface="Arial" panose="020B0604020202020204" pitchFamily="34" charset="0"/>
                <a:cs typeface="Georgia" panose="02040502050405020303" charset="0"/>
              </a:rPr>
              <a:t>It validate the system’s functionality.</a:t>
            </a:r>
            <a:endParaRPr lang="en-US" altLang="en-US" sz="1600" kern="0" dirty="0">
              <a:latin typeface="Georgia" panose="02040502050405020303" charset="0"/>
              <a:ea typeface="Arial" panose="020B0604020202020204" pitchFamily="34" charset="0"/>
              <a:cs typeface="Georgia" panose="02040502050405020303" charset="0"/>
            </a:endParaRPr>
          </a:p>
        </p:txBody>
      </p:sp>
      <p:grpSp>
        <p:nvGrpSpPr>
          <p:cNvPr id="3" name="Group 2"/>
          <p:cNvGrpSpPr/>
          <p:nvPr/>
        </p:nvGrpSpPr>
        <p:grpSpPr>
          <a:xfrm>
            <a:off x="929005" y="2322830"/>
            <a:ext cx="1172210" cy="1183640"/>
            <a:chOff x="1463" y="3658"/>
            <a:chExt cx="1846" cy="1864"/>
          </a:xfrm>
        </p:grpSpPr>
        <p:sp>
          <p:nvSpPr>
            <p:cNvPr id="21" name="Oval 23"/>
            <p:cNvSpPr>
              <a:spLocks noChangeArrowheads="1"/>
            </p:cNvSpPr>
            <p:nvPr/>
          </p:nvSpPr>
          <p:spPr bwMode="auto">
            <a:xfrm>
              <a:off x="1463" y="3658"/>
              <a:ext cx="1846" cy="1865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chemeClr val="accent1">
                  <a:lumMod val="20000"/>
                  <a:lumOff val="80000"/>
                </a:schemeClr>
              </a:solidFill>
              <a:round/>
            </a:ln>
          </p:spPr>
          <p:txBody>
            <a:bodyPr/>
            <a:lstStyle/>
            <a:p>
              <a:endParaRPr lang="zh-CN" altLang="en-US">
                <a:latin typeface="Georgia" panose="02040502050405020303" charset="0"/>
                <a:ea typeface="Arial" panose="020B0604020202020204" pitchFamily="34" charset="0"/>
                <a:cs typeface="Georgia" panose="02040502050405020303" charset="0"/>
              </a:endParaRPr>
            </a:p>
          </p:txBody>
        </p:sp>
        <p:sp>
          <p:nvSpPr>
            <p:cNvPr id="22" name="KSO_Shape"/>
            <p:cNvSpPr/>
            <p:nvPr/>
          </p:nvSpPr>
          <p:spPr bwMode="auto">
            <a:xfrm>
              <a:off x="1852" y="4151"/>
              <a:ext cx="1068" cy="878"/>
            </a:xfrm>
            <a:custGeom>
              <a:avLst/>
              <a:gdLst/>
              <a:ahLst/>
              <a:cxnLst/>
              <a:rect l="0" t="0" r="r" b="b"/>
              <a:pathLst>
                <a:path w="1903412" h="1563688">
                  <a:moveTo>
                    <a:pt x="872180" y="1544638"/>
                  </a:moveTo>
                  <a:lnTo>
                    <a:pt x="875675" y="1544638"/>
                  </a:lnTo>
                  <a:lnTo>
                    <a:pt x="1859905" y="1544638"/>
                  </a:lnTo>
                  <a:lnTo>
                    <a:pt x="1863400" y="1544638"/>
                  </a:lnTo>
                  <a:lnTo>
                    <a:pt x="1866577" y="1545233"/>
                  </a:lnTo>
                  <a:lnTo>
                    <a:pt x="1869118" y="1545829"/>
                  </a:lnTo>
                  <a:lnTo>
                    <a:pt x="1871660" y="1546722"/>
                  </a:lnTo>
                  <a:lnTo>
                    <a:pt x="1873884" y="1547912"/>
                  </a:lnTo>
                  <a:lnTo>
                    <a:pt x="1875154" y="1549103"/>
                  </a:lnTo>
                  <a:lnTo>
                    <a:pt x="1876107" y="1550591"/>
                  </a:lnTo>
                  <a:lnTo>
                    <a:pt x="1876425" y="1552079"/>
                  </a:lnTo>
                  <a:lnTo>
                    <a:pt x="1876425" y="1555651"/>
                  </a:lnTo>
                  <a:lnTo>
                    <a:pt x="1876107" y="1557140"/>
                  </a:lnTo>
                  <a:lnTo>
                    <a:pt x="1875154" y="1558926"/>
                  </a:lnTo>
                  <a:lnTo>
                    <a:pt x="1873884" y="1560116"/>
                  </a:lnTo>
                  <a:lnTo>
                    <a:pt x="1871660" y="1561307"/>
                  </a:lnTo>
                  <a:lnTo>
                    <a:pt x="1869118" y="1562200"/>
                  </a:lnTo>
                  <a:lnTo>
                    <a:pt x="1866577" y="1563093"/>
                  </a:lnTo>
                  <a:lnTo>
                    <a:pt x="1863400" y="1563390"/>
                  </a:lnTo>
                  <a:lnTo>
                    <a:pt x="1859905" y="1563688"/>
                  </a:lnTo>
                  <a:lnTo>
                    <a:pt x="875675" y="1563688"/>
                  </a:lnTo>
                  <a:lnTo>
                    <a:pt x="872180" y="1563390"/>
                  </a:lnTo>
                  <a:lnTo>
                    <a:pt x="869003" y="1563093"/>
                  </a:lnTo>
                  <a:lnTo>
                    <a:pt x="866144" y="1562200"/>
                  </a:lnTo>
                  <a:lnTo>
                    <a:pt x="863603" y="1561307"/>
                  </a:lnTo>
                  <a:lnTo>
                    <a:pt x="861696" y="1560116"/>
                  </a:lnTo>
                  <a:lnTo>
                    <a:pt x="860108" y="1558926"/>
                  </a:lnTo>
                  <a:lnTo>
                    <a:pt x="859155" y="1557140"/>
                  </a:lnTo>
                  <a:lnTo>
                    <a:pt x="858837" y="1555651"/>
                  </a:lnTo>
                  <a:lnTo>
                    <a:pt x="858837" y="1552079"/>
                  </a:lnTo>
                  <a:lnTo>
                    <a:pt x="859155" y="1550591"/>
                  </a:lnTo>
                  <a:lnTo>
                    <a:pt x="860108" y="1549103"/>
                  </a:lnTo>
                  <a:lnTo>
                    <a:pt x="861696" y="1547912"/>
                  </a:lnTo>
                  <a:lnTo>
                    <a:pt x="863603" y="1546722"/>
                  </a:lnTo>
                  <a:lnTo>
                    <a:pt x="866144" y="1545829"/>
                  </a:lnTo>
                  <a:lnTo>
                    <a:pt x="869003" y="1545233"/>
                  </a:lnTo>
                  <a:lnTo>
                    <a:pt x="872180" y="1544638"/>
                  </a:lnTo>
                  <a:close/>
                  <a:moveTo>
                    <a:pt x="1255848" y="1415770"/>
                  </a:moveTo>
                  <a:lnTo>
                    <a:pt x="1252677" y="1416407"/>
                  </a:lnTo>
                  <a:lnTo>
                    <a:pt x="1249823" y="1417361"/>
                  </a:lnTo>
                  <a:lnTo>
                    <a:pt x="1247286" y="1419271"/>
                  </a:lnTo>
                  <a:lnTo>
                    <a:pt x="1245383" y="1420862"/>
                  </a:lnTo>
                  <a:lnTo>
                    <a:pt x="1243797" y="1422771"/>
                  </a:lnTo>
                  <a:lnTo>
                    <a:pt x="1242529" y="1424680"/>
                  </a:lnTo>
                  <a:lnTo>
                    <a:pt x="1242212" y="1426908"/>
                  </a:lnTo>
                  <a:lnTo>
                    <a:pt x="1235235" y="1522691"/>
                  </a:lnTo>
                  <a:lnTo>
                    <a:pt x="1235235" y="1525237"/>
                  </a:lnTo>
                  <a:lnTo>
                    <a:pt x="1236186" y="1527146"/>
                  </a:lnTo>
                  <a:lnTo>
                    <a:pt x="1237772" y="1529056"/>
                  </a:lnTo>
                  <a:lnTo>
                    <a:pt x="1239675" y="1530647"/>
                  </a:lnTo>
                  <a:lnTo>
                    <a:pt x="1242212" y="1532238"/>
                  </a:lnTo>
                  <a:lnTo>
                    <a:pt x="1245066" y="1533193"/>
                  </a:lnTo>
                  <a:lnTo>
                    <a:pt x="1247920" y="1533829"/>
                  </a:lnTo>
                  <a:lnTo>
                    <a:pt x="1251408" y="1534147"/>
                  </a:lnTo>
                  <a:lnTo>
                    <a:pt x="1488299" y="1535738"/>
                  </a:lnTo>
                  <a:lnTo>
                    <a:pt x="1491787" y="1535738"/>
                  </a:lnTo>
                  <a:lnTo>
                    <a:pt x="1494641" y="1535102"/>
                  </a:lnTo>
                  <a:lnTo>
                    <a:pt x="1497813" y="1533829"/>
                  </a:lnTo>
                  <a:lnTo>
                    <a:pt x="1500032" y="1532556"/>
                  </a:lnTo>
                  <a:lnTo>
                    <a:pt x="1502252" y="1530965"/>
                  </a:lnTo>
                  <a:lnTo>
                    <a:pt x="1503521" y="1529056"/>
                  </a:lnTo>
                  <a:lnTo>
                    <a:pt x="1504472" y="1526828"/>
                  </a:lnTo>
                  <a:lnTo>
                    <a:pt x="1504789" y="1524601"/>
                  </a:lnTo>
                  <a:lnTo>
                    <a:pt x="1499715" y="1428181"/>
                  </a:lnTo>
                  <a:lnTo>
                    <a:pt x="1499398" y="1425953"/>
                  </a:lnTo>
                  <a:lnTo>
                    <a:pt x="1498130" y="1424044"/>
                  </a:lnTo>
                  <a:lnTo>
                    <a:pt x="1496227" y="1422134"/>
                  </a:lnTo>
                  <a:lnTo>
                    <a:pt x="1494324" y="1420543"/>
                  </a:lnTo>
                  <a:lnTo>
                    <a:pt x="1491787" y="1418952"/>
                  </a:lnTo>
                  <a:lnTo>
                    <a:pt x="1489250" y="1417679"/>
                  </a:lnTo>
                  <a:lnTo>
                    <a:pt x="1486396" y="1417043"/>
                  </a:lnTo>
                  <a:lnTo>
                    <a:pt x="1483225" y="1416725"/>
                  </a:lnTo>
                  <a:lnTo>
                    <a:pt x="1259019" y="1415770"/>
                  </a:lnTo>
                  <a:lnTo>
                    <a:pt x="1255848" y="1415770"/>
                  </a:lnTo>
                  <a:close/>
                  <a:moveTo>
                    <a:pt x="1699820" y="1377902"/>
                  </a:moveTo>
                  <a:lnTo>
                    <a:pt x="1703942" y="1405269"/>
                  </a:lnTo>
                  <a:lnTo>
                    <a:pt x="1750876" y="1405587"/>
                  </a:lnTo>
                  <a:lnTo>
                    <a:pt x="1746437" y="1378220"/>
                  </a:lnTo>
                  <a:lnTo>
                    <a:pt x="1699820" y="1377902"/>
                  </a:lnTo>
                  <a:close/>
                  <a:moveTo>
                    <a:pt x="1636078" y="1377902"/>
                  </a:moveTo>
                  <a:lnTo>
                    <a:pt x="1639249" y="1404951"/>
                  </a:lnTo>
                  <a:lnTo>
                    <a:pt x="1686183" y="1405269"/>
                  </a:lnTo>
                  <a:lnTo>
                    <a:pt x="1682378" y="1377902"/>
                  </a:lnTo>
                  <a:lnTo>
                    <a:pt x="1636078" y="1377902"/>
                  </a:lnTo>
                  <a:close/>
                  <a:moveTo>
                    <a:pt x="1572019" y="1377584"/>
                  </a:moveTo>
                  <a:lnTo>
                    <a:pt x="1574239" y="1404633"/>
                  </a:lnTo>
                  <a:lnTo>
                    <a:pt x="1621490" y="1404951"/>
                  </a:lnTo>
                  <a:lnTo>
                    <a:pt x="1618636" y="1377584"/>
                  </a:lnTo>
                  <a:lnTo>
                    <a:pt x="1572019" y="1377584"/>
                  </a:lnTo>
                  <a:close/>
                  <a:moveTo>
                    <a:pt x="1507960" y="1377266"/>
                  </a:moveTo>
                  <a:lnTo>
                    <a:pt x="1509546" y="1404314"/>
                  </a:lnTo>
                  <a:lnTo>
                    <a:pt x="1556797" y="1404633"/>
                  </a:lnTo>
                  <a:lnTo>
                    <a:pt x="1554577" y="1377266"/>
                  </a:lnTo>
                  <a:lnTo>
                    <a:pt x="1507960" y="1377266"/>
                  </a:lnTo>
                  <a:close/>
                  <a:moveTo>
                    <a:pt x="1443902" y="1376948"/>
                  </a:moveTo>
                  <a:lnTo>
                    <a:pt x="1444853" y="1403996"/>
                  </a:lnTo>
                  <a:lnTo>
                    <a:pt x="1491787" y="1403996"/>
                  </a:lnTo>
                  <a:lnTo>
                    <a:pt x="1490519" y="1377266"/>
                  </a:lnTo>
                  <a:lnTo>
                    <a:pt x="1443902" y="1376948"/>
                  </a:lnTo>
                  <a:close/>
                  <a:moveTo>
                    <a:pt x="1380160" y="1376629"/>
                  </a:moveTo>
                  <a:lnTo>
                    <a:pt x="1379843" y="1403678"/>
                  </a:lnTo>
                  <a:lnTo>
                    <a:pt x="1426777" y="1403996"/>
                  </a:lnTo>
                  <a:lnTo>
                    <a:pt x="1426460" y="1376948"/>
                  </a:lnTo>
                  <a:lnTo>
                    <a:pt x="1380160" y="1376629"/>
                  </a:lnTo>
                  <a:close/>
                  <a:moveTo>
                    <a:pt x="1316101" y="1376311"/>
                  </a:moveTo>
                  <a:lnTo>
                    <a:pt x="1315150" y="1403360"/>
                  </a:lnTo>
                  <a:lnTo>
                    <a:pt x="1362401" y="1403360"/>
                  </a:lnTo>
                  <a:lnTo>
                    <a:pt x="1362718" y="1376629"/>
                  </a:lnTo>
                  <a:lnTo>
                    <a:pt x="1316101" y="1376311"/>
                  </a:lnTo>
                  <a:close/>
                  <a:moveTo>
                    <a:pt x="1252043" y="1375993"/>
                  </a:moveTo>
                  <a:lnTo>
                    <a:pt x="1250140" y="1403041"/>
                  </a:lnTo>
                  <a:lnTo>
                    <a:pt x="1297391" y="1403041"/>
                  </a:lnTo>
                  <a:lnTo>
                    <a:pt x="1298660" y="1376311"/>
                  </a:lnTo>
                  <a:lnTo>
                    <a:pt x="1252043" y="1375993"/>
                  </a:lnTo>
                  <a:close/>
                  <a:moveTo>
                    <a:pt x="1188301" y="1375675"/>
                  </a:moveTo>
                  <a:lnTo>
                    <a:pt x="1185764" y="1402723"/>
                  </a:lnTo>
                  <a:lnTo>
                    <a:pt x="1232698" y="1402723"/>
                  </a:lnTo>
                  <a:lnTo>
                    <a:pt x="1234601" y="1375993"/>
                  </a:lnTo>
                  <a:lnTo>
                    <a:pt x="1188301" y="1375675"/>
                  </a:lnTo>
                  <a:close/>
                  <a:moveTo>
                    <a:pt x="1124242" y="1375356"/>
                  </a:moveTo>
                  <a:lnTo>
                    <a:pt x="1120754" y="1402405"/>
                  </a:lnTo>
                  <a:lnTo>
                    <a:pt x="1167688" y="1402405"/>
                  </a:lnTo>
                  <a:lnTo>
                    <a:pt x="1170859" y="1375675"/>
                  </a:lnTo>
                  <a:lnTo>
                    <a:pt x="1124242" y="1375356"/>
                  </a:lnTo>
                  <a:close/>
                  <a:moveTo>
                    <a:pt x="1060183" y="1375038"/>
                  </a:moveTo>
                  <a:lnTo>
                    <a:pt x="1056061" y="1402087"/>
                  </a:lnTo>
                  <a:lnTo>
                    <a:pt x="1102995" y="1402087"/>
                  </a:lnTo>
                  <a:lnTo>
                    <a:pt x="1106800" y="1375356"/>
                  </a:lnTo>
                  <a:lnTo>
                    <a:pt x="1060183" y="1375038"/>
                  </a:lnTo>
                  <a:close/>
                  <a:moveTo>
                    <a:pt x="996442" y="1374720"/>
                  </a:moveTo>
                  <a:lnTo>
                    <a:pt x="991051" y="1401769"/>
                  </a:lnTo>
                  <a:lnTo>
                    <a:pt x="1038302" y="1401769"/>
                  </a:lnTo>
                  <a:lnTo>
                    <a:pt x="1042742" y="1375038"/>
                  </a:lnTo>
                  <a:lnTo>
                    <a:pt x="996442" y="1374720"/>
                  </a:lnTo>
                  <a:close/>
                  <a:moveTo>
                    <a:pt x="394079" y="1340803"/>
                  </a:moveTo>
                  <a:lnTo>
                    <a:pt x="364253" y="1348105"/>
                  </a:lnTo>
                  <a:lnTo>
                    <a:pt x="354734" y="1351280"/>
                  </a:lnTo>
                  <a:lnTo>
                    <a:pt x="367743" y="1359853"/>
                  </a:lnTo>
                  <a:lnTo>
                    <a:pt x="380752" y="1368743"/>
                  </a:lnTo>
                  <a:lnTo>
                    <a:pt x="393761" y="1376998"/>
                  </a:lnTo>
                  <a:lnTo>
                    <a:pt x="407088" y="1385571"/>
                  </a:lnTo>
                  <a:lnTo>
                    <a:pt x="420414" y="1393191"/>
                  </a:lnTo>
                  <a:lnTo>
                    <a:pt x="434375" y="1400493"/>
                  </a:lnTo>
                  <a:lnTo>
                    <a:pt x="448336" y="1408113"/>
                  </a:lnTo>
                  <a:lnTo>
                    <a:pt x="462297" y="1415098"/>
                  </a:lnTo>
                  <a:lnTo>
                    <a:pt x="453095" y="1406526"/>
                  </a:lnTo>
                  <a:lnTo>
                    <a:pt x="444528" y="1397636"/>
                  </a:lnTo>
                  <a:lnTo>
                    <a:pt x="435644" y="1389063"/>
                  </a:lnTo>
                  <a:lnTo>
                    <a:pt x="427077" y="1379538"/>
                  </a:lnTo>
                  <a:lnTo>
                    <a:pt x="418510" y="1370331"/>
                  </a:lnTo>
                  <a:lnTo>
                    <a:pt x="410261" y="1360488"/>
                  </a:lnTo>
                  <a:lnTo>
                    <a:pt x="402011" y="1350963"/>
                  </a:lnTo>
                  <a:lnTo>
                    <a:pt x="394079" y="1340803"/>
                  </a:lnTo>
                  <a:close/>
                  <a:moveTo>
                    <a:pt x="1694111" y="1340353"/>
                  </a:moveTo>
                  <a:lnTo>
                    <a:pt x="1698234" y="1367401"/>
                  </a:lnTo>
                  <a:lnTo>
                    <a:pt x="1744534" y="1367719"/>
                  </a:lnTo>
                  <a:lnTo>
                    <a:pt x="1739777" y="1340671"/>
                  </a:lnTo>
                  <a:lnTo>
                    <a:pt x="1694111" y="1340353"/>
                  </a:lnTo>
                  <a:close/>
                  <a:moveTo>
                    <a:pt x="1631321" y="1340034"/>
                  </a:moveTo>
                  <a:lnTo>
                    <a:pt x="1634809" y="1367083"/>
                  </a:lnTo>
                  <a:lnTo>
                    <a:pt x="1680792" y="1367401"/>
                  </a:lnTo>
                  <a:lnTo>
                    <a:pt x="1676987" y="1340353"/>
                  </a:lnTo>
                  <a:lnTo>
                    <a:pt x="1631321" y="1340034"/>
                  </a:lnTo>
                  <a:close/>
                  <a:moveTo>
                    <a:pt x="1568531" y="1339716"/>
                  </a:moveTo>
                  <a:lnTo>
                    <a:pt x="1571068" y="1366765"/>
                  </a:lnTo>
                  <a:lnTo>
                    <a:pt x="1617051" y="1367083"/>
                  </a:lnTo>
                  <a:lnTo>
                    <a:pt x="1614196" y="1340034"/>
                  </a:lnTo>
                  <a:lnTo>
                    <a:pt x="1568531" y="1339716"/>
                  </a:lnTo>
                  <a:close/>
                  <a:moveTo>
                    <a:pt x="1505741" y="1339716"/>
                  </a:moveTo>
                  <a:lnTo>
                    <a:pt x="1507326" y="1366765"/>
                  </a:lnTo>
                  <a:lnTo>
                    <a:pt x="1553626" y="1366765"/>
                  </a:lnTo>
                  <a:lnTo>
                    <a:pt x="1551406" y="1339716"/>
                  </a:lnTo>
                  <a:lnTo>
                    <a:pt x="1505741" y="1339716"/>
                  </a:lnTo>
                  <a:close/>
                  <a:moveTo>
                    <a:pt x="1442950" y="1339398"/>
                  </a:moveTo>
                  <a:lnTo>
                    <a:pt x="1443585" y="1366128"/>
                  </a:lnTo>
                  <a:lnTo>
                    <a:pt x="1489884" y="1366128"/>
                  </a:lnTo>
                  <a:lnTo>
                    <a:pt x="1488616" y="1339398"/>
                  </a:lnTo>
                  <a:lnTo>
                    <a:pt x="1442950" y="1339398"/>
                  </a:lnTo>
                  <a:close/>
                  <a:moveTo>
                    <a:pt x="1380160" y="1339080"/>
                  </a:moveTo>
                  <a:lnTo>
                    <a:pt x="1380160" y="1365810"/>
                  </a:lnTo>
                  <a:lnTo>
                    <a:pt x="1426143" y="1365810"/>
                  </a:lnTo>
                  <a:lnTo>
                    <a:pt x="1425826" y="1339398"/>
                  </a:lnTo>
                  <a:lnTo>
                    <a:pt x="1380160" y="1339080"/>
                  </a:lnTo>
                  <a:close/>
                  <a:moveTo>
                    <a:pt x="1317370" y="1338761"/>
                  </a:moveTo>
                  <a:lnTo>
                    <a:pt x="1316418" y="1365492"/>
                  </a:lnTo>
                  <a:lnTo>
                    <a:pt x="1362718" y="1365492"/>
                  </a:lnTo>
                  <a:lnTo>
                    <a:pt x="1363035" y="1339080"/>
                  </a:lnTo>
                  <a:lnTo>
                    <a:pt x="1317370" y="1338761"/>
                  </a:lnTo>
                  <a:close/>
                  <a:moveTo>
                    <a:pt x="1254897" y="1338443"/>
                  </a:moveTo>
                  <a:lnTo>
                    <a:pt x="1252677" y="1365174"/>
                  </a:lnTo>
                  <a:lnTo>
                    <a:pt x="1298977" y="1365492"/>
                  </a:lnTo>
                  <a:lnTo>
                    <a:pt x="1300245" y="1338761"/>
                  </a:lnTo>
                  <a:lnTo>
                    <a:pt x="1254897" y="1338443"/>
                  </a:lnTo>
                  <a:close/>
                  <a:moveTo>
                    <a:pt x="1192106" y="1338443"/>
                  </a:moveTo>
                  <a:lnTo>
                    <a:pt x="1189252" y="1364855"/>
                  </a:lnTo>
                  <a:lnTo>
                    <a:pt x="1235235" y="1365174"/>
                  </a:lnTo>
                  <a:lnTo>
                    <a:pt x="1237772" y="1338443"/>
                  </a:lnTo>
                  <a:lnTo>
                    <a:pt x="1192106" y="1338443"/>
                  </a:lnTo>
                  <a:close/>
                  <a:moveTo>
                    <a:pt x="1128999" y="1338125"/>
                  </a:moveTo>
                  <a:lnTo>
                    <a:pt x="1125511" y="1364537"/>
                  </a:lnTo>
                  <a:lnTo>
                    <a:pt x="1172128" y="1364855"/>
                  </a:lnTo>
                  <a:lnTo>
                    <a:pt x="1174665" y="1338125"/>
                  </a:lnTo>
                  <a:lnTo>
                    <a:pt x="1128999" y="1338125"/>
                  </a:lnTo>
                  <a:close/>
                  <a:moveTo>
                    <a:pt x="1066526" y="1337807"/>
                  </a:moveTo>
                  <a:lnTo>
                    <a:pt x="1061769" y="1364219"/>
                  </a:lnTo>
                  <a:lnTo>
                    <a:pt x="1108386" y="1364537"/>
                  </a:lnTo>
                  <a:lnTo>
                    <a:pt x="1111874" y="1338125"/>
                  </a:lnTo>
                  <a:lnTo>
                    <a:pt x="1066526" y="1337807"/>
                  </a:lnTo>
                  <a:close/>
                  <a:moveTo>
                    <a:pt x="1003419" y="1337489"/>
                  </a:moveTo>
                  <a:lnTo>
                    <a:pt x="998345" y="1363901"/>
                  </a:lnTo>
                  <a:lnTo>
                    <a:pt x="1044644" y="1364219"/>
                  </a:lnTo>
                  <a:lnTo>
                    <a:pt x="1049401" y="1337807"/>
                  </a:lnTo>
                  <a:lnTo>
                    <a:pt x="1003419" y="1337489"/>
                  </a:lnTo>
                  <a:close/>
                  <a:moveTo>
                    <a:pt x="538764" y="1314450"/>
                  </a:moveTo>
                  <a:lnTo>
                    <a:pt x="518458" y="1317308"/>
                  </a:lnTo>
                  <a:lnTo>
                    <a:pt x="498468" y="1320165"/>
                  </a:lnTo>
                  <a:lnTo>
                    <a:pt x="478479" y="1323340"/>
                  </a:lnTo>
                  <a:lnTo>
                    <a:pt x="458807" y="1326833"/>
                  </a:lnTo>
                  <a:lnTo>
                    <a:pt x="467691" y="1336675"/>
                  </a:lnTo>
                  <a:lnTo>
                    <a:pt x="476258" y="1346200"/>
                  </a:lnTo>
                  <a:lnTo>
                    <a:pt x="485142" y="1355408"/>
                  </a:lnTo>
                  <a:lnTo>
                    <a:pt x="494343" y="1364298"/>
                  </a:lnTo>
                  <a:lnTo>
                    <a:pt x="503228" y="1372871"/>
                  </a:lnTo>
                  <a:lnTo>
                    <a:pt x="512746" y="1381126"/>
                  </a:lnTo>
                  <a:lnTo>
                    <a:pt x="521948" y="1389381"/>
                  </a:lnTo>
                  <a:lnTo>
                    <a:pt x="531784" y="1397001"/>
                  </a:lnTo>
                  <a:lnTo>
                    <a:pt x="540986" y="1404621"/>
                  </a:lnTo>
                  <a:lnTo>
                    <a:pt x="551139" y="1411606"/>
                  </a:lnTo>
                  <a:lnTo>
                    <a:pt x="560658" y="1418273"/>
                  </a:lnTo>
                  <a:lnTo>
                    <a:pt x="570811" y="1424941"/>
                  </a:lnTo>
                  <a:lnTo>
                    <a:pt x="580965" y="1430973"/>
                  </a:lnTo>
                  <a:lnTo>
                    <a:pt x="591118" y="1437323"/>
                  </a:lnTo>
                  <a:lnTo>
                    <a:pt x="601589" y="1442721"/>
                  </a:lnTo>
                  <a:lnTo>
                    <a:pt x="611742" y="1447801"/>
                  </a:lnTo>
                  <a:lnTo>
                    <a:pt x="601589" y="1433831"/>
                  </a:lnTo>
                  <a:lnTo>
                    <a:pt x="591753" y="1419226"/>
                  </a:lnTo>
                  <a:lnTo>
                    <a:pt x="582234" y="1403351"/>
                  </a:lnTo>
                  <a:lnTo>
                    <a:pt x="573032" y="1387158"/>
                  </a:lnTo>
                  <a:lnTo>
                    <a:pt x="564148" y="1370013"/>
                  </a:lnTo>
                  <a:lnTo>
                    <a:pt x="555264" y="1352233"/>
                  </a:lnTo>
                  <a:lnTo>
                    <a:pt x="547014" y="1333500"/>
                  </a:lnTo>
                  <a:lnTo>
                    <a:pt x="538764" y="1314450"/>
                  </a:lnTo>
                  <a:close/>
                  <a:moveTo>
                    <a:pt x="1688403" y="1302485"/>
                  </a:moveTo>
                  <a:lnTo>
                    <a:pt x="1692526" y="1329215"/>
                  </a:lnTo>
                  <a:lnTo>
                    <a:pt x="1737557" y="1329533"/>
                  </a:lnTo>
                  <a:lnTo>
                    <a:pt x="1733117" y="1302803"/>
                  </a:lnTo>
                  <a:lnTo>
                    <a:pt x="1688403" y="1302485"/>
                  </a:lnTo>
                  <a:close/>
                  <a:moveTo>
                    <a:pt x="1626881" y="1302166"/>
                  </a:moveTo>
                  <a:lnTo>
                    <a:pt x="1630053" y="1329215"/>
                  </a:lnTo>
                  <a:lnTo>
                    <a:pt x="1675401" y="1329215"/>
                  </a:lnTo>
                  <a:lnTo>
                    <a:pt x="1671596" y="1302485"/>
                  </a:lnTo>
                  <a:lnTo>
                    <a:pt x="1626881" y="1302166"/>
                  </a:lnTo>
                  <a:close/>
                  <a:moveTo>
                    <a:pt x="1565042" y="1302166"/>
                  </a:moveTo>
                  <a:lnTo>
                    <a:pt x="1567579" y="1328897"/>
                  </a:lnTo>
                  <a:lnTo>
                    <a:pt x="1612928" y="1329215"/>
                  </a:lnTo>
                  <a:lnTo>
                    <a:pt x="1610074" y="1302166"/>
                  </a:lnTo>
                  <a:lnTo>
                    <a:pt x="1565042" y="1302166"/>
                  </a:lnTo>
                  <a:close/>
                  <a:moveTo>
                    <a:pt x="1503521" y="1301848"/>
                  </a:moveTo>
                  <a:lnTo>
                    <a:pt x="1505106" y="1328578"/>
                  </a:lnTo>
                  <a:lnTo>
                    <a:pt x="1550772" y="1328897"/>
                  </a:lnTo>
                  <a:lnTo>
                    <a:pt x="1548552" y="1302166"/>
                  </a:lnTo>
                  <a:lnTo>
                    <a:pt x="1503521" y="1301848"/>
                  </a:lnTo>
                  <a:close/>
                  <a:moveTo>
                    <a:pt x="1441999" y="1301848"/>
                  </a:moveTo>
                  <a:lnTo>
                    <a:pt x="1442633" y="1328260"/>
                  </a:lnTo>
                  <a:lnTo>
                    <a:pt x="1487982" y="1328578"/>
                  </a:lnTo>
                  <a:lnTo>
                    <a:pt x="1486713" y="1301848"/>
                  </a:lnTo>
                  <a:lnTo>
                    <a:pt x="1441999" y="1301848"/>
                  </a:lnTo>
                  <a:close/>
                  <a:moveTo>
                    <a:pt x="1380477" y="1301530"/>
                  </a:moveTo>
                  <a:lnTo>
                    <a:pt x="1380477" y="1328260"/>
                  </a:lnTo>
                  <a:lnTo>
                    <a:pt x="1425509" y="1328260"/>
                  </a:lnTo>
                  <a:lnTo>
                    <a:pt x="1425191" y="1301530"/>
                  </a:lnTo>
                  <a:lnTo>
                    <a:pt x="1380477" y="1301530"/>
                  </a:lnTo>
                  <a:close/>
                  <a:moveTo>
                    <a:pt x="1318638" y="1301212"/>
                  </a:moveTo>
                  <a:lnTo>
                    <a:pt x="1317687" y="1327942"/>
                  </a:lnTo>
                  <a:lnTo>
                    <a:pt x="1363353" y="1328260"/>
                  </a:lnTo>
                  <a:lnTo>
                    <a:pt x="1363670" y="1301530"/>
                  </a:lnTo>
                  <a:lnTo>
                    <a:pt x="1318638" y="1301212"/>
                  </a:lnTo>
                  <a:close/>
                  <a:moveTo>
                    <a:pt x="1257434" y="1301212"/>
                  </a:moveTo>
                  <a:lnTo>
                    <a:pt x="1255531" y="1327624"/>
                  </a:lnTo>
                  <a:lnTo>
                    <a:pt x="1300879" y="1327942"/>
                  </a:lnTo>
                  <a:lnTo>
                    <a:pt x="1301831" y="1301212"/>
                  </a:lnTo>
                  <a:lnTo>
                    <a:pt x="1257434" y="1301212"/>
                  </a:lnTo>
                  <a:close/>
                  <a:moveTo>
                    <a:pt x="1195595" y="1300894"/>
                  </a:moveTo>
                  <a:lnTo>
                    <a:pt x="1193058" y="1327306"/>
                  </a:lnTo>
                  <a:lnTo>
                    <a:pt x="1238406" y="1327624"/>
                  </a:lnTo>
                  <a:lnTo>
                    <a:pt x="1240626" y="1300894"/>
                  </a:lnTo>
                  <a:lnTo>
                    <a:pt x="1195595" y="1300894"/>
                  </a:lnTo>
                  <a:close/>
                  <a:moveTo>
                    <a:pt x="1134073" y="1300575"/>
                  </a:moveTo>
                  <a:lnTo>
                    <a:pt x="1130268" y="1327306"/>
                  </a:lnTo>
                  <a:lnTo>
                    <a:pt x="1175933" y="1327306"/>
                  </a:lnTo>
                  <a:lnTo>
                    <a:pt x="1178787" y="1300894"/>
                  </a:lnTo>
                  <a:lnTo>
                    <a:pt x="1134073" y="1300575"/>
                  </a:lnTo>
                  <a:close/>
                  <a:moveTo>
                    <a:pt x="1072551" y="1300575"/>
                  </a:moveTo>
                  <a:lnTo>
                    <a:pt x="1068112" y="1326987"/>
                  </a:lnTo>
                  <a:lnTo>
                    <a:pt x="1113460" y="1326987"/>
                  </a:lnTo>
                  <a:lnTo>
                    <a:pt x="1117266" y="1300575"/>
                  </a:lnTo>
                  <a:lnTo>
                    <a:pt x="1072551" y="1300575"/>
                  </a:lnTo>
                  <a:close/>
                  <a:moveTo>
                    <a:pt x="1010712" y="1300257"/>
                  </a:moveTo>
                  <a:lnTo>
                    <a:pt x="1005638" y="1326669"/>
                  </a:lnTo>
                  <a:lnTo>
                    <a:pt x="1050987" y="1326987"/>
                  </a:lnTo>
                  <a:lnTo>
                    <a:pt x="1055744" y="1300575"/>
                  </a:lnTo>
                  <a:lnTo>
                    <a:pt x="1010712" y="1300257"/>
                  </a:lnTo>
                  <a:close/>
                  <a:moveTo>
                    <a:pt x="742467" y="1299528"/>
                  </a:moveTo>
                  <a:lnTo>
                    <a:pt x="705978" y="1300480"/>
                  </a:lnTo>
                  <a:lnTo>
                    <a:pt x="670124" y="1302068"/>
                  </a:lnTo>
                  <a:lnTo>
                    <a:pt x="634587" y="1304290"/>
                  </a:lnTo>
                  <a:lnTo>
                    <a:pt x="600002" y="1307148"/>
                  </a:lnTo>
                  <a:lnTo>
                    <a:pt x="608886" y="1327150"/>
                  </a:lnTo>
                  <a:lnTo>
                    <a:pt x="618088" y="1346518"/>
                  </a:lnTo>
                  <a:lnTo>
                    <a:pt x="627607" y="1364298"/>
                  </a:lnTo>
                  <a:lnTo>
                    <a:pt x="632683" y="1373188"/>
                  </a:lnTo>
                  <a:lnTo>
                    <a:pt x="637760" y="1381126"/>
                  </a:lnTo>
                  <a:lnTo>
                    <a:pt x="642519" y="1389381"/>
                  </a:lnTo>
                  <a:lnTo>
                    <a:pt x="647596" y="1397001"/>
                  </a:lnTo>
                  <a:lnTo>
                    <a:pt x="652673" y="1404621"/>
                  </a:lnTo>
                  <a:lnTo>
                    <a:pt x="657750" y="1411288"/>
                  </a:lnTo>
                  <a:lnTo>
                    <a:pt x="662826" y="1417956"/>
                  </a:lnTo>
                  <a:lnTo>
                    <a:pt x="668220" y="1424623"/>
                  </a:lnTo>
                  <a:lnTo>
                    <a:pt x="673614" y="1430656"/>
                  </a:lnTo>
                  <a:lnTo>
                    <a:pt x="678691" y="1436688"/>
                  </a:lnTo>
                  <a:lnTo>
                    <a:pt x="686941" y="1444626"/>
                  </a:lnTo>
                  <a:lnTo>
                    <a:pt x="694873" y="1451928"/>
                  </a:lnTo>
                  <a:lnTo>
                    <a:pt x="703123" y="1458913"/>
                  </a:lnTo>
                  <a:lnTo>
                    <a:pt x="711055" y="1464628"/>
                  </a:lnTo>
                  <a:lnTo>
                    <a:pt x="718987" y="1469708"/>
                  </a:lnTo>
                  <a:lnTo>
                    <a:pt x="726920" y="1474153"/>
                  </a:lnTo>
                  <a:lnTo>
                    <a:pt x="734535" y="1477963"/>
                  </a:lnTo>
                  <a:lnTo>
                    <a:pt x="742467" y="1480821"/>
                  </a:lnTo>
                  <a:lnTo>
                    <a:pt x="742467" y="1299528"/>
                  </a:lnTo>
                  <a:close/>
                  <a:moveTo>
                    <a:pt x="1682695" y="1264935"/>
                  </a:moveTo>
                  <a:lnTo>
                    <a:pt x="1686818" y="1291665"/>
                  </a:lnTo>
                  <a:lnTo>
                    <a:pt x="1731215" y="1291665"/>
                  </a:lnTo>
                  <a:lnTo>
                    <a:pt x="1726775" y="1264935"/>
                  </a:lnTo>
                  <a:lnTo>
                    <a:pt x="1682695" y="1264935"/>
                  </a:lnTo>
                  <a:close/>
                  <a:moveTo>
                    <a:pt x="1622442" y="1264617"/>
                  </a:moveTo>
                  <a:lnTo>
                    <a:pt x="1625613" y="1291347"/>
                  </a:lnTo>
                  <a:lnTo>
                    <a:pt x="1670327" y="1291665"/>
                  </a:lnTo>
                  <a:lnTo>
                    <a:pt x="1666205" y="1264617"/>
                  </a:lnTo>
                  <a:lnTo>
                    <a:pt x="1622442" y="1264617"/>
                  </a:lnTo>
                  <a:close/>
                  <a:moveTo>
                    <a:pt x="1561871" y="1264617"/>
                  </a:moveTo>
                  <a:lnTo>
                    <a:pt x="1564091" y="1291347"/>
                  </a:lnTo>
                  <a:lnTo>
                    <a:pt x="1608805" y="1291347"/>
                  </a:lnTo>
                  <a:lnTo>
                    <a:pt x="1605951" y="1264617"/>
                  </a:lnTo>
                  <a:lnTo>
                    <a:pt x="1561871" y="1264617"/>
                  </a:lnTo>
                  <a:close/>
                  <a:moveTo>
                    <a:pt x="1501618" y="1264298"/>
                  </a:moveTo>
                  <a:lnTo>
                    <a:pt x="1502886" y="1291029"/>
                  </a:lnTo>
                  <a:lnTo>
                    <a:pt x="1547284" y="1291029"/>
                  </a:lnTo>
                  <a:lnTo>
                    <a:pt x="1545381" y="1264298"/>
                  </a:lnTo>
                  <a:lnTo>
                    <a:pt x="1501618" y="1264298"/>
                  </a:lnTo>
                  <a:close/>
                  <a:moveTo>
                    <a:pt x="1441048" y="1263980"/>
                  </a:moveTo>
                  <a:lnTo>
                    <a:pt x="1441682" y="1290711"/>
                  </a:lnTo>
                  <a:lnTo>
                    <a:pt x="1486396" y="1291029"/>
                  </a:lnTo>
                  <a:lnTo>
                    <a:pt x="1485128" y="1264298"/>
                  </a:lnTo>
                  <a:lnTo>
                    <a:pt x="1441048" y="1263980"/>
                  </a:lnTo>
                  <a:close/>
                  <a:moveTo>
                    <a:pt x="1380794" y="1263980"/>
                  </a:moveTo>
                  <a:lnTo>
                    <a:pt x="1380477" y="1290711"/>
                  </a:lnTo>
                  <a:lnTo>
                    <a:pt x="1424874" y="1290711"/>
                  </a:lnTo>
                  <a:lnTo>
                    <a:pt x="1424557" y="1263980"/>
                  </a:lnTo>
                  <a:lnTo>
                    <a:pt x="1380794" y="1263980"/>
                  </a:lnTo>
                  <a:close/>
                  <a:moveTo>
                    <a:pt x="1320224" y="1263662"/>
                  </a:moveTo>
                  <a:lnTo>
                    <a:pt x="1319273" y="1290392"/>
                  </a:lnTo>
                  <a:lnTo>
                    <a:pt x="1363670" y="1290711"/>
                  </a:lnTo>
                  <a:lnTo>
                    <a:pt x="1363987" y="1263980"/>
                  </a:lnTo>
                  <a:lnTo>
                    <a:pt x="1320224" y="1263662"/>
                  </a:lnTo>
                  <a:close/>
                  <a:moveTo>
                    <a:pt x="1259654" y="1263662"/>
                  </a:moveTo>
                  <a:lnTo>
                    <a:pt x="1258068" y="1290392"/>
                  </a:lnTo>
                  <a:lnTo>
                    <a:pt x="1302465" y="1290392"/>
                  </a:lnTo>
                  <a:lnTo>
                    <a:pt x="1303416" y="1263662"/>
                  </a:lnTo>
                  <a:lnTo>
                    <a:pt x="1259654" y="1263662"/>
                  </a:lnTo>
                  <a:close/>
                  <a:moveTo>
                    <a:pt x="1199083" y="1263344"/>
                  </a:moveTo>
                  <a:lnTo>
                    <a:pt x="1196546" y="1290074"/>
                  </a:lnTo>
                  <a:lnTo>
                    <a:pt x="1241260" y="1290392"/>
                  </a:lnTo>
                  <a:lnTo>
                    <a:pt x="1243163" y="1263662"/>
                  </a:lnTo>
                  <a:lnTo>
                    <a:pt x="1199083" y="1263344"/>
                  </a:lnTo>
                  <a:close/>
                  <a:moveTo>
                    <a:pt x="1138830" y="1263344"/>
                  </a:moveTo>
                  <a:lnTo>
                    <a:pt x="1135659" y="1289756"/>
                  </a:lnTo>
                  <a:lnTo>
                    <a:pt x="1180056" y="1290074"/>
                  </a:lnTo>
                  <a:lnTo>
                    <a:pt x="1182593" y="1263344"/>
                  </a:lnTo>
                  <a:lnTo>
                    <a:pt x="1138830" y="1263344"/>
                  </a:lnTo>
                  <a:close/>
                  <a:moveTo>
                    <a:pt x="1078259" y="1263026"/>
                  </a:moveTo>
                  <a:lnTo>
                    <a:pt x="1074137" y="1289756"/>
                  </a:lnTo>
                  <a:lnTo>
                    <a:pt x="1118851" y="1289756"/>
                  </a:lnTo>
                  <a:lnTo>
                    <a:pt x="1122339" y="1263344"/>
                  </a:lnTo>
                  <a:lnTo>
                    <a:pt x="1078259" y="1263026"/>
                  </a:lnTo>
                  <a:close/>
                  <a:moveTo>
                    <a:pt x="1018006" y="1263026"/>
                  </a:moveTo>
                  <a:lnTo>
                    <a:pt x="1012615" y="1289438"/>
                  </a:lnTo>
                  <a:lnTo>
                    <a:pt x="1057329" y="1289756"/>
                  </a:lnTo>
                  <a:lnTo>
                    <a:pt x="1061769" y="1263026"/>
                  </a:lnTo>
                  <a:lnTo>
                    <a:pt x="1018006" y="1263026"/>
                  </a:lnTo>
                  <a:close/>
                  <a:moveTo>
                    <a:pt x="1676987" y="1227067"/>
                  </a:moveTo>
                  <a:lnTo>
                    <a:pt x="1681109" y="1253797"/>
                  </a:lnTo>
                  <a:lnTo>
                    <a:pt x="1724872" y="1254115"/>
                  </a:lnTo>
                  <a:lnTo>
                    <a:pt x="1719798" y="1227067"/>
                  </a:lnTo>
                  <a:lnTo>
                    <a:pt x="1676987" y="1227067"/>
                  </a:lnTo>
                  <a:close/>
                  <a:moveTo>
                    <a:pt x="1618002" y="1227067"/>
                  </a:moveTo>
                  <a:lnTo>
                    <a:pt x="1621173" y="1253797"/>
                  </a:lnTo>
                  <a:lnTo>
                    <a:pt x="1664619" y="1253797"/>
                  </a:lnTo>
                  <a:lnTo>
                    <a:pt x="1660813" y="1227067"/>
                  </a:lnTo>
                  <a:lnTo>
                    <a:pt x="1618002" y="1227067"/>
                  </a:lnTo>
                  <a:close/>
                  <a:moveTo>
                    <a:pt x="1558383" y="1226431"/>
                  </a:moveTo>
                  <a:lnTo>
                    <a:pt x="1560920" y="1253479"/>
                  </a:lnTo>
                  <a:lnTo>
                    <a:pt x="1604683" y="1253797"/>
                  </a:lnTo>
                  <a:lnTo>
                    <a:pt x="1601512" y="1226431"/>
                  </a:lnTo>
                  <a:lnTo>
                    <a:pt x="1558383" y="1226431"/>
                  </a:lnTo>
                  <a:close/>
                  <a:moveTo>
                    <a:pt x="1499398" y="1226431"/>
                  </a:moveTo>
                  <a:lnTo>
                    <a:pt x="1500984" y="1253479"/>
                  </a:lnTo>
                  <a:lnTo>
                    <a:pt x="1544430" y="1253479"/>
                  </a:lnTo>
                  <a:lnTo>
                    <a:pt x="1542210" y="1226431"/>
                  </a:lnTo>
                  <a:lnTo>
                    <a:pt x="1499398" y="1226431"/>
                  </a:lnTo>
                  <a:close/>
                  <a:moveTo>
                    <a:pt x="1439779" y="1226112"/>
                  </a:moveTo>
                  <a:lnTo>
                    <a:pt x="1440730" y="1253161"/>
                  </a:lnTo>
                  <a:lnTo>
                    <a:pt x="1484493" y="1253479"/>
                  </a:lnTo>
                  <a:lnTo>
                    <a:pt x="1483225" y="1226431"/>
                  </a:lnTo>
                  <a:lnTo>
                    <a:pt x="1439779" y="1226112"/>
                  </a:lnTo>
                  <a:close/>
                  <a:moveTo>
                    <a:pt x="1380794" y="1226112"/>
                  </a:moveTo>
                  <a:lnTo>
                    <a:pt x="1380794" y="1253161"/>
                  </a:lnTo>
                  <a:lnTo>
                    <a:pt x="1424240" y="1253161"/>
                  </a:lnTo>
                  <a:lnTo>
                    <a:pt x="1423606" y="1226112"/>
                  </a:lnTo>
                  <a:lnTo>
                    <a:pt x="1380794" y="1226112"/>
                  </a:lnTo>
                  <a:close/>
                  <a:moveTo>
                    <a:pt x="1321492" y="1226112"/>
                  </a:moveTo>
                  <a:lnTo>
                    <a:pt x="1320541" y="1252843"/>
                  </a:lnTo>
                  <a:lnTo>
                    <a:pt x="1364304" y="1253161"/>
                  </a:lnTo>
                  <a:lnTo>
                    <a:pt x="1364621" y="1226112"/>
                  </a:lnTo>
                  <a:lnTo>
                    <a:pt x="1321492" y="1226112"/>
                  </a:lnTo>
                  <a:close/>
                  <a:moveTo>
                    <a:pt x="1262190" y="1225794"/>
                  </a:moveTo>
                  <a:lnTo>
                    <a:pt x="1260605" y="1252843"/>
                  </a:lnTo>
                  <a:lnTo>
                    <a:pt x="1304051" y="1252843"/>
                  </a:lnTo>
                  <a:lnTo>
                    <a:pt x="1305319" y="1225794"/>
                  </a:lnTo>
                  <a:lnTo>
                    <a:pt x="1262190" y="1225794"/>
                  </a:lnTo>
                  <a:close/>
                  <a:moveTo>
                    <a:pt x="1203206" y="1225794"/>
                  </a:moveTo>
                  <a:lnTo>
                    <a:pt x="1200352" y="1252524"/>
                  </a:lnTo>
                  <a:lnTo>
                    <a:pt x="1244115" y="1252843"/>
                  </a:lnTo>
                  <a:lnTo>
                    <a:pt x="1246017" y="1225794"/>
                  </a:lnTo>
                  <a:lnTo>
                    <a:pt x="1203206" y="1225794"/>
                  </a:lnTo>
                  <a:close/>
                  <a:moveTo>
                    <a:pt x="1143904" y="1225476"/>
                  </a:moveTo>
                  <a:lnTo>
                    <a:pt x="1140415" y="1252524"/>
                  </a:lnTo>
                  <a:lnTo>
                    <a:pt x="1183861" y="1252524"/>
                  </a:lnTo>
                  <a:lnTo>
                    <a:pt x="1187032" y="1225794"/>
                  </a:lnTo>
                  <a:lnTo>
                    <a:pt x="1143904" y="1225476"/>
                  </a:lnTo>
                  <a:close/>
                  <a:moveTo>
                    <a:pt x="1084602" y="1225476"/>
                  </a:moveTo>
                  <a:lnTo>
                    <a:pt x="1080162" y="1252206"/>
                  </a:lnTo>
                  <a:lnTo>
                    <a:pt x="1123925" y="1252524"/>
                  </a:lnTo>
                  <a:lnTo>
                    <a:pt x="1127731" y="1225476"/>
                  </a:lnTo>
                  <a:lnTo>
                    <a:pt x="1084602" y="1225476"/>
                  </a:lnTo>
                  <a:close/>
                  <a:moveTo>
                    <a:pt x="1025300" y="1225476"/>
                  </a:moveTo>
                  <a:lnTo>
                    <a:pt x="1020226" y="1252206"/>
                  </a:lnTo>
                  <a:lnTo>
                    <a:pt x="1063672" y="1252206"/>
                  </a:lnTo>
                  <a:lnTo>
                    <a:pt x="1068429" y="1225476"/>
                  </a:lnTo>
                  <a:lnTo>
                    <a:pt x="1025300" y="1225476"/>
                  </a:lnTo>
                  <a:close/>
                  <a:moveTo>
                    <a:pt x="1671279" y="1188881"/>
                  </a:moveTo>
                  <a:lnTo>
                    <a:pt x="1675401" y="1216248"/>
                  </a:lnTo>
                  <a:lnTo>
                    <a:pt x="1718213" y="1216248"/>
                  </a:lnTo>
                  <a:lnTo>
                    <a:pt x="1713456" y="1188881"/>
                  </a:lnTo>
                  <a:lnTo>
                    <a:pt x="1671279" y="1188881"/>
                  </a:lnTo>
                  <a:close/>
                  <a:moveTo>
                    <a:pt x="1613245" y="1188881"/>
                  </a:moveTo>
                  <a:lnTo>
                    <a:pt x="1616416" y="1215929"/>
                  </a:lnTo>
                  <a:lnTo>
                    <a:pt x="1659228" y="1216248"/>
                  </a:lnTo>
                  <a:lnTo>
                    <a:pt x="1655422" y="1188881"/>
                  </a:lnTo>
                  <a:lnTo>
                    <a:pt x="1613245" y="1188881"/>
                  </a:lnTo>
                  <a:close/>
                  <a:moveTo>
                    <a:pt x="1555212" y="1188881"/>
                  </a:moveTo>
                  <a:lnTo>
                    <a:pt x="1557432" y="1215929"/>
                  </a:lnTo>
                  <a:lnTo>
                    <a:pt x="1600560" y="1215929"/>
                  </a:lnTo>
                  <a:lnTo>
                    <a:pt x="1597389" y="1188881"/>
                  </a:lnTo>
                  <a:lnTo>
                    <a:pt x="1555212" y="1188881"/>
                  </a:lnTo>
                  <a:close/>
                  <a:moveTo>
                    <a:pt x="1497178" y="1188881"/>
                  </a:moveTo>
                  <a:lnTo>
                    <a:pt x="1498764" y="1215929"/>
                  </a:lnTo>
                  <a:lnTo>
                    <a:pt x="1541575" y="1215929"/>
                  </a:lnTo>
                  <a:lnTo>
                    <a:pt x="1539356" y="1188881"/>
                  </a:lnTo>
                  <a:lnTo>
                    <a:pt x="1497178" y="1188881"/>
                  </a:lnTo>
                  <a:close/>
                  <a:moveTo>
                    <a:pt x="1438828" y="1188563"/>
                  </a:moveTo>
                  <a:lnTo>
                    <a:pt x="1439779" y="1215611"/>
                  </a:lnTo>
                  <a:lnTo>
                    <a:pt x="1482591" y="1215929"/>
                  </a:lnTo>
                  <a:lnTo>
                    <a:pt x="1481322" y="1188563"/>
                  </a:lnTo>
                  <a:lnTo>
                    <a:pt x="1438828" y="1188563"/>
                  </a:lnTo>
                  <a:close/>
                  <a:moveTo>
                    <a:pt x="1381111" y="1188563"/>
                  </a:moveTo>
                  <a:lnTo>
                    <a:pt x="1380794" y="1215611"/>
                  </a:lnTo>
                  <a:lnTo>
                    <a:pt x="1423606" y="1215611"/>
                  </a:lnTo>
                  <a:lnTo>
                    <a:pt x="1422972" y="1188563"/>
                  </a:lnTo>
                  <a:lnTo>
                    <a:pt x="1381111" y="1188563"/>
                  </a:lnTo>
                  <a:close/>
                  <a:moveTo>
                    <a:pt x="1322761" y="1188563"/>
                  </a:moveTo>
                  <a:lnTo>
                    <a:pt x="1321810" y="1215611"/>
                  </a:lnTo>
                  <a:lnTo>
                    <a:pt x="1364621" y="1215611"/>
                  </a:lnTo>
                  <a:lnTo>
                    <a:pt x="1365255" y="1188563"/>
                  </a:lnTo>
                  <a:lnTo>
                    <a:pt x="1322761" y="1188563"/>
                  </a:lnTo>
                  <a:close/>
                  <a:moveTo>
                    <a:pt x="1264727" y="1188563"/>
                  </a:moveTo>
                  <a:lnTo>
                    <a:pt x="1263142" y="1215293"/>
                  </a:lnTo>
                  <a:lnTo>
                    <a:pt x="1305636" y="1215293"/>
                  </a:lnTo>
                  <a:lnTo>
                    <a:pt x="1307222" y="1188563"/>
                  </a:lnTo>
                  <a:lnTo>
                    <a:pt x="1264727" y="1188563"/>
                  </a:lnTo>
                  <a:close/>
                  <a:moveTo>
                    <a:pt x="1206694" y="1188244"/>
                  </a:moveTo>
                  <a:lnTo>
                    <a:pt x="1204157" y="1215293"/>
                  </a:lnTo>
                  <a:lnTo>
                    <a:pt x="1246969" y="1215293"/>
                  </a:lnTo>
                  <a:lnTo>
                    <a:pt x="1248871" y="1188563"/>
                  </a:lnTo>
                  <a:lnTo>
                    <a:pt x="1206694" y="1188244"/>
                  </a:lnTo>
                  <a:close/>
                  <a:moveTo>
                    <a:pt x="1148661" y="1188244"/>
                  </a:moveTo>
                  <a:lnTo>
                    <a:pt x="1145172" y="1215293"/>
                  </a:lnTo>
                  <a:lnTo>
                    <a:pt x="1188301" y="1215293"/>
                  </a:lnTo>
                  <a:lnTo>
                    <a:pt x="1190838" y="1188244"/>
                  </a:lnTo>
                  <a:lnTo>
                    <a:pt x="1148661" y="1188244"/>
                  </a:lnTo>
                  <a:close/>
                  <a:moveTo>
                    <a:pt x="1090627" y="1188244"/>
                  </a:moveTo>
                  <a:lnTo>
                    <a:pt x="1086505" y="1214975"/>
                  </a:lnTo>
                  <a:lnTo>
                    <a:pt x="1128999" y="1214975"/>
                  </a:lnTo>
                  <a:lnTo>
                    <a:pt x="1132805" y="1188244"/>
                  </a:lnTo>
                  <a:lnTo>
                    <a:pt x="1090627" y="1188244"/>
                  </a:lnTo>
                  <a:close/>
                  <a:moveTo>
                    <a:pt x="1032594" y="1187926"/>
                  </a:moveTo>
                  <a:lnTo>
                    <a:pt x="1027203" y="1214975"/>
                  </a:lnTo>
                  <a:lnTo>
                    <a:pt x="1070331" y="1214975"/>
                  </a:lnTo>
                  <a:lnTo>
                    <a:pt x="1074771" y="1188244"/>
                  </a:lnTo>
                  <a:lnTo>
                    <a:pt x="1032594" y="1187926"/>
                  </a:lnTo>
                  <a:close/>
                  <a:moveTo>
                    <a:pt x="1740728" y="1132875"/>
                  </a:moveTo>
                  <a:lnTo>
                    <a:pt x="1737874" y="1133193"/>
                  </a:lnTo>
                  <a:lnTo>
                    <a:pt x="1735337" y="1133829"/>
                  </a:lnTo>
                  <a:lnTo>
                    <a:pt x="1733117" y="1134784"/>
                  </a:lnTo>
                  <a:lnTo>
                    <a:pt x="1731532" y="1136057"/>
                  </a:lnTo>
                  <a:lnTo>
                    <a:pt x="1730263" y="1137648"/>
                  </a:lnTo>
                  <a:lnTo>
                    <a:pt x="1729312" y="1139875"/>
                  </a:lnTo>
                  <a:lnTo>
                    <a:pt x="1728995" y="1142103"/>
                  </a:lnTo>
                  <a:lnTo>
                    <a:pt x="1728995" y="1144330"/>
                  </a:lnTo>
                  <a:lnTo>
                    <a:pt x="1730263" y="1151649"/>
                  </a:lnTo>
                  <a:lnTo>
                    <a:pt x="1731215" y="1153877"/>
                  </a:lnTo>
                  <a:lnTo>
                    <a:pt x="1732166" y="1156104"/>
                  </a:lnTo>
                  <a:lnTo>
                    <a:pt x="1734069" y="1158332"/>
                  </a:lnTo>
                  <a:lnTo>
                    <a:pt x="1735971" y="1159923"/>
                  </a:lnTo>
                  <a:lnTo>
                    <a:pt x="1738508" y="1161514"/>
                  </a:lnTo>
                  <a:lnTo>
                    <a:pt x="1741045" y="1162469"/>
                  </a:lnTo>
                  <a:lnTo>
                    <a:pt x="1743582" y="1163105"/>
                  </a:lnTo>
                  <a:lnTo>
                    <a:pt x="1746437" y="1163423"/>
                  </a:lnTo>
                  <a:lnTo>
                    <a:pt x="1772123" y="1163423"/>
                  </a:lnTo>
                  <a:lnTo>
                    <a:pt x="1775295" y="1163105"/>
                  </a:lnTo>
                  <a:lnTo>
                    <a:pt x="1777832" y="1162469"/>
                  </a:lnTo>
                  <a:lnTo>
                    <a:pt x="1779734" y="1161514"/>
                  </a:lnTo>
                  <a:lnTo>
                    <a:pt x="1781637" y="1159923"/>
                  </a:lnTo>
                  <a:lnTo>
                    <a:pt x="1782906" y="1158332"/>
                  </a:lnTo>
                  <a:lnTo>
                    <a:pt x="1783857" y="1156104"/>
                  </a:lnTo>
                  <a:lnTo>
                    <a:pt x="1784174" y="1154195"/>
                  </a:lnTo>
                  <a:lnTo>
                    <a:pt x="1783857" y="1151968"/>
                  </a:lnTo>
                  <a:lnTo>
                    <a:pt x="1782271" y="1144330"/>
                  </a:lnTo>
                  <a:lnTo>
                    <a:pt x="1781637" y="1142103"/>
                  </a:lnTo>
                  <a:lnTo>
                    <a:pt x="1780369" y="1139875"/>
                  </a:lnTo>
                  <a:lnTo>
                    <a:pt x="1778783" y="1137648"/>
                  </a:lnTo>
                  <a:lnTo>
                    <a:pt x="1776563" y="1136057"/>
                  </a:lnTo>
                  <a:lnTo>
                    <a:pt x="1774343" y="1134784"/>
                  </a:lnTo>
                  <a:lnTo>
                    <a:pt x="1771489" y="1133829"/>
                  </a:lnTo>
                  <a:lnTo>
                    <a:pt x="1768635" y="1133193"/>
                  </a:lnTo>
                  <a:lnTo>
                    <a:pt x="1766098" y="1132875"/>
                  </a:lnTo>
                  <a:lnTo>
                    <a:pt x="1740728" y="1132875"/>
                  </a:lnTo>
                  <a:close/>
                  <a:moveTo>
                    <a:pt x="1664619" y="1132875"/>
                  </a:moveTo>
                  <a:lnTo>
                    <a:pt x="1661765" y="1133193"/>
                  </a:lnTo>
                  <a:lnTo>
                    <a:pt x="1659545" y="1133829"/>
                  </a:lnTo>
                  <a:lnTo>
                    <a:pt x="1657325" y="1134784"/>
                  </a:lnTo>
                  <a:lnTo>
                    <a:pt x="1655422" y="1136057"/>
                  </a:lnTo>
                  <a:lnTo>
                    <a:pt x="1654154" y="1137648"/>
                  </a:lnTo>
                  <a:lnTo>
                    <a:pt x="1653203" y="1139875"/>
                  </a:lnTo>
                  <a:lnTo>
                    <a:pt x="1652568" y="1142103"/>
                  </a:lnTo>
                  <a:lnTo>
                    <a:pt x="1652568" y="1144330"/>
                  </a:lnTo>
                  <a:lnTo>
                    <a:pt x="1653837" y="1151649"/>
                  </a:lnTo>
                  <a:lnTo>
                    <a:pt x="1654471" y="1153877"/>
                  </a:lnTo>
                  <a:lnTo>
                    <a:pt x="1655422" y="1156104"/>
                  </a:lnTo>
                  <a:lnTo>
                    <a:pt x="1657008" y="1158332"/>
                  </a:lnTo>
                  <a:lnTo>
                    <a:pt x="1658911" y="1159923"/>
                  </a:lnTo>
                  <a:lnTo>
                    <a:pt x="1661131" y="1161196"/>
                  </a:lnTo>
                  <a:lnTo>
                    <a:pt x="1663668" y="1162469"/>
                  </a:lnTo>
                  <a:lnTo>
                    <a:pt x="1666205" y="1163105"/>
                  </a:lnTo>
                  <a:lnTo>
                    <a:pt x="1669376" y="1163105"/>
                  </a:lnTo>
                  <a:lnTo>
                    <a:pt x="1695063" y="1163423"/>
                  </a:lnTo>
                  <a:lnTo>
                    <a:pt x="1697917" y="1163105"/>
                  </a:lnTo>
                  <a:lnTo>
                    <a:pt x="1700137" y="1162469"/>
                  </a:lnTo>
                  <a:lnTo>
                    <a:pt x="1702357" y="1161514"/>
                  </a:lnTo>
                  <a:lnTo>
                    <a:pt x="1704576" y="1159923"/>
                  </a:lnTo>
                  <a:lnTo>
                    <a:pt x="1705845" y="1158332"/>
                  </a:lnTo>
                  <a:lnTo>
                    <a:pt x="1706796" y="1156104"/>
                  </a:lnTo>
                  <a:lnTo>
                    <a:pt x="1707430" y="1153877"/>
                  </a:lnTo>
                  <a:lnTo>
                    <a:pt x="1707113" y="1151649"/>
                  </a:lnTo>
                  <a:lnTo>
                    <a:pt x="1705845" y="1144330"/>
                  </a:lnTo>
                  <a:lnTo>
                    <a:pt x="1705211" y="1142103"/>
                  </a:lnTo>
                  <a:lnTo>
                    <a:pt x="1704259" y="1139875"/>
                  </a:lnTo>
                  <a:lnTo>
                    <a:pt x="1702357" y="1137648"/>
                  </a:lnTo>
                  <a:lnTo>
                    <a:pt x="1700137" y="1136057"/>
                  </a:lnTo>
                  <a:lnTo>
                    <a:pt x="1697917" y="1134784"/>
                  </a:lnTo>
                  <a:lnTo>
                    <a:pt x="1695697" y="1133829"/>
                  </a:lnTo>
                  <a:lnTo>
                    <a:pt x="1692843" y="1133193"/>
                  </a:lnTo>
                  <a:lnTo>
                    <a:pt x="1689989" y="1132875"/>
                  </a:lnTo>
                  <a:lnTo>
                    <a:pt x="1664619" y="1132875"/>
                  </a:lnTo>
                  <a:close/>
                  <a:moveTo>
                    <a:pt x="1586924" y="1132875"/>
                  </a:moveTo>
                  <a:lnTo>
                    <a:pt x="1584704" y="1133511"/>
                  </a:lnTo>
                  <a:lnTo>
                    <a:pt x="1582167" y="1134784"/>
                  </a:lnTo>
                  <a:lnTo>
                    <a:pt x="1580264" y="1136057"/>
                  </a:lnTo>
                  <a:lnTo>
                    <a:pt x="1578679" y="1137648"/>
                  </a:lnTo>
                  <a:lnTo>
                    <a:pt x="1577727" y="1139875"/>
                  </a:lnTo>
                  <a:lnTo>
                    <a:pt x="1577093" y="1142103"/>
                  </a:lnTo>
                  <a:lnTo>
                    <a:pt x="1577093" y="1144330"/>
                  </a:lnTo>
                  <a:lnTo>
                    <a:pt x="1578044" y="1151649"/>
                  </a:lnTo>
                  <a:lnTo>
                    <a:pt x="1578362" y="1153877"/>
                  </a:lnTo>
                  <a:lnTo>
                    <a:pt x="1579313" y="1156104"/>
                  </a:lnTo>
                  <a:lnTo>
                    <a:pt x="1580899" y="1158332"/>
                  </a:lnTo>
                  <a:lnTo>
                    <a:pt x="1583118" y="1159923"/>
                  </a:lnTo>
                  <a:lnTo>
                    <a:pt x="1585338" y="1161196"/>
                  </a:lnTo>
                  <a:lnTo>
                    <a:pt x="1587558" y="1162151"/>
                  </a:lnTo>
                  <a:lnTo>
                    <a:pt x="1590412" y="1162787"/>
                  </a:lnTo>
                  <a:lnTo>
                    <a:pt x="1593266" y="1163105"/>
                  </a:lnTo>
                  <a:lnTo>
                    <a:pt x="1618953" y="1163105"/>
                  </a:lnTo>
                  <a:lnTo>
                    <a:pt x="1621807" y="1163105"/>
                  </a:lnTo>
                  <a:lnTo>
                    <a:pt x="1624344" y="1162469"/>
                  </a:lnTo>
                  <a:lnTo>
                    <a:pt x="1626564" y="1161196"/>
                  </a:lnTo>
                  <a:lnTo>
                    <a:pt x="1628467" y="1159923"/>
                  </a:lnTo>
                  <a:lnTo>
                    <a:pt x="1629735" y="1158332"/>
                  </a:lnTo>
                  <a:lnTo>
                    <a:pt x="1631004" y="1156104"/>
                  </a:lnTo>
                  <a:lnTo>
                    <a:pt x="1631321" y="1153877"/>
                  </a:lnTo>
                  <a:lnTo>
                    <a:pt x="1631321" y="1151649"/>
                  </a:lnTo>
                  <a:lnTo>
                    <a:pt x="1630370" y="1144330"/>
                  </a:lnTo>
                  <a:lnTo>
                    <a:pt x="1629735" y="1142103"/>
                  </a:lnTo>
                  <a:lnTo>
                    <a:pt x="1628784" y="1139875"/>
                  </a:lnTo>
                  <a:lnTo>
                    <a:pt x="1627198" y="1137648"/>
                  </a:lnTo>
                  <a:lnTo>
                    <a:pt x="1625296" y="1136057"/>
                  </a:lnTo>
                  <a:lnTo>
                    <a:pt x="1623076" y="1134784"/>
                  </a:lnTo>
                  <a:lnTo>
                    <a:pt x="1620856" y="1133829"/>
                  </a:lnTo>
                  <a:lnTo>
                    <a:pt x="1618002" y="1132875"/>
                  </a:lnTo>
                  <a:lnTo>
                    <a:pt x="1615148" y="1132875"/>
                  </a:lnTo>
                  <a:lnTo>
                    <a:pt x="1589778" y="1132875"/>
                  </a:lnTo>
                  <a:lnTo>
                    <a:pt x="1586924" y="1132875"/>
                  </a:lnTo>
                  <a:close/>
                  <a:moveTo>
                    <a:pt x="1510815" y="1132875"/>
                  </a:moveTo>
                  <a:lnTo>
                    <a:pt x="1508278" y="1133511"/>
                  </a:lnTo>
                  <a:lnTo>
                    <a:pt x="1506058" y="1134784"/>
                  </a:lnTo>
                  <a:lnTo>
                    <a:pt x="1504155" y="1136057"/>
                  </a:lnTo>
                  <a:lnTo>
                    <a:pt x="1502569" y="1137648"/>
                  </a:lnTo>
                  <a:lnTo>
                    <a:pt x="1501618" y="1139875"/>
                  </a:lnTo>
                  <a:lnTo>
                    <a:pt x="1500984" y="1142103"/>
                  </a:lnTo>
                  <a:lnTo>
                    <a:pt x="1500667" y="1144330"/>
                  </a:lnTo>
                  <a:lnTo>
                    <a:pt x="1501301" y="1151649"/>
                  </a:lnTo>
                  <a:lnTo>
                    <a:pt x="1501618" y="1153877"/>
                  </a:lnTo>
                  <a:lnTo>
                    <a:pt x="1502569" y="1156104"/>
                  </a:lnTo>
                  <a:lnTo>
                    <a:pt x="1503838" y="1158332"/>
                  </a:lnTo>
                  <a:lnTo>
                    <a:pt x="1505741" y="1159923"/>
                  </a:lnTo>
                  <a:lnTo>
                    <a:pt x="1507960" y="1161196"/>
                  </a:lnTo>
                  <a:lnTo>
                    <a:pt x="1510180" y="1162151"/>
                  </a:lnTo>
                  <a:lnTo>
                    <a:pt x="1512717" y="1162787"/>
                  </a:lnTo>
                  <a:lnTo>
                    <a:pt x="1515888" y="1163105"/>
                  </a:lnTo>
                  <a:lnTo>
                    <a:pt x="1541575" y="1163105"/>
                  </a:lnTo>
                  <a:lnTo>
                    <a:pt x="1544430" y="1162787"/>
                  </a:lnTo>
                  <a:lnTo>
                    <a:pt x="1546966" y="1162151"/>
                  </a:lnTo>
                  <a:lnTo>
                    <a:pt x="1549503" y="1161196"/>
                  </a:lnTo>
                  <a:lnTo>
                    <a:pt x="1551406" y="1159923"/>
                  </a:lnTo>
                  <a:lnTo>
                    <a:pt x="1552992" y="1158332"/>
                  </a:lnTo>
                  <a:lnTo>
                    <a:pt x="1553943" y="1156104"/>
                  </a:lnTo>
                  <a:lnTo>
                    <a:pt x="1554577" y="1153877"/>
                  </a:lnTo>
                  <a:lnTo>
                    <a:pt x="1554577" y="1151649"/>
                  </a:lnTo>
                  <a:lnTo>
                    <a:pt x="1553943" y="1144330"/>
                  </a:lnTo>
                  <a:lnTo>
                    <a:pt x="1553626" y="1142103"/>
                  </a:lnTo>
                  <a:lnTo>
                    <a:pt x="1552675" y="1139875"/>
                  </a:lnTo>
                  <a:lnTo>
                    <a:pt x="1551089" y="1137648"/>
                  </a:lnTo>
                  <a:lnTo>
                    <a:pt x="1549186" y="1136057"/>
                  </a:lnTo>
                  <a:lnTo>
                    <a:pt x="1546966" y="1134784"/>
                  </a:lnTo>
                  <a:lnTo>
                    <a:pt x="1544430" y="1133511"/>
                  </a:lnTo>
                  <a:lnTo>
                    <a:pt x="1541893" y="1132875"/>
                  </a:lnTo>
                  <a:lnTo>
                    <a:pt x="1539038" y="1132875"/>
                  </a:lnTo>
                  <a:lnTo>
                    <a:pt x="1513986" y="1132875"/>
                  </a:lnTo>
                  <a:lnTo>
                    <a:pt x="1510815" y="1132875"/>
                  </a:lnTo>
                  <a:close/>
                  <a:moveTo>
                    <a:pt x="981854" y="1117600"/>
                  </a:moveTo>
                  <a:lnTo>
                    <a:pt x="1765464" y="1117600"/>
                  </a:lnTo>
                  <a:lnTo>
                    <a:pt x="1769904" y="1117918"/>
                  </a:lnTo>
                  <a:lnTo>
                    <a:pt x="1774978" y="1118236"/>
                  </a:lnTo>
                  <a:lnTo>
                    <a:pt x="1779417" y="1119191"/>
                  </a:lnTo>
                  <a:lnTo>
                    <a:pt x="1783857" y="1120464"/>
                  </a:lnTo>
                  <a:lnTo>
                    <a:pt x="1787980" y="1122373"/>
                  </a:lnTo>
                  <a:lnTo>
                    <a:pt x="1792736" y="1124283"/>
                  </a:lnTo>
                  <a:lnTo>
                    <a:pt x="1796542" y="1126510"/>
                  </a:lnTo>
                  <a:lnTo>
                    <a:pt x="1800347" y="1129056"/>
                  </a:lnTo>
                  <a:lnTo>
                    <a:pt x="1803836" y="1131602"/>
                  </a:lnTo>
                  <a:lnTo>
                    <a:pt x="1807007" y="1134466"/>
                  </a:lnTo>
                  <a:lnTo>
                    <a:pt x="1810495" y="1137648"/>
                  </a:lnTo>
                  <a:lnTo>
                    <a:pt x="1813032" y="1141148"/>
                  </a:lnTo>
                  <a:lnTo>
                    <a:pt x="1815252" y="1144649"/>
                  </a:lnTo>
                  <a:lnTo>
                    <a:pt x="1817155" y="1148149"/>
                  </a:lnTo>
                  <a:lnTo>
                    <a:pt x="1818740" y="1151649"/>
                  </a:lnTo>
                  <a:lnTo>
                    <a:pt x="1820009" y="1155468"/>
                  </a:lnTo>
                  <a:lnTo>
                    <a:pt x="1903095" y="1502007"/>
                  </a:lnTo>
                  <a:lnTo>
                    <a:pt x="1903412" y="1506144"/>
                  </a:lnTo>
                  <a:lnTo>
                    <a:pt x="1903412" y="1509963"/>
                  </a:lnTo>
                  <a:lnTo>
                    <a:pt x="1903095" y="1513463"/>
                  </a:lnTo>
                  <a:lnTo>
                    <a:pt x="1901827" y="1516963"/>
                  </a:lnTo>
                  <a:lnTo>
                    <a:pt x="1900241" y="1520146"/>
                  </a:lnTo>
                  <a:lnTo>
                    <a:pt x="1898338" y="1523646"/>
                  </a:lnTo>
                  <a:lnTo>
                    <a:pt x="1895801" y="1526510"/>
                  </a:lnTo>
                  <a:lnTo>
                    <a:pt x="1892313" y="1529056"/>
                  </a:lnTo>
                  <a:lnTo>
                    <a:pt x="1889142" y="1531283"/>
                  </a:lnTo>
                  <a:lnTo>
                    <a:pt x="1885336" y="1533511"/>
                  </a:lnTo>
                  <a:lnTo>
                    <a:pt x="1881214" y="1535420"/>
                  </a:lnTo>
                  <a:lnTo>
                    <a:pt x="1876774" y="1537011"/>
                  </a:lnTo>
                  <a:lnTo>
                    <a:pt x="1871700" y="1538284"/>
                  </a:lnTo>
                  <a:lnTo>
                    <a:pt x="1866626" y="1538920"/>
                  </a:lnTo>
                  <a:lnTo>
                    <a:pt x="1861235" y="1539557"/>
                  </a:lnTo>
                  <a:lnTo>
                    <a:pt x="1855210" y="1539875"/>
                  </a:lnTo>
                  <a:lnTo>
                    <a:pt x="884498" y="1539875"/>
                  </a:lnTo>
                  <a:lnTo>
                    <a:pt x="878789" y="1539557"/>
                  </a:lnTo>
                  <a:lnTo>
                    <a:pt x="873081" y="1538920"/>
                  </a:lnTo>
                  <a:lnTo>
                    <a:pt x="868007" y="1537966"/>
                  </a:lnTo>
                  <a:lnTo>
                    <a:pt x="863250" y="1536693"/>
                  </a:lnTo>
                  <a:lnTo>
                    <a:pt x="858811" y="1535102"/>
                  </a:lnTo>
                  <a:lnTo>
                    <a:pt x="854371" y="1533193"/>
                  </a:lnTo>
                  <a:lnTo>
                    <a:pt x="850566" y="1531283"/>
                  </a:lnTo>
                  <a:lnTo>
                    <a:pt x="847394" y="1528737"/>
                  </a:lnTo>
                  <a:lnTo>
                    <a:pt x="844223" y="1526192"/>
                  </a:lnTo>
                  <a:lnTo>
                    <a:pt x="842003" y="1523010"/>
                  </a:lnTo>
                  <a:lnTo>
                    <a:pt x="839466" y="1519827"/>
                  </a:lnTo>
                  <a:lnTo>
                    <a:pt x="837881" y="1516645"/>
                  </a:lnTo>
                  <a:lnTo>
                    <a:pt x="836929" y="1513463"/>
                  </a:lnTo>
                  <a:lnTo>
                    <a:pt x="836612" y="1509963"/>
                  </a:lnTo>
                  <a:lnTo>
                    <a:pt x="836612" y="1506144"/>
                  </a:lnTo>
                  <a:lnTo>
                    <a:pt x="837246" y="1502007"/>
                  </a:lnTo>
                  <a:lnTo>
                    <a:pt x="926675" y="1154832"/>
                  </a:lnTo>
                  <a:lnTo>
                    <a:pt x="927943" y="1151331"/>
                  </a:lnTo>
                  <a:lnTo>
                    <a:pt x="929529" y="1147513"/>
                  </a:lnTo>
                  <a:lnTo>
                    <a:pt x="931432" y="1144012"/>
                  </a:lnTo>
                  <a:lnTo>
                    <a:pt x="933969" y="1140830"/>
                  </a:lnTo>
                  <a:lnTo>
                    <a:pt x="936823" y="1137011"/>
                  </a:lnTo>
                  <a:lnTo>
                    <a:pt x="939677" y="1134147"/>
                  </a:lnTo>
                  <a:lnTo>
                    <a:pt x="943165" y="1131283"/>
                  </a:lnTo>
                  <a:lnTo>
                    <a:pt x="946971" y="1128738"/>
                  </a:lnTo>
                  <a:lnTo>
                    <a:pt x="950776" y="1126192"/>
                  </a:lnTo>
                  <a:lnTo>
                    <a:pt x="954582" y="1124283"/>
                  </a:lnTo>
                  <a:lnTo>
                    <a:pt x="959021" y="1122373"/>
                  </a:lnTo>
                  <a:lnTo>
                    <a:pt x="963461" y="1120464"/>
                  </a:lnTo>
                  <a:lnTo>
                    <a:pt x="967901" y="1119191"/>
                  </a:lnTo>
                  <a:lnTo>
                    <a:pt x="972341" y="1118236"/>
                  </a:lnTo>
                  <a:lnTo>
                    <a:pt x="977097" y="1117918"/>
                  </a:lnTo>
                  <a:lnTo>
                    <a:pt x="981854" y="1117600"/>
                  </a:lnTo>
                  <a:close/>
                  <a:moveTo>
                    <a:pt x="268430" y="1104583"/>
                  </a:moveTo>
                  <a:lnTo>
                    <a:pt x="254469" y="1109980"/>
                  </a:lnTo>
                  <a:lnTo>
                    <a:pt x="240826" y="1115695"/>
                  </a:lnTo>
                  <a:lnTo>
                    <a:pt x="227500" y="1121410"/>
                  </a:lnTo>
                  <a:lnTo>
                    <a:pt x="214808" y="1127443"/>
                  </a:lnTo>
                  <a:lnTo>
                    <a:pt x="202433" y="1133158"/>
                  </a:lnTo>
                  <a:lnTo>
                    <a:pt x="190693" y="1139190"/>
                  </a:lnTo>
                  <a:lnTo>
                    <a:pt x="178954" y="1145858"/>
                  </a:lnTo>
                  <a:lnTo>
                    <a:pt x="168483" y="1151890"/>
                  </a:lnTo>
                  <a:lnTo>
                    <a:pt x="178954" y="1168718"/>
                  </a:lnTo>
                  <a:lnTo>
                    <a:pt x="190376" y="1185228"/>
                  </a:lnTo>
                  <a:lnTo>
                    <a:pt x="202433" y="1201420"/>
                  </a:lnTo>
                  <a:lnTo>
                    <a:pt x="214490" y="1217295"/>
                  </a:lnTo>
                  <a:lnTo>
                    <a:pt x="227182" y="1232535"/>
                  </a:lnTo>
                  <a:lnTo>
                    <a:pt x="240191" y="1247775"/>
                  </a:lnTo>
                  <a:lnTo>
                    <a:pt x="253835" y="1262380"/>
                  </a:lnTo>
                  <a:lnTo>
                    <a:pt x="267479" y="1276668"/>
                  </a:lnTo>
                  <a:lnTo>
                    <a:pt x="283026" y="1291590"/>
                  </a:lnTo>
                  <a:lnTo>
                    <a:pt x="299208" y="1306195"/>
                  </a:lnTo>
                  <a:lnTo>
                    <a:pt x="313486" y="1301750"/>
                  </a:lnTo>
                  <a:lnTo>
                    <a:pt x="327764" y="1297623"/>
                  </a:lnTo>
                  <a:lnTo>
                    <a:pt x="357590" y="1289368"/>
                  </a:lnTo>
                  <a:lnTo>
                    <a:pt x="350609" y="1278890"/>
                  </a:lnTo>
                  <a:lnTo>
                    <a:pt x="344264" y="1268413"/>
                  </a:lnTo>
                  <a:lnTo>
                    <a:pt x="337600" y="1257618"/>
                  </a:lnTo>
                  <a:lnTo>
                    <a:pt x="331572" y="1246823"/>
                  </a:lnTo>
                  <a:lnTo>
                    <a:pt x="325543" y="1235710"/>
                  </a:lnTo>
                  <a:lnTo>
                    <a:pt x="319515" y="1224280"/>
                  </a:lnTo>
                  <a:lnTo>
                    <a:pt x="313803" y="1213168"/>
                  </a:lnTo>
                  <a:lnTo>
                    <a:pt x="308409" y="1201738"/>
                  </a:lnTo>
                  <a:lnTo>
                    <a:pt x="302381" y="1189990"/>
                  </a:lnTo>
                  <a:lnTo>
                    <a:pt x="297304" y="1178243"/>
                  </a:lnTo>
                  <a:lnTo>
                    <a:pt x="287151" y="1154113"/>
                  </a:lnTo>
                  <a:lnTo>
                    <a:pt x="277315" y="1129665"/>
                  </a:lnTo>
                  <a:lnTo>
                    <a:pt x="268430" y="1104583"/>
                  </a:lnTo>
                  <a:close/>
                  <a:moveTo>
                    <a:pt x="469277" y="1050290"/>
                  </a:moveTo>
                  <a:lnTo>
                    <a:pt x="441990" y="1055688"/>
                  </a:lnTo>
                  <a:lnTo>
                    <a:pt x="415337" y="1061403"/>
                  </a:lnTo>
                  <a:lnTo>
                    <a:pt x="389319" y="1067118"/>
                  </a:lnTo>
                  <a:lnTo>
                    <a:pt x="364253" y="1073785"/>
                  </a:lnTo>
                  <a:lnTo>
                    <a:pt x="343946" y="1079500"/>
                  </a:lnTo>
                  <a:lnTo>
                    <a:pt x="324274" y="1085215"/>
                  </a:lnTo>
                  <a:lnTo>
                    <a:pt x="328716" y="1098550"/>
                  </a:lnTo>
                  <a:lnTo>
                    <a:pt x="333476" y="1111568"/>
                  </a:lnTo>
                  <a:lnTo>
                    <a:pt x="338235" y="1124585"/>
                  </a:lnTo>
                  <a:lnTo>
                    <a:pt x="343629" y="1136968"/>
                  </a:lnTo>
                  <a:lnTo>
                    <a:pt x="349023" y="1149668"/>
                  </a:lnTo>
                  <a:lnTo>
                    <a:pt x="354417" y="1162050"/>
                  </a:lnTo>
                  <a:lnTo>
                    <a:pt x="360446" y="1174115"/>
                  </a:lnTo>
                  <a:lnTo>
                    <a:pt x="366157" y="1186180"/>
                  </a:lnTo>
                  <a:lnTo>
                    <a:pt x="371868" y="1197928"/>
                  </a:lnTo>
                  <a:lnTo>
                    <a:pt x="378531" y="1209358"/>
                  </a:lnTo>
                  <a:lnTo>
                    <a:pt x="384560" y="1220788"/>
                  </a:lnTo>
                  <a:lnTo>
                    <a:pt x="391223" y="1232218"/>
                  </a:lnTo>
                  <a:lnTo>
                    <a:pt x="397886" y="1243013"/>
                  </a:lnTo>
                  <a:lnTo>
                    <a:pt x="404549" y="1254125"/>
                  </a:lnTo>
                  <a:lnTo>
                    <a:pt x="411530" y="1264603"/>
                  </a:lnTo>
                  <a:lnTo>
                    <a:pt x="418510" y="1275080"/>
                  </a:lnTo>
                  <a:lnTo>
                    <a:pt x="442942" y="1270318"/>
                  </a:lnTo>
                  <a:lnTo>
                    <a:pt x="467373" y="1265873"/>
                  </a:lnTo>
                  <a:lnTo>
                    <a:pt x="492440" y="1261428"/>
                  </a:lnTo>
                  <a:lnTo>
                    <a:pt x="518140" y="1257618"/>
                  </a:lnTo>
                  <a:lnTo>
                    <a:pt x="510525" y="1234123"/>
                  </a:lnTo>
                  <a:lnTo>
                    <a:pt x="503545" y="1209993"/>
                  </a:lnTo>
                  <a:lnTo>
                    <a:pt x="496882" y="1184910"/>
                  </a:lnTo>
                  <a:lnTo>
                    <a:pt x="490219" y="1159193"/>
                  </a:lnTo>
                  <a:lnTo>
                    <a:pt x="484507" y="1132840"/>
                  </a:lnTo>
                  <a:lnTo>
                    <a:pt x="479113" y="1106170"/>
                  </a:lnTo>
                  <a:lnTo>
                    <a:pt x="473719" y="1078548"/>
                  </a:lnTo>
                  <a:lnTo>
                    <a:pt x="469277" y="1050290"/>
                  </a:lnTo>
                  <a:close/>
                  <a:moveTo>
                    <a:pt x="742467" y="1024890"/>
                  </a:moveTo>
                  <a:lnTo>
                    <a:pt x="714228" y="1025525"/>
                  </a:lnTo>
                  <a:lnTo>
                    <a:pt x="686623" y="1026478"/>
                  </a:lnTo>
                  <a:lnTo>
                    <a:pt x="659019" y="1028065"/>
                  </a:lnTo>
                  <a:lnTo>
                    <a:pt x="631731" y="1029653"/>
                  </a:lnTo>
                  <a:lnTo>
                    <a:pt x="605396" y="1031875"/>
                  </a:lnTo>
                  <a:lnTo>
                    <a:pt x="578743" y="1034733"/>
                  </a:lnTo>
                  <a:lnTo>
                    <a:pt x="553043" y="1037908"/>
                  </a:lnTo>
                  <a:lnTo>
                    <a:pt x="527025" y="1041083"/>
                  </a:lnTo>
                  <a:lnTo>
                    <a:pt x="530515" y="1059498"/>
                  </a:lnTo>
                  <a:lnTo>
                    <a:pt x="533688" y="1077595"/>
                  </a:lnTo>
                  <a:lnTo>
                    <a:pt x="536861" y="1095375"/>
                  </a:lnTo>
                  <a:lnTo>
                    <a:pt x="540351" y="1112838"/>
                  </a:lnTo>
                  <a:lnTo>
                    <a:pt x="543841" y="1130300"/>
                  </a:lnTo>
                  <a:lnTo>
                    <a:pt x="547966" y="1147128"/>
                  </a:lnTo>
                  <a:lnTo>
                    <a:pt x="552091" y="1163638"/>
                  </a:lnTo>
                  <a:lnTo>
                    <a:pt x="556216" y="1180148"/>
                  </a:lnTo>
                  <a:lnTo>
                    <a:pt x="561292" y="1198245"/>
                  </a:lnTo>
                  <a:lnTo>
                    <a:pt x="566686" y="1216025"/>
                  </a:lnTo>
                  <a:lnTo>
                    <a:pt x="572080" y="1233488"/>
                  </a:lnTo>
                  <a:lnTo>
                    <a:pt x="577792" y="1250315"/>
                  </a:lnTo>
                  <a:lnTo>
                    <a:pt x="597464" y="1248410"/>
                  </a:lnTo>
                  <a:lnTo>
                    <a:pt x="617771" y="1246823"/>
                  </a:lnTo>
                  <a:lnTo>
                    <a:pt x="638077" y="1245235"/>
                  </a:lnTo>
                  <a:lnTo>
                    <a:pt x="658701" y="1243648"/>
                  </a:lnTo>
                  <a:lnTo>
                    <a:pt x="679326" y="1242378"/>
                  </a:lnTo>
                  <a:lnTo>
                    <a:pt x="699950" y="1241425"/>
                  </a:lnTo>
                  <a:lnTo>
                    <a:pt x="721208" y="1240790"/>
                  </a:lnTo>
                  <a:lnTo>
                    <a:pt x="742467" y="1240473"/>
                  </a:lnTo>
                  <a:lnTo>
                    <a:pt x="742467" y="1024890"/>
                  </a:lnTo>
                  <a:close/>
                  <a:moveTo>
                    <a:pt x="507035" y="801688"/>
                  </a:moveTo>
                  <a:lnTo>
                    <a:pt x="507670" y="824865"/>
                  </a:lnTo>
                  <a:lnTo>
                    <a:pt x="508622" y="848360"/>
                  </a:lnTo>
                  <a:lnTo>
                    <a:pt x="509573" y="871538"/>
                  </a:lnTo>
                  <a:lnTo>
                    <a:pt x="510843" y="894080"/>
                  </a:lnTo>
                  <a:lnTo>
                    <a:pt x="512746" y="916940"/>
                  </a:lnTo>
                  <a:lnTo>
                    <a:pt x="514650" y="939165"/>
                  </a:lnTo>
                  <a:lnTo>
                    <a:pt x="516871" y="961073"/>
                  </a:lnTo>
                  <a:lnTo>
                    <a:pt x="519410" y="982663"/>
                  </a:lnTo>
                  <a:lnTo>
                    <a:pt x="546062" y="979170"/>
                  </a:lnTo>
                  <a:lnTo>
                    <a:pt x="572715" y="976313"/>
                  </a:lnTo>
                  <a:lnTo>
                    <a:pt x="600319" y="973455"/>
                  </a:lnTo>
                  <a:lnTo>
                    <a:pt x="627924" y="971233"/>
                  </a:lnTo>
                  <a:lnTo>
                    <a:pt x="656163" y="969328"/>
                  </a:lnTo>
                  <a:lnTo>
                    <a:pt x="684720" y="967740"/>
                  </a:lnTo>
                  <a:lnTo>
                    <a:pt x="713276" y="966788"/>
                  </a:lnTo>
                  <a:lnTo>
                    <a:pt x="742467" y="965835"/>
                  </a:lnTo>
                  <a:lnTo>
                    <a:pt x="742467" y="801688"/>
                  </a:lnTo>
                  <a:lnTo>
                    <a:pt x="507035" y="801688"/>
                  </a:lnTo>
                  <a:close/>
                  <a:moveTo>
                    <a:pt x="273824" y="801688"/>
                  </a:moveTo>
                  <a:lnTo>
                    <a:pt x="274142" y="816610"/>
                  </a:lnTo>
                  <a:lnTo>
                    <a:pt x="275094" y="831533"/>
                  </a:lnTo>
                  <a:lnTo>
                    <a:pt x="276045" y="846455"/>
                  </a:lnTo>
                  <a:lnTo>
                    <a:pt x="276997" y="860743"/>
                  </a:lnTo>
                  <a:lnTo>
                    <a:pt x="278584" y="875665"/>
                  </a:lnTo>
                  <a:lnTo>
                    <a:pt x="280170" y="889953"/>
                  </a:lnTo>
                  <a:lnTo>
                    <a:pt x="281757" y="904558"/>
                  </a:lnTo>
                  <a:lnTo>
                    <a:pt x="283660" y="918845"/>
                  </a:lnTo>
                  <a:lnTo>
                    <a:pt x="285882" y="933133"/>
                  </a:lnTo>
                  <a:lnTo>
                    <a:pt x="288737" y="947103"/>
                  </a:lnTo>
                  <a:lnTo>
                    <a:pt x="291276" y="961073"/>
                  </a:lnTo>
                  <a:lnTo>
                    <a:pt x="293814" y="975043"/>
                  </a:lnTo>
                  <a:lnTo>
                    <a:pt x="296670" y="988695"/>
                  </a:lnTo>
                  <a:lnTo>
                    <a:pt x="299842" y="1002665"/>
                  </a:lnTo>
                  <a:lnTo>
                    <a:pt x="303015" y="1015683"/>
                  </a:lnTo>
                  <a:lnTo>
                    <a:pt x="306823" y="1029335"/>
                  </a:lnTo>
                  <a:lnTo>
                    <a:pt x="324909" y="1023938"/>
                  </a:lnTo>
                  <a:lnTo>
                    <a:pt x="343312" y="1018858"/>
                  </a:lnTo>
                  <a:lnTo>
                    <a:pt x="362032" y="1013778"/>
                  </a:lnTo>
                  <a:lnTo>
                    <a:pt x="381070" y="1009015"/>
                  </a:lnTo>
                  <a:lnTo>
                    <a:pt x="400742" y="1004570"/>
                  </a:lnTo>
                  <a:lnTo>
                    <a:pt x="420414" y="1000125"/>
                  </a:lnTo>
                  <a:lnTo>
                    <a:pt x="440721" y="995998"/>
                  </a:lnTo>
                  <a:lnTo>
                    <a:pt x="461345" y="992188"/>
                  </a:lnTo>
                  <a:lnTo>
                    <a:pt x="458489" y="969328"/>
                  </a:lnTo>
                  <a:lnTo>
                    <a:pt x="456268" y="945833"/>
                  </a:lnTo>
                  <a:lnTo>
                    <a:pt x="454047" y="922655"/>
                  </a:lnTo>
                  <a:lnTo>
                    <a:pt x="452461" y="899160"/>
                  </a:lnTo>
                  <a:lnTo>
                    <a:pt x="451191" y="874713"/>
                  </a:lnTo>
                  <a:lnTo>
                    <a:pt x="449922" y="850900"/>
                  </a:lnTo>
                  <a:lnTo>
                    <a:pt x="448970" y="826135"/>
                  </a:lnTo>
                  <a:lnTo>
                    <a:pt x="448653" y="801688"/>
                  </a:lnTo>
                  <a:lnTo>
                    <a:pt x="273824" y="801688"/>
                  </a:lnTo>
                  <a:close/>
                  <a:moveTo>
                    <a:pt x="59334" y="801688"/>
                  </a:moveTo>
                  <a:lnTo>
                    <a:pt x="60286" y="821690"/>
                  </a:lnTo>
                  <a:lnTo>
                    <a:pt x="62507" y="841693"/>
                  </a:lnTo>
                  <a:lnTo>
                    <a:pt x="64411" y="861378"/>
                  </a:lnTo>
                  <a:lnTo>
                    <a:pt x="67266" y="881380"/>
                  </a:lnTo>
                  <a:lnTo>
                    <a:pt x="70439" y="900748"/>
                  </a:lnTo>
                  <a:lnTo>
                    <a:pt x="74247" y="919798"/>
                  </a:lnTo>
                  <a:lnTo>
                    <a:pt x="78372" y="938848"/>
                  </a:lnTo>
                  <a:lnTo>
                    <a:pt x="83448" y="957898"/>
                  </a:lnTo>
                  <a:lnTo>
                    <a:pt x="88525" y="976630"/>
                  </a:lnTo>
                  <a:lnTo>
                    <a:pt x="94236" y="995045"/>
                  </a:lnTo>
                  <a:lnTo>
                    <a:pt x="100899" y="1013143"/>
                  </a:lnTo>
                  <a:lnTo>
                    <a:pt x="107245" y="1031240"/>
                  </a:lnTo>
                  <a:lnTo>
                    <a:pt x="114860" y="1049020"/>
                  </a:lnTo>
                  <a:lnTo>
                    <a:pt x="122475" y="1066483"/>
                  </a:lnTo>
                  <a:lnTo>
                    <a:pt x="130408" y="1083628"/>
                  </a:lnTo>
                  <a:lnTo>
                    <a:pt x="138975" y="1100773"/>
                  </a:lnTo>
                  <a:lnTo>
                    <a:pt x="150080" y="1094740"/>
                  </a:lnTo>
                  <a:lnTo>
                    <a:pt x="161185" y="1088390"/>
                  </a:lnTo>
                  <a:lnTo>
                    <a:pt x="172925" y="1082358"/>
                  </a:lnTo>
                  <a:lnTo>
                    <a:pt x="184982" y="1076325"/>
                  </a:lnTo>
                  <a:lnTo>
                    <a:pt x="197039" y="1070293"/>
                  </a:lnTo>
                  <a:lnTo>
                    <a:pt x="209731" y="1064895"/>
                  </a:lnTo>
                  <a:lnTo>
                    <a:pt x="222740" y="1059498"/>
                  </a:lnTo>
                  <a:lnTo>
                    <a:pt x="236066" y="1054100"/>
                  </a:lnTo>
                  <a:lnTo>
                    <a:pt x="250979" y="1048385"/>
                  </a:lnTo>
                  <a:lnTo>
                    <a:pt x="247172" y="1033780"/>
                  </a:lnTo>
                  <a:lnTo>
                    <a:pt x="243364" y="1019175"/>
                  </a:lnTo>
                  <a:lnTo>
                    <a:pt x="240191" y="1004570"/>
                  </a:lnTo>
                  <a:lnTo>
                    <a:pt x="236701" y="989330"/>
                  </a:lnTo>
                  <a:lnTo>
                    <a:pt x="233528" y="974408"/>
                  </a:lnTo>
                  <a:lnTo>
                    <a:pt x="230672" y="959168"/>
                  </a:lnTo>
                  <a:lnTo>
                    <a:pt x="228134" y="943928"/>
                  </a:lnTo>
                  <a:lnTo>
                    <a:pt x="225913" y="928370"/>
                  </a:lnTo>
                  <a:lnTo>
                    <a:pt x="223692" y="912813"/>
                  </a:lnTo>
                  <a:lnTo>
                    <a:pt x="221788" y="897573"/>
                  </a:lnTo>
                  <a:lnTo>
                    <a:pt x="220202" y="881698"/>
                  </a:lnTo>
                  <a:lnTo>
                    <a:pt x="218615" y="865823"/>
                  </a:lnTo>
                  <a:lnTo>
                    <a:pt x="217029" y="849948"/>
                  </a:lnTo>
                  <a:lnTo>
                    <a:pt x="216077" y="834073"/>
                  </a:lnTo>
                  <a:lnTo>
                    <a:pt x="215125" y="817880"/>
                  </a:lnTo>
                  <a:lnTo>
                    <a:pt x="214808" y="801688"/>
                  </a:lnTo>
                  <a:lnTo>
                    <a:pt x="59334" y="801688"/>
                  </a:lnTo>
                  <a:close/>
                  <a:moveTo>
                    <a:pt x="1734820" y="720725"/>
                  </a:moveTo>
                  <a:lnTo>
                    <a:pt x="1735138" y="764540"/>
                  </a:lnTo>
                  <a:lnTo>
                    <a:pt x="1735138" y="861378"/>
                  </a:lnTo>
                  <a:lnTo>
                    <a:pt x="1735138" y="913765"/>
                  </a:lnTo>
                  <a:lnTo>
                    <a:pt x="1734503" y="960120"/>
                  </a:lnTo>
                  <a:lnTo>
                    <a:pt x="1734185" y="979488"/>
                  </a:lnTo>
                  <a:lnTo>
                    <a:pt x="1733549" y="994728"/>
                  </a:lnTo>
                  <a:lnTo>
                    <a:pt x="1732914" y="1005840"/>
                  </a:lnTo>
                  <a:lnTo>
                    <a:pt x="1732596" y="1009333"/>
                  </a:lnTo>
                  <a:lnTo>
                    <a:pt x="1732278" y="1011238"/>
                  </a:lnTo>
                  <a:lnTo>
                    <a:pt x="1731642" y="1011873"/>
                  </a:lnTo>
                  <a:lnTo>
                    <a:pt x="1730689" y="1012190"/>
                  </a:lnTo>
                  <a:lnTo>
                    <a:pt x="1727511" y="1013143"/>
                  </a:lnTo>
                  <a:lnTo>
                    <a:pt x="1722744" y="1014095"/>
                  </a:lnTo>
                  <a:lnTo>
                    <a:pt x="1716071" y="1014730"/>
                  </a:lnTo>
                  <a:lnTo>
                    <a:pt x="1708443" y="1015365"/>
                  </a:lnTo>
                  <a:lnTo>
                    <a:pt x="1698910" y="1015683"/>
                  </a:lnTo>
                  <a:lnTo>
                    <a:pt x="1676982" y="1016000"/>
                  </a:lnTo>
                  <a:lnTo>
                    <a:pt x="1650923" y="1016000"/>
                  </a:lnTo>
                  <a:lnTo>
                    <a:pt x="1622321" y="1015683"/>
                  </a:lnTo>
                  <a:lnTo>
                    <a:pt x="1591496" y="1014730"/>
                  </a:lnTo>
                  <a:lnTo>
                    <a:pt x="1559716" y="1013778"/>
                  </a:lnTo>
                  <a:lnTo>
                    <a:pt x="1497746" y="1011555"/>
                  </a:lnTo>
                  <a:lnTo>
                    <a:pt x="1443404" y="1009333"/>
                  </a:lnTo>
                  <a:lnTo>
                    <a:pt x="1390650" y="1006793"/>
                  </a:lnTo>
                  <a:lnTo>
                    <a:pt x="1438319" y="1005205"/>
                  </a:lnTo>
                  <a:lnTo>
                    <a:pt x="1487259" y="1003300"/>
                  </a:lnTo>
                  <a:lnTo>
                    <a:pt x="1543509" y="1000443"/>
                  </a:lnTo>
                  <a:lnTo>
                    <a:pt x="1572428" y="998538"/>
                  </a:lnTo>
                  <a:lnTo>
                    <a:pt x="1600394" y="996633"/>
                  </a:lnTo>
                  <a:lnTo>
                    <a:pt x="1626771" y="994410"/>
                  </a:lnTo>
                  <a:lnTo>
                    <a:pt x="1650605" y="992188"/>
                  </a:lnTo>
                  <a:lnTo>
                    <a:pt x="1671262" y="989648"/>
                  </a:lnTo>
                  <a:lnTo>
                    <a:pt x="1679842" y="988378"/>
                  </a:lnTo>
                  <a:lnTo>
                    <a:pt x="1687787" y="986790"/>
                  </a:lnTo>
                  <a:lnTo>
                    <a:pt x="1693825" y="985520"/>
                  </a:lnTo>
                  <a:lnTo>
                    <a:pt x="1698592" y="983933"/>
                  </a:lnTo>
                  <a:lnTo>
                    <a:pt x="1702088" y="982028"/>
                  </a:lnTo>
                  <a:lnTo>
                    <a:pt x="1703359" y="981075"/>
                  </a:lnTo>
                  <a:lnTo>
                    <a:pt x="1704312" y="980440"/>
                  </a:lnTo>
                  <a:lnTo>
                    <a:pt x="1705266" y="978218"/>
                  </a:lnTo>
                  <a:lnTo>
                    <a:pt x="1706219" y="974725"/>
                  </a:lnTo>
                  <a:lnTo>
                    <a:pt x="1707490" y="969963"/>
                  </a:lnTo>
                  <a:lnTo>
                    <a:pt x="1708443" y="963930"/>
                  </a:lnTo>
                  <a:lnTo>
                    <a:pt x="1710986" y="949960"/>
                  </a:lnTo>
                  <a:lnTo>
                    <a:pt x="1713528" y="932498"/>
                  </a:lnTo>
                  <a:lnTo>
                    <a:pt x="1716071" y="912178"/>
                  </a:lnTo>
                  <a:lnTo>
                    <a:pt x="1718613" y="890270"/>
                  </a:lnTo>
                  <a:lnTo>
                    <a:pt x="1723698" y="844233"/>
                  </a:lnTo>
                  <a:lnTo>
                    <a:pt x="1728147" y="798513"/>
                  </a:lnTo>
                  <a:lnTo>
                    <a:pt x="1731642" y="759143"/>
                  </a:lnTo>
                  <a:lnTo>
                    <a:pt x="1734820" y="720725"/>
                  </a:lnTo>
                  <a:close/>
                  <a:moveTo>
                    <a:pt x="519410" y="561340"/>
                  </a:moveTo>
                  <a:lnTo>
                    <a:pt x="516871" y="583565"/>
                  </a:lnTo>
                  <a:lnTo>
                    <a:pt x="514650" y="605473"/>
                  </a:lnTo>
                  <a:lnTo>
                    <a:pt x="512746" y="627698"/>
                  </a:lnTo>
                  <a:lnTo>
                    <a:pt x="510843" y="650240"/>
                  </a:lnTo>
                  <a:lnTo>
                    <a:pt x="509573" y="673100"/>
                  </a:lnTo>
                  <a:lnTo>
                    <a:pt x="508622" y="695960"/>
                  </a:lnTo>
                  <a:lnTo>
                    <a:pt x="507670" y="719138"/>
                  </a:lnTo>
                  <a:lnTo>
                    <a:pt x="507352" y="742950"/>
                  </a:lnTo>
                  <a:lnTo>
                    <a:pt x="742467" y="742950"/>
                  </a:lnTo>
                  <a:lnTo>
                    <a:pt x="742467" y="578485"/>
                  </a:lnTo>
                  <a:lnTo>
                    <a:pt x="713276" y="577850"/>
                  </a:lnTo>
                  <a:lnTo>
                    <a:pt x="684720" y="576580"/>
                  </a:lnTo>
                  <a:lnTo>
                    <a:pt x="656163" y="575310"/>
                  </a:lnTo>
                  <a:lnTo>
                    <a:pt x="627924" y="573405"/>
                  </a:lnTo>
                  <a:lnTo>
                    <a:pt x="600319" y="570865"/>
                  </a:lnTo>
                  <a:lnTo>
                    <a:pt x="573032" y="568325"/>
                  </a:lnTo>
                  <a:lnTo>
                    <a:pt x="546062" y="564833"/>
                  </a:lnTo>
                  <a:lnTo>
                    <a:pt x="519410" y="561340"/>
                  </a:lnTo>
                  <a:close/>
                  <a:moveTo>
                    <a:pt x="1074474" y="554038"/>
                  </a:moveTo>
                  <a:lnTo>
                    <a:pt x="1100533" y="554038"/>
                  </a:lnTo>
                  <a:lnTo>
                    <a:pt x="1129135" y="554356"/>
                  </a:lnTo>
                  <a:lnTo>
                    <a:pt x="1159961" y="555308"/>
                  </a:lnTo>
                  <a:lnTo>
                    <a:pt x="1191422" y="556261"/>
                  </a:lnTo>
                  <a:lnTo>
                    <a:pt x="1253392" y="558483"/>
                  </a:lnTo>
                  <a:lnTo>
                    <a:pt x="1307734" y="560706"/>
                  </a:lnTo>
                  <a:lnTo>
                    <a:pt x="1360488" y="563246"/>
                  </a:lnTo>
                  <a:lnTo>
                    <a:pt x="1313137" y="564833"/>
                  </a:lnTo>
                  <a:lnTo>
                    <a:pt x="1264197" y="567056"/>
                  </a:lnTo>
                  <a:lnTo>
                    <a:pt x="1207947" y="569913"/>
                  </a:lnTo>
                  <a:lnTo>
                    <a:pt x="1179028" y="571501"/>
                  </a:lnTo>
                  <a:lnTo>
                    <a:pt x="1150745" y="573406"/>
                  </a:lnTo>
                  <a:lnTo>
                    <a:pt x="1124685" y="575628"/>
                  </a:lnTo>
                  <a:lnTo>
                    <a:pt x="1100851" y="577851"/>
                  </a:lnTo>
                  <a:lnTo>
                    <a:pt x="1079877" y="580391"/>
                  </a:lnTo>
                  <a:lnTo>
                    <a:pt x="1071296" y="581661"/>
                  </a:lnTo>
                  <a:lnTo>
                    <a:pt x="1063669" y="583248"/>
                  </a:lnTo>
                  <a:lnTo>
                    <a:pt x="1057313" y="584836"/>
                  </a:lnTo>
                  <a:lnTo>
                    <a:pt x="1052546" y="586423"/>
                  </a:lnTo>
                  <a:lnTo>
                    <a:pt x="1049051" y="588011"/>
                  </a:lnTo>
                  <a:lnTo>
                    <a:pt x="1048097" y="588963"/>
                  </a:lnTo>
                  <a:lnTo>
                    <a:pt x="1046826" y="589598"/>
                  </a:lnTo>
                  <a:lnTo>
                    <a:pt x="1045873" y="591821"/>
                  </a:lnTo>
                  <a:lnTo>
                    <a:pt x="1044919" y="595313"/>
                  </a:lnTo>
                  <a:lnTo>
                    <a:pt x="1042695" y="606108"/>
                  </a:lnTo>
                  <a:lnTo>
                    <a:pt x="1040152" y="620396"/>
                  </a:lnTo>
                  <a:lnTo>
                    <a:pt x="1037610" y="637858"/>
                  </a:lnTo>
                  <a:lnTo>
                    <a:pt x="1035386" y="657861"/>
                  </a:lnTo>
                  <a:lnTo>
                    <a:pt x="1032843" y="679768"/>
                  </a:lnTo>
                  <a:lnTo>
                    <a:pt x="1027441" y="726123"/>
                  </a:lnTo>
                  <a:lnTo>
                    <a:pt x="1022992" y="771526"/>
                  </a:lnTo>
                  <a:lnTo>
                    <a:pt x="1019496" y="811213"/>
                  </a:lnTo>
                  <a:lnTo>
                    <a:pt x="1016318" y="849313"/>
                  </a:lnTo>
                  <a:lnTo>
                    <a:pt x="1016000" y="805498"/>
                  </a:lnTo>
                  <a:lnTo>
                    <a:pt x="1016000" y="708978"/>
                  </a:lnTo>
                  <a:lnTo>
                    <a:pt x="1016318" y="656591"/>
                  </a:lnTo>
                  <a:lnTo>
                    <a:pt x="1016636" y="609918"/>
                  </a:lnTo>
                  <a:lnTo>
                    <a:pt x="1017271" y="590551"/>
                  </a:lnTo>
                  <a:lnTo>
                    <a:pt x="1017589" y="575311"/>
                  </a:lnTo>
                  <a:lnTo>
                    <a:pt x="1018225" y="564198"/>
                  </a:lnTo>
                  <a:lnTo>
                    <a:pt x="1018860" y="560706"/>
                  </a:lnTo>
                  <a:lnTo>
                    <a:pt x="1019178" y="558801"/>
                  </a:lnTo>
                  <a:lnTo>
                    <a:pt x="1019496" y="558166"/>
                  </a:lnTo>
                  <a:lnTo>
                    <a:pt x="1020449" y="557848"/>
                  </a:lnTo>
                  <a:lnTo>
                    <a:pt x="1023627" y="556896"/>
                  </a:lnTo>
                  <a:lnTo>
                    <a:pt x="1028394" y="555943"/>
                  </a:lnTo>
                  <a:lnTo>
                    <a:pt x="1035068" y="555308"/>
                  </a:lnTo>
                  <a:lnTo>
                    <a:pt x="1043013" y="554673"/>
                  </a:lnTo>
                  <a:lnTo>
                    <a:pt x="1052546" y="554356"/>
                  </a:lnTo>
                  <a:lnTo>
                    <a:pt x="1074474" y="554038"/>
                  </a:lnTo>
                  <a:close/>
                  <a:moveTo>
                    <a:pt x="995680" y="516891"/>
                  </a:moveTo>
                  <a:lnTo>
                    <a:pt x="992187" y="517208"/>
                  </a:lnTo>
                  <a:lnTo>
                    <a:pt x="989330" y="518161"/>
                  </a:lnTo>
                  <a:lnTo>
                    <a:pt x="986790" y="519748"/>
                  </a:lnTo>
                  <a:lnTo>
                    <a:pt x="984567" y="521971"/>
                  </a:lnTo>
                  <a:lnTo>
                    <a:pt x="982662" y="524511"/>
                  </a:lnTo>
                  <a:lnTo>
                    <a:pt x="981075" y="527368"/>
                  </a:lnTo>
                  <a:lnTo>
                    <a:pt x="980440" y="530543"/>
                  </a:lnTo>
                  <a:lnTo>
                    <a:pt x="980122" y="534353"/>
                  </a:lnTo>
                  <a:lnTo>
                    <a:pt x="980122" y="1036638"/>
                  </a:lnTo>
                  <a:lnTo>
                    <a:pt x="980440" y="1040131"/>
                  </a:lnTo>
                  <a:lnTo>
                    <a:pt x="981075" y="1043306"/>
                  </a:lnTo>
                  <a:lnTo>
                    <a:pt x="982662" y="1046163"/>
                  </a:lnTo>
                  <a:lnTo>
                    <a:pt x="984567" y="1048703"/>
                  </a:lnTo>
                  <a:lnTo>
                    <a:pt x="986790" y="1050926"/>
                  </a:lnTo>
                  <a:lnTo>
                    <a:pt x="989330" y="1052196"/>
                  </a:lnTo>
                  <a:lnTo>
                    <a:pt x="992187" y="1053783"/>
                  </a:lnTo>
                  <a:lnTo>
                    <a:pt x="995680" y="1054101"/>
                  </a:lnTo>
                  <a:lnTo>
                    <a:pt x="1752918" y="1054101"/>
                  </a:lnTo>
                  <a:lnTo>
                    <a:pt x="1756093" y="1053783"/>
                  </a:lnTo>
                  <a:lnTo>
                    <a:pt x="1759268" y="1052196"/>
                  </a:lnTo>
                  <a:lnTo>
                    <a:pt x="1761808" y="1050926"/>
                  </a:lnTo>
                  <a:lnTo>
                    <a:pt x="1764030" y="1048703"/>
                  </a:lnTo>
                  <a:lnTo>
                    <a:pt x="1765935" y="1046163"/>
                  </a:lnTo>
                  <a:lnTo>
                    <a:pt x="1767205" y="1043306"/>
                  </a:lnTo>
                  <a:lnTo>
                    <a:pt x="1768158" y="1040131"/>
                  </a:lnTo>
                  <a:lnTo>
                    <a:pt x="1768475" y="1036638"/>
                  </a:lnTo>
                  <a:lnTo>
                    <a:pt x="1768475" y="534353"/>
                  </a:lnTo>
                  <a:lnTo>
                    <a:pt x="1768158" y="530543"/>
                  </a:lnTo>
                  <a:lnTo>
                    <a:pt x="1767205" y="527368"/>
                  </a:lnTo>
                  <a:lnTo>
                    <a:pt x="1765935" y="524511"/>
                  </a:lnTo>
                  <a:lnTo>
                    <a:pt x="1764030" y="521971"/>
                  </a:lnTo>
                  <a:lnTo>
                    <a:pt x="1761808" y="519748"/>
                  </a:lnTo>
                  <a:lnTo>
                    <a:pt x="1759268" y="518161"/>
                  </a:lnTo>
                  <a:lnTo>
                    <a:pt x="1756093" y="517208"/>
                  </a:lnTo>
                  <a:lnTo>
                    <a:pt x="1752918" y="516891"/>
                  </a:lnTo>
                  <a:lnTo>
                    <a:pt x="995680" y="516891"/>
                  </a:lnTo>
                  <a:close/>
                  <a:moveTo>
                    <a:pt x="306823" y="515303"/>
                  </a:moveTo>
                  <a:lnTo>
                    <a:pt x="303015" y="528320"/>
                  </a:lnTo>
                  <a:lnTo>
                    <a:pt x="299842" y="541973"/>
                  </a:lnTo>
                  <a:lnTo>
                    <a:pt x="296670" y="555625"/>
                  </a:lnTo>
                  <a:lnTo>
                    <a:pt x="293814" y="569595"/>
                  </a:lnTo>
                  <a:lnTo>
                    <a:pt x="290958" y="583565"/>
                  </a:lnTo>
                  <a:lnTo>
                    <a:pt x="288420" y="597218"/>
                  </a:lnTo>
                  <a:lnTo>
                    <a:pt x="285882" y="611505"/>
                  </a:lnTo>
                  <a:lnTo>
                    <a:pt x="283660" y="625793"/>
                  </a:lnTo>
                  <a:lnTo>
                    <a:pt x="281757" y="640080"/>
                  </a:lnTo>
                  <a:lnTo>
                    <a:pt x="280170" y="654368"/>
                  </a:lnTo>
                  <a:lnTo>
                    <a:pt x="278584" y="668655"/>
                  </a:lnTo>
                  <a:lnTo>
                    <a:pt x="276997" y="683260"/>
                  </a:lnTo>
                  <a:lnTo>
                    <a:pt x="276045" y="698183"/>
                  </a:lnTo>
                  <a:lnTo>
                    <a:pt x="275094" y="713105"/>
                  </a:lnTo>
                  <a:lnTo>
                    <a:pt x="274142" y="728028"/>
                  </a:lnTo>
                  <a:lnTo>
                    <a:pt x="273824" y="742950"/>
                  </a:lnTo>
                  <a:lnTo>
                    <a:pt x="448336" y="742950"/>
                  </a:lnTo>
                  <a:lnTo>
                    <a:pt x="448970" y="718185"/>
                  </a:lnTo>
                  <a:lnTo>
                    <a:pt x="449922" y="693738"/>
                  </a:lnTo>
                  <a:lnTo>
                    <a:pt x="450874" y="669290"/>
                  </a:lnTo>
                  <a:lnTo>
                    <a:pt x="452461" y="645478"/>
                  </a:lnTo>
                  <a:lnTo>
                    <a:pt x="454047" y="621983"/>
                  </a:lnTo>
                  <a:lnTo>
                    <a:pt x="456268" y="598170"/>
                  </a:lnTo>
                  <a:lnTo>
                    <a:pt x="458489" y="574993"/>
                  </a:lnTo>
                  <a:lnTo>
                    <a:pt x="461345" y="552450"/>
                  </a:lnTo>
                  <a:lnTo>
                    <a:pt x="432154" y="546418"/>
                  </a:lnTo>
                  <a:lnTo>
                    <a:pt x="403597" y="540703"/>
                  </a:lnTo>
                  <a:lnTo>
                    <a:pt x="376310" y="534353"/>
                  </a:lnTo>
                  <a:lnTo>
                    <a:pt x="349023" y="527368"/>
                  </a:lnTo>
                  <a:lnTo>
                    <a:pt x="327764" y="521335"/>
                  </a:lnTo>
                  <a:lnTo>
                    <a:pt x="306823" y="515303"/>
                  </a:lnTo>
                  <a:close/>
                  <a:moveTo>
                    <a:pt x="956945" y="477838"/>
                  </a:moveTo>
                  <a:lnTo>
                    <a:pt x="958532" y="477838"/>
                  </a:lnTo>
                  <a:lnTo>
                    <a:pt x="1789748" y="477838"/>
                  </a:lnTo>
                  <a:lnTo>
                    <a:pt x="1791653" y="477838"/>
                  </a:lnTo>
                  <a:lnTo>
                    <a:pt x="1793240" y="478156"/>
                  </a:lnTo>
                  <a:lnTo>
                    <a:pt x="1796415" y="479743"/>
                  </a:lnTo>
                  <a:lnTo>
                    <a:pt x="1799273" y="481648"/>
                  </a:lnTo>
                  <a:lnTo>
                    <a:pt x="1801813" y="483871"/>
                  </a:lnTo>
                  <a:lnTo>
                    <a:pt x="1803718" y="486728"/>
                  </a:lnTo>
                  <a:lnTo>
                    <a:pt x="1805305" y="490221"/>
                  </a:lnTo>
                  <a:lnTo>
                    <a:pt x="1806258" y="493713"/>
                  </a:lnTo>
                  <a:lnTo>
                    <a:pt x="1806575" y="498158"/>
                  </a:lnTo>
                  <a:lnTo>
                    <a:pt x="1806575" y="1074103"/>
                  </a:lnTo>
                  <a:lnTo>
                    <a:pt x="1806258" y="1077913"/>
                  </a:lnTo>
                  <a:lnTo>
                    <a:pt x="1805305" y="1081406"/>
                  </a:lnTo>
                  <a:lnTo>
                    <a:pt x="1803718" y="1084898"/>
                  </a:lnTo>
                  <a:lnTo>
                    <a:pt x="1801813" y="1088073"/>
                  </a:lnTo>
                  <a:lnTo>
                    <a:pt x="1799273" y="1090613"/>
                  </a:lnTo>
                  <a:lnTo>
                    <a:pt x="1796415" y="1092201"/>
                  </a:lnTo>
                  <a:lnTo>
                    <a:pt x="1793240" y="1093471"/>
                  </a:lnTo>
                  <a:lnTo>
                    <a:pt x="1791653" y="1093788"/>
                  </a:lnTo>
                  <a:lnTo>
                    <a:pt x="1789748" y="1093788"/>
                  </a:lnTo>
                  <a:lnTo>
                    <a:pt x="958532" y="1093788"/>
                  </a:lnTo>
                  <a:lnTo>
                    <a:pt x="956945" y="1093788"/>
                  </a:lnTo>
                  <a:lnTo>
                    <a:pt x="955040" y="1093471"/>
                  </a:lnTo>
                  <a:lnTo>
                    <a:pt x="951865" y="1092201"/>
                  </a:lnTo>
                  <a:lnTo>
                    <a:pt x="949325" y="1090613"/>
                  </a:lnTo>
                  <a:lnTo>
                    <a:pt x="946785" y="1088073"/>
                  </a:lnTo>
                  <a:lnTo>
                    <a:pt x="944562" y="1084898"/>
                  </a:lnTo>
                  <a:lnTo>
                    <a:pt x="942657" y="1081406"/>
                  </a:lnTo>
                  <a:lnTo>
                    <a:pt x="941705" y="1077913"/>
                  </a:lnTo>
                  <a:lnTo>
                    <a:pt x="941387" y="1074103"/>
                  </a:lnTo>
                  <a:lnTo>
                    <a:pt x="941387" y="498158"/>
                  </a:lnTo>
                  <a:lnTo>
                    <a:pt x="941705" y="493713"/>
                  </a:lnTo>
                  <a:lnTo>
                    <a:pt x="942657" y="490221"/>
                  </a:lnTo>
                  <a:lnTo>
                    <a:pt x="944562" y="486728"/>
                  </a:lnTo>
                  <a:lnTo>
                    <a:pt x="946785" y="483871"/>
                  </a:lnTo>
                  <a:lnTo>
                    <a:pt x="949325" y="481648"/>
                  </a:lnTo>
                  <a:lnTo>
                    <a:pt x="951865" y="479743"/>
                  </a:lnTo>
                  <a:lnTo>
                    <a:pt x="955040" y="478156"/>
                  </a:lnTo>
                  <a:lnTo>
                    <a:pt x="956945" y="477838"/>
                  </a:lnTo>
                  <a:close/>
                  <a:moveTo>
                    <a:pt x="138975" y="443230"/>
                  </a:moveTo>
                  <a:lnTo>
                    <a:pt x="130408" y="460375"/>
                  </a:lnTo>
                  <a:lnTo>
                    <a:pt x="122475" y="477838"/>
                  </a:lnTo>
                  <a:lnTo>
                    <a:pt x="114860" y="495300"/>
                  </a:lnTo>
                  <a:lnTo>
                    <a:pt x="107245" y="513080"/>
                  </a:lnTo>
                  <a:lnTo>
                    <a:pt x="100899" y="531178"/>
                  </a:lnTo>
                  <a:lnTo>
                    <a:pt x="94236" y="549593"/>
                  </a:lnTo>
                  <a:lnTo>
                    <a:pt x="88525" y="568008"/>
                  </a:lnTo>
                  <a:lnTo>
                    <a:pt x="83448" y="586740"/>
                  </a:lnTo>
                  <a:lnTo>
                    <a:pt x="78372" y="605473"/>
                  </a:lnTo>
                  <a:lnTo>
                    <a:pt x="74247" y="624523"/>
                  </a:lnTo>
                  <a:lnTo>
                    <a:pt x="70439" y="643890"/>
                  </a:lnTo>
                  <a:lnTo>
                    <a:pt x="67266" y="663258"/>
                  </a:lnTo>
                  <a:lnTo>
                    <a:pt x="64411" y="682943"/>
                  </a:lnTo>
                  <a:lnTo>
                    <a:pt x="62507" y="702628"/>
                  </a:lnTo>
                  <a:lnTo>
                    <a:pt x="60286" y="722948"/>
                  </a:lnTo>
                  <a:lnTo>
                    <a:pt x="59334" y="742950"/>
                  </a:lnTo>
                  <a:lnTo>
                    <a:pt x="214808" y="742950"/>
                  </a:lnTo>
                  <a:lnTo>
                    <a:pt x="215125" y="726758"/>
                  </a:lnTo>
                  <a:lnTo>
                    <a:pt x="216077" y="710565"/>
                  </a:lnTo>
                  <a:lnTo>
                    <a:pt x="217029" y="694373"/>
                  </a:lnTo>
                  <a:lnTo>
                    <a:pt x="218615" y="678498"/>
                  </a:lnTo>
                  <a:lnTo>
                    <a:pt x="220202" y="662623"/>
                  </a:lnTo>
                  <a:lnTo>
                    <a:pt x="221788" y="647065"/>
                  </a:lnTo>
                  <a:lnTo>
                    <a:pt x="223692" y="631190"/>
                  </a:lnTo>
                  <a:lnTo>
                    <a:pt x="225913" y="615950"/>
                  </a:lnTo>
                  <a:lnTo>
                    <a:pt x="228134" y="600710"/>
                  </a:lnTo>
                  <a:lnTo>
                    <a:pt x="230672" y="585470"/>
                  </a:lnTo>
                  <a:lnTo>
                    <a:pt x="233528" y="570230"/>
                  </a:lnTo>
                  <a:lnTo>
                    <a:pt x="236701" y="554990"/>
                  </a:lnTo>
                  <a:lnTo>
                    <a:pt x="239874" y="540068"/>
                  </a:lnTo>
                  <a:lnTo>
                    <a:pt x="243364" y="525145"/>
                  </a:lnTo>
                  <a:lnTo>
                    <a:pt x="247172" y="510540"/>
                  </a:lnTo>
                  <a:lnTo>
                    <a:pt x="250979" y="496253"/>
                  </a:lnTo>
                  <a:lnTo>
                    <a:pt x="235749" y="490220"/>
                  </a:lnTo>
                  <a:lnTo>
                    <a:pt x="220519" y="484188"/>
                  </a:lnTo>
                  <a:lnTo>
                    <a:pt x="205924" y="477520"/>
                  </a:lnTo>
                  <a:lnTo>
                    <a:pt x="191645" y="471170"/>
                  </a:lnTo>
                  <a:lnTo>
                    <a:pt x="177684" y="464820"/>
                  </a:lnTo>
                  <a:lnTo>
                    <a:pt x="164358" y="457518"/>
                  </a:lnTo>
                  <a:lnTo>
                    <a:pt x="151666" y="450850"/>
                  </a:lnTo>
                  <a:lnTo>
                    <a:pt x="138975" y="443230"/>
                  </a:lnTo>
                  <a:close/>
                  <a:moveTo>
                    <a:pt x="577792" y="294005"/>
                  </a:moveTo>
                  <a:lnTo>
                    <a:pt x="570177" y="317500"/>
                  </a:lnTo>
                  <a:lnTo>
                    <a:pt x="562562" y="341630"/>
                  </a:lnTo>
                  <a:lnTo>
                    <a:pt x="555581" y="366713"/>
                  </a:lnTo>
                  <a:lnTo>
                    <a:pt x="549235" y="392748"/>
                  </a:lnTo>
                  <a:lnTo>
                    <a:pt x="542889" y="419100"/>
                  </a:lnTo>
                  <a:lnTo>
                    <a:pt x="537495" y="446405"/>
                  </a:lnTo>
                  <a:lnTo>
                    <a:pt x="532101" y="474345"/>
                  </a:lnTo>
                  <a:lnTo>
                    <a:pt x="527342" y="503238"/>
                  </a:lnTo>
                  <a:lnTo>
                    <a:pt x="553043" y="506413"/>
                  </a:lnTo>
                  <a:lnTo>
                    <a:pt x="578743" y="509588"/>
                  </a:lnTo>
                  <a:lnTo>
                    <a:pt x="605396" y="512128"/>
                  </a:lnTo>
                  <a:lnTo>
                    <a:pt x="631731" y="514668"/>
                  </a:lnTo>
                  <a:lnTo>
                    <a:pt x="659019" y="516573"/>
                  </a:lnTo>
                  <a:lnTo>
                    <a:pt x="686623" y="517843"/>
                  </a:lnTo>
                  <a:lnTo>
                    <a:pt x="714228" y="519113"/>
                  </a:lnTo>
                  <a:lnTo>
                    <a:pt x="742467" y="519748"/>
                  </a:lnTo>
                  <a:lnTo>
                    <a:pt x="742467" y="303848"/>
                  </a:lnTo>
                  <a:lnTo>
                    <a:pt x="721208" y="303213"/>
                  </a:lnTo>
                  <a:lnTo>
                    <a:pt x="699950" y="302578"/>
                  </a:lnTo>
                  <a:lnTo>
                    <a:pt x="679326" y="301625"/>
                  </a:lnTo>
                  <a:lnTo>
                    <a:pt x="658701" y="300673"/>
                  </a:lnTo>
                  <a:lnTo>
                    <a:pt x="638077" y="299403"/>
                  </a:lnTo>
                  <a:lnTo>
                    <a:pt x="618088" y="297815"/>
                  </a:lnTo>
                  <a:lnTo>
                    <a:pt x="597464" y="295910"/>
                  </a:lnTo>
                  <a:lnTo>
                    <a:pt x="577792" y="294005"/>
                  </a:lnTo>
                  <a:close/>
                  <a:moveTo>
                    <a:pt x="418510" y="269240"/>
                  </a:moveTo>
                  <a:lnTo>
                    <a:pt x="411530" y="279718"/>
                  </a:lnTo>
                  <a:lnTo>
                    <a:pt x="404549" y="290513"/>
                  </a:lnTo>
                  <a:lnTo>
                    <a:pt x="397886" y="300990"/>
                  </a:lnTo>
                  <a:lnTo>
                    <a:pt x="391223" y="312103"/>
                  </a:lnTo>
                  <a:lnTo>
                    <a:pt x="384560" y="323533"/>
                  </a:lnTo>
                  <a:lnTo>
                    <a:pt x="378531" y="334645"/>
                  </a:lnTo>
                  <a:lnTo>
                    <a:pt x="371868" y="346393"/>
                  </a:lnTo>
                  <a:lnTo>
                    <a:pt x="366157" y="358458"/>
                  </a:lnTo>
                  <a:lnTo>
                    <a:pt x="360446" y="370205"/>
                  </a:lnTo>
                  <a:lnTo>
                    <a:pt x="354417" y="382270"/>
                  </a:lnTo>
                  <a:lnTo>
                    <a:pt x="349023" y="394653"/>
                  </a:lnTo>
                  <a:lnTo>
                    <a:pt x="343946" y="407035"/>
                  </a:lnTo>
                  <a:lnTo>
                    <a:pt x="338870" y="419735"/>
                  </a:lnTo>
                  <a:lnTo>
                    <a:pt x="333476" y="432753"/>
                  </a:lnTo>
                  <a:lnTo>
                    <a:pt x="328716" y="445770"/>
                  </a:lnTo>
                  <a:lnTo>
                    <a:pt x="324274" y="458788"/>
                  </a:lnTo>
                  <a:lnTo>
                    <a:pt x="341091" y="463868"/>
                  </a:lnTo>
                  <a:lnTo>
                    <a:pt x="358224" y="468948"/>
                  </a:lnTo>
                  <a:lnTo>
                    <a:pt x="375993" y="473393"/>
                  </a:lnTo>
                  <a:lnTo>
                    <a:pt x="393761" y="477838"/>
                  </a:lnTo>
                  <a:lnTo>
                    <a:pt x="412164" y="482283"/>
                  </a:lnTo>
                  <a:lnTo>
                    <a:pt x="430885" y="486410"/>
                  </a:lnTo>
                  <a:lnTo>
                    <a:pt x="449922" y="490220"/>
                  </a:lnTo>
                  <a:lnTo>
                    <a:pt x="469277" y="493713"/>
                  </a:lnTo>
                  <a:lnTo>
                    <a:pt x="472133" y="474663"/>
                  </a:lnTo>
                  <a:lnTo>
                    <a:pt x="475623" y="455930"/>
                  </a:lnTo>
                  <a:lnTo>
                    <a:pt x="479113" y="437515"/>
                  </a:lnTo>
                  <a:lnTo>
                    <a:pt x="482921" y="419418"/>
                  </a:lnTo>
                  <a:lnTo>
                    <a:pt x="486728" y="401320"/>
                  </a:lnTo>
                  <a:lnTo>
                    <a:pt x="490536" y="383540"/>
                  </a:lnTo>
                  <a:lnTo>
                    <a:pt x="495295" y="366395"/>
                  </a:lnTo>
                  <a:lnTo>
                    <a:pt x="499420" y="349250"/>
                  </a:lnTo>
                  <a:lnTo>
                    <a:pt x="503862" y="333058"/>
                  </a:lnTo>
                  <a:lnTo>
                    <a:pt x="508304" y="317183"/>
                  </a:lnTo>
                  <a:lnTo>
                    <a:pt x="513381" y="301943"/>
                  </a:lnTo>
                  <a:lnTo>
                    <a:pt x="518140" y="286703"/>
                  </a:lnTo>
                  <a:lnTo>
                    <a:pt x="492440" y="282893"/>
                  </a:lnTo>
                  <a:lnTo>
                    <a:pt x="467691" y="278765"/>
                  </a:lnTo>
                  <a:lnTo>
                    <a:pt x="442942" y="274320"/>
                  </a:lnTo>
                  <a:lnTo>
                    <a:pt x="418510" y="269240"/>
                  </a:lnTo>
                  <a:close/>
                  <a:moveTo>
                    <a:pt x="299208" y="238125"/>
                  </a:moveTo>
                  <a:lnTo>
                    <a:pt x="283026" y="252730"/>
                  </a:lnTo>
                  <a:lnTo>
                    <a:pt x="275411" y="260033"/>
                  </a:lnTo>
                  <a:lnTo>
                    <a:pt x="267479" y="267653"/>
                  </a:lnTo>
                  <a:lnTo>
                    <a:pt x="253835" y="281940"/>
                  </a:lnTo>
                  <a:lnTo>
                    <a:pt x="240191" y="296863"/>
                  </a:lnTo>
                  <a:lnTo>
                    <a:pt x="227182" y="311785"/>
                  </a:lnTo>
                  <a:lnTo>
                    <a:pt x="214490" y="327343"/>
                  </a:lnTo>
                  <a:lnTo>
                    <a:pt x="202433" y="343218"/>
                  </a:lnTo>
                  <a:lnTo>
                    <a:pt x="190376" y="359093"/>
                  </a:lnTo>
                  <a:lnTo>
                    <a:pt x="178954" y="375603"/>
                  </a:lnTo>
                  <a:lnTo>
                    <a:pt x="168483" y="392430"/>
                  </a:lnTo>
                  <a:lnTo>
                    <a:pt x="178002" y="398145"/>
                  </a:lnTo>
                  <a:lnTo>
                    <a:pt x="188472" y="403860"/>
                  </a:lnTo>
                  <a:lnTo>
                    <a:pt x="198943" y="409575"/>
                  </a:lnTo>
                  <a:lnTo>
                    <a:pt x="210048" y="414973"/>
                  </a:lnTo>
                  <a:lnTo>
                    <a:pt x="221471" y="420053"/>
                  </a:lnTo>
                  <a:lnTo>
                    <a:pt x="232894" y="425450"/>
                  </a:lnTo>
                  <a:lnTo>
                    <a:pt x="245268" y="430848"/>
                  </a:lnTo>
                  <a:lnTo>
                    <a:pt x="257642" y="435610"/>
                  </a:lnTo>
                  <a:lnTo>
                    <a:pt x="268430" y="439738"/>
                  </a:lnTo>
                  <a:lnTo>
                    <a:pt x="277315" y="414655"/>
                  </a:lnTo>
                  <a:lnTo>
                    <a:pt x="287151" y="390208"/>
                  </a:lnTo>
                  <a:lnTo>
                    <a:pt x="297304" y="366078"/>
                  </a:lnTo>
                  <a:lnTo>
                    <a:pt x="302381" y="354330"/>
                  </a:lnTo>
                  <a:lnTo>
                    <a:pt x="308409" y="342900"/>
                  </a:lnTo>
                  <a:lnTo>
                    <a:pt x="313803" y="331153"/>
                  </a:lnTo>
                  <a:lnTo>
                    <a:pt x="319515" y="319723"/>
                  </a:lnTo>
                  <a:lnTo>
                    <a:pt x="325543" y="308610"/>
                  </a:lnTo>
                  <a:lnTo>
                    <a:pt x="331572" y="297498"/>
                  </a:lnTo>
                  <a:lnTo>
                    <a:pt x="337600" y="286703"/>
                  </a:lnTo>
                  <a:lnTo>
                    <a:pt x="344264" y="275908"/>
                  </a:lnTo>
                  <a:lnTo>
                    <a:pt x="350609" y="265430"/>
                  </a:lnTo>
                  <a:lnTo>
                    <a:pt x="357590" y="254953"/>
                  </a:lnTo>
                  <a:lnTo>
                    <a:pt x="349023" y="253048"/>
                  </a:lnTo>
                  <a:lnTo>
                    <a:pt x="323957" y="245745"/>
                  </a:lnTo>
                  <a:lnTo>
                    <a:pt x="299208" y="238125"/>
                  </a:lnTo>
                  <a:close/>
                  <a:moveTo>
                    <a:pt x="1081336" y="129223"/>
                  </a:moveTo>
                  <a:lnTo>
                    <a:pt x="1090538" y="137795"/>
                  </a:lnTo>
                  <a:lnTo>
                    <a:pt x="1099422" y="146368"/>
                  </a:lnTo>
                  <a:lnTo>
                    <a:pt x="1107989" y="155575"/>
                  </a:lnTo>
                  <a:lnTo>
                    <a:pt x="1116873" y="164465"/>
                  </a:lnTo>
                  <a:lnTo>
                    <a:pt x="1125123" y="173990"/>
                  </a:lnTo>
                  <a:lnTo>
                    <a:pt x="1133690" y="183833"/>
                  </a:lnTo>
                  <a:lnTo>
                    <a:pt x="1141622" y="193358"/>
                  </a:lnTo>
                  <a:lnTo>
                    <a:pt x="1149555" y="203518"/>
                  </a:lnTo>
                  <a:lnTo>
                    <a:pt x="1164467" y="199708"/>
                  </a:lnTo>
                  <a:lnTo>
                    <a:pt x="1179380" y="195898"/>
                  </a:lnTo>
                  <a:lnTo>
                    <a:pt x="1188899" y="193358"/>
                  </a:lnTo>
                  <a:lnTo>
                    <a:pt x="1175890" y="184468"/>
                  </a:lnTo>
                  <a:lnTo>
                    <a:pt x="1162881" y="175578"/>
                  </a:lnTo>
                  <a:lnTo>
                    <a:pt x="1149872" y="167323"/>
                  </a:lnTo>
                  <a:lnTo>
                    <a:pt x="1136863" y="159068"/>
                  </a:lnTo>
                  <a:lnTo>
                    <a:pt x="1123219" y="151130"/>
                  </a:lnTo>
                  <a:lnTo>
                    <a:pt x="1109258" y="143510"/>
                  </a:lnTo>
                  <a:lnTo>
                    <a:pt x="1095297" y="136208"/>
                  </a:lnTo>
                  <a:lnTo>
                    <a:pt x="1081336" y="129223"/>
                  </a:lnTo>
                  <a:close/>
                  <a:moveTo>
                    <a:pt x="462297" y="129223"/>
                  </a:moveTo>
                  <a:lnTo>
                    <a:pt x="448336" y="136208"/>
                  </a:lnTo>
                  <a:lnTo>
                    <a:pt x="434375" y="143510"/>
                  </a:lnTo>
                  <a:lnTo>
                    <a:pt x="420731" y="151130"/>
                  </a:lnTo>
                  <a:lnTo>
                    <a:pt x="407088" y="159068"/>
                  </a:lnTo>
                  <a:lnTo>
                    <a:pt x="394079" y="167323"/>
                  </a:lnTo>
                  <a:lnTo>
                    <a:pt x="380752" y="175578"/>
                  </a:lnTo>
                  <a:lnTo>
                    <a:pt x="367743" y="184468"/>
                  </a:lnTo>
                  <a:lnTo>
                    <a:pt x="355052" y="193358"/>
                  </a:lnTo>
                  <a:lnTo>
                    <a:pt x="374406" y="198438"/>
                  </a:lnTo>
                  <a:lnTo>
                    <a:pt x="394079" y="203518"/>
                  </a:lnTo>
                  <a:lnTo>
                    <a:pt x="402011" y="193358"/>
                  </a:lnTo>
                  <a:lnTo>
                    <a:pt x="410261" y="183833"/>
                  </a:lnTo>
                  <a:lnTo>
                    <a:pt x="418510" y="173990"/>
                  </a:lnTo>
                  <a:lnTo>
                    <a:pt x="427077" y="164465"/>
                  </a:lnTo>
                  <a:lnTo>
                    <a:pt x="435644" y="155575"/>
                  </a:lnTo>
                  <a:lnTo>
                    <a:pt x="444528" y="146368"/>
                  </a:lnTo>
                  <a:lnTo>
                    <a:pt x="453095" y="137795"/>
                  </a:lnTo>
                  <a:lnTo>
                    <a:pt x="462297" y="129223"/>
                  </a:lnTo>
                  <a:close/>
                  <a:moveTo>
                    <a:pt x="931891" y="96838"/>
                  </a:moveTo>
                  <a:lnTo>
                    <a:pt x="942045" y="110490"/>
                  </a:lnTo>
                  <a:lnTo>
                    <a:pt x="951881" y="125413"/>
                  </a:lnTo>
                  <a:lnTo>
                    <a:pt x="961717" y="140970"/>
                  </a:lnTo>
                  <a:lnTo>
                    <a:pt x="970918" y="157480"/>
                  </a:lnTo>
                  <a:lnTo>
                    <a:pt x="979803" y="174625"/>
                  </a:lnTo>
                  <a:lnTo>
                    <a:pt x="988369" y="192405"/>
                  </a:lnTo>
                  <a:lnTo>
                    <a:pt x="996936" y="210820"/>
                  </a:lnTo>
                  <a:lnTo>
                    <a:pt x="1004869" y="230188"/>
                  </a:lnTo>
                  <a:lnTo>
                    <a:pt x="1025176" y="227330"/>
                  </a:lnTo>
                  <a:lnTo>
                    <a:pt x="1045165" y="224155"/>
                  </a:lnTo>
                  <a:lnTo>
                    <a:pt x="1065472" y="220980"/>
                  </a:lnTo>
                  <a:lnTo>
                    <a:pt x="1084827" y="217170"/>
                  </a:lnTo>
                  <a:lnTo>
                    <a:pt x="1076260" y="207645"/>
                  </a:lnTo>
                  <a:lnTo>
                    <a:pt x="1067376" y="198120"/>
                  </a:lnTo>
                  <a:lnTo>
                    <a:pt x="1058491" y="188913"/>
                  </a:lnTo>
                  <a:lnTo>
                    <a:pt x="1049607" y="180023"/>
                  </a:lnTo>
                  <a:lnTo>
                    <a:pt x="1040406" y="171450"/>
                  </a:lnTo>
                  <a:lnTo>
                    <a:pt x="1031204" y="163195"/>
                  </a:lnTo>
                  <a:lnTo>
                    <a:pt x="1021685" y="155258"/>
                  </a:lnTo>
                  <a:lnTo>
                    <a:pt x="1011849" y="147320"/>
                  </a:lnTo>
                  <a:lnTo>
                    <a:pt x="1002648" y="140018"/>
                  </a:lnTo>
                  <a:lnTo>
                    <a:pt x="992494" y="133033"/>
                  </a:lnTo>
                  <a:lnTo>
                    <a:pt x="982975" y="126048"/>
                  </a:lnTo>
                  <a:lnTo>
                    <a:pt x="972822" y="119380"/>
                  </a:lnTo>
                  <a:lnTo>
                    <a:pt x="962986" y="113348"/>
                  </a:lnTo>
                  <a:lnTo>
                    <a:pt x="952515" y="107315"/>
                  </a:lnTo>
                  <a:lnTo>
                    <a:pt x="942045" y="101918"/>
                  </a:lnTo>
                  <a:lnTo>
                    <a:pt x="931891" y="96838"/>
                  </a:lnTo>
                  <a:close/>
                  <a:moveTo>
                    <a:pt x="611742" y="96838"/>
                  </a:moveTo>
                  <a:lnTo>
                    <a:pt x="601589" y="101918"/>
                  </a:lnTo>
                  <a:lnTo>
                    <a:pt x="591118" y="107315"/>
                  </a:lnTo>
                  <a:lnTo>
                    <a:pt x="580965" y="113348"/>
                  </a:lnTo>
                  <a:lnTo>
                    <a:pt x="570811" y="119698"/>
                  </a:lnTo>
                  <a:lnTo>
                    <a:pt x="560658" y="126048"/>
                  </a:lnTo>
                  <a:lnTo>
                    <a:pt x="551139" y="133033"/>
                  </a:lnTo>
                  <a:lnTo>
                    <a:pt x="540986" y="140018"/>
                  </a:lnTo>
                  <a:lnTo>
                    <a:pt x="531784" y="147320"/>
                  </a:lnTo>
                  <a:lnTo>
                    <a:pt x="521948" y="155258"/>
                  </a:lnTo>
                  <a:lnTo>
                    <a:pt x="512746" y="163195"/>
                  </a:lnTo>
                  <a:lnTo>
                    <a:pt x="503228" y="171450"/>
                  </a:lnTo>
                  <a:lnTo>
                    <a:pt x="494343" y="180023"/>
                  </a:lnTo>
                  <a:lnTo>
                    <a:pt x="485142" y="189230"/>
                  </a:lnTo>
                  <a:lnTo>
                    <a:pt x="476258" y="198120"/>
                  </a:lnTo>
                  <a:lnTo>
                    <a:pt x="467691" y="207645"/>
                  </a:lnTo>
                  <a:lnTo>
                    <a:pt x="458807" y="217170"/>
                  </a:lnTo>
                  <a:lnTo>
                    <a:pt x="478479" y="220980"/>
                  </a:lnTo>
                  <a:lnTo>
                    <a:pt x="498468" y="224155"/>
                  </a:lnTo>
                  <a:lnTo>
                    <a:pt x="518458" y="227330"/>
                  </a:lnTo>
                  <a:lnTo>
                    <a:pt x="538764" y="230188"/>
                  </a:lnTo>
                  <a:lnTo>
                    <a:pt x="547014" y="210820"/>
                  </a:lnTo>
                  <a:lnTo>
                    <a:pt x="555264" y="192405"/>
                  </a:lnTo>
                  <a:lnTo>
                    <a:pt x="564148" y="174625"/>
                  </a:lnTo>
                  <a:lnTo>
                    <a:pt x="573032" y="157480"/>
                  </a:lnTo>
                  <a:lnTo>
                    <a:pt x="582234" y="140970"/>
                  </a:lnTo>
                  <a:lnTo>
                    <a:pt x="591753" y="125413"/>
                  </a:lnTo>
                  <a:lnTo>
                    <a:pt x="601589" y="110490"/>
                  </a:lnTo>
                  <a:lnTo>
                    <a:pt x="611742" y="96838"/>
                  </a:lnTo>
                  <a:close/>
                  <a:moveTo>
                    <a:pt x="801166" y="63818"/>
                  </a:moveTo>
                  <a:lnTo>
                    <a:pt x="801166" y="245110"/>
                  </a:lnTo>
                  <a:lnTo>
                    <a:pt x="837655" y="244158"/>
                  </a:lnTo>
                  <a:lnTo>
                    <a:pt x="873509" y="242570"/>
                  </a:lnTo>
                  <a:lnTo>
                    <a:pt x="909363" y="240348"/>
                  </a:lnTo>
                  <a:lnTo>
                    <a:pt x="944266" y="237173"/>
                  </a:lnTo>
                  <a:lnTo>
                    <a:pt x="935064" y="216853"/>
                  </a:lnTo>
                  <a:lnTo>
                    <a:pt x="925545" y="197803"/>
                  </a:lnTo>
                  <a:lnTo>
                    <a:pt x="916027" y="179705"/>
                  </a:lnTo>
                  <a:lnTo>
                    <a:pt x="906190" y="162878"/>
                  </a:lnTo>
                  <a:lnTo>
                    <a:pt x="901114" y="155258"/>
                  </a:lnTo>
                  <a:lnTo>
                    <a:pt x="896037" y="147320"/>
                  </a:lnTo>
                  <a:lnTo>
                    <a:pt x="890960" y="140018"/>
                  </a:lnTo>
                  <a:lnTo>
                    <a:pt x="885884" y="133033"/>
                  </a:lnTo>
                  <a:lnTo>
                    <a:pt x="880807" y="126048"/>
                  </a:lnTo>
                  <a:lnTo>
                    <a:pt x="875730" y="119698"/>
                  </a:lnTo>
                  <a:lnTo>
                    <a:pt x="870019" y="113665"/>
                  </a:lnTo>
                  <a:lnTo>
                    <a:pt x="864942" y="107633"/>
                  </a:lnTo>
                  <a:lnTo>
                    <a:pt x="856693" y="99695"/>
                  </a:lnTo>
                  <a:lnTo>
                    <a:pt x="848760" y="92075"/>
                  </a:lnTo>
                  <a:lnTo>
                    <a:pt x="840828" y="85725"/>
                  </a:lnTo>
                  <a:lnTo>
                    <a:pt x="832896" y="79693"/>
                  </a:lnTo>
                  <a:lnTo>
                    <a:pt x="824963" y="74613"/>
                  </a:lnTo>
                  <a:lnTo>
                    <a:pt x="817031" y="70168"/>
                  </a:lnTo>
                  <a:lnTo>
                    <a:pt x="809099" y="66675"/>
                  </a:lnTo>
                  <a:lnTo>
                    <a:pt x="801166" y="63818"/>
                  </a:lnTo>
                  <a:close/>
                  <a:moveTo>
                    <a:pt x="742467" y="63818"/>
                  </a:moveTo>
                  <a:lnTo>
                    <a:pt x="734535" y="66675"/>
                  </a:lnTo>
                  <a:lnTo>
                    <a:pt x="726920" y="70168"/>
                  </a:lnTo>
                  <a:lnTo>
                    <a:pt x="718987" y="74613"/>
                  </a:lnTo>
                  <a:lnTo>
                    <a:pt x="711055" y="79693"/>
                  </a:lnTo>
                  <a:lnTo>
                    <a:pt x="703123" y="85725"/>
                  </a:lnTo>
                  <a:lnTo>
                    <a:pt x="694873" y="92075"/>
                  </a:lnTo>
                  <a:lnTo>
                    <a:pt x="686941" y="99695"/>
                  </a:lnTo>
                  <a:lnTo>
                    <a:pt x="678691" y="107633"/>
                  </a:lnTo>
                  <a:lnTo>
                    <a:pt x="673614" y="113665"/>
                  </a:lnTo>
                  <a:lnTo>
                    <a:pt x="668538" y="119698"/>
                  </a:lnTo>
                  <a:lnTo>
                    <a:pt x="662826" y="126048"/>
                  </a:lnTo>
                  <a:lnTo>
                    <a:pt x="657750" y="133033"/>
                  </a:lnTo>
                  <a:lnTo>
                    <a:pt x="652990" y="140018"/>
                  </a:lnTo>
                  <a:lnTo>
                    <a:pt x="647596" y="147320"/>
                  </a:lnTo>
                  <a:lnTo>
                    <a:pt x="642519" y="154940"/>
                  </a:lnTo>
                  <a:lnTo>
                    <a:pt x="637760" y="162878"/>
                  </a:lnTo>
                  <a:lnTo>
                    <a:pt x="632683" y="171450"/>
                  </a:lnTo>
                  <a:lnTo>
                    <a:pt x="627607" y="179705"/>
                  </a:lnTo>
                  <a:lnTo>
                    <a:pt x="618088" y="197803"/>
                  </a:lnTo>
                  <a:lnTo>
                    <a:pt x="608569" y="216853"/>
                  </a:lnTo>
                  <a:lnTo>
                    <a:pt x="599685" y="237173"/>
                  </a:lnTo>
                  <a:lnTo>
                    <a:pt x="634587" y="240030"/>
                  </a:lnTo>
                  <a:lnTo>
                    <a:pt x="670124" y="242570"/>
                  </a:lnTo>
                  <a:lnTo>
                    <a:pt x="705978" y="244158"/>
                  </a:lnTo>
                  <a:lnTo>
                    <a:pt x="742467" y="245110"/>
                  </a:lnTo>
                  <a:lnTo>
                    <a:pt x="742467" y="63818"/>
                  </a:lnTo>
                  <a:close/>
                  <a:moveTo>
                    <a:pt x="754841" y="0"/>
                  </a:moveTo>
                  <a:lnTo>
                    <a:pt x="771975" y="0"/>
                  </a:lnTo>
                  <a:lnTo>
                    <a:pt x="789109" y="0"/>
                  </a:lnTo>
                  <a:lnTo>
                    <a:pt x="806243" y="635"/>
                  </a:lnTo>
                  <a:lnTo>
                    <a:pt x="823377" y="1588"/>
                  </a:lnTo>
                  <a:lnTo>
                    <a:pt x="840193" y="2858"/>
                  </a:lnTo>
                  <a:lnTo>
                    <a:pt x="856693" y="4445"/>
                  </a:lnTo>
                  <a:lnTo>
                    <a:pt x="873509" y="6350"/>
                  </a:lnTo>
                  <a:lnTo>
                    <a:pt x="890008" y="9208"/>
                  </a:lnTo>
                  <a:lnTo>
                    <a:pt x="906508" y="11748"/>
                  </a:lnTo>
                  <a:lnTo>
                    <a:pt x="923007" y="14923"/>
                  </a:lnTo>
                  <a:lnTo>
                    <a:pt x="939189" y="18098"/>
                  </a:lnTo>
                  <a:lnTo>
                    <a:pt x="955371" y="21908"/>
                  </a:lnTo>
                  <a:lnTo>
                    <a:pt x="971236" y="25718"/>
                  </a:lnTo>
                  <a:lnTo>
                    <a:pt x="987100" y="30480"/>
                  </a:lnTo>
                  <a:lnTo>
                    <a:pt x="1002965" y="35243"/>
                  </a:lnTo>
                  <a:lnTo>
                    <a:pt x="1018512" y="40005"/>
                  </a:lnTo>
                  <a:lnTo>
                    <a:pt x="1034060" y="45720"/>
                  </a:lnTo>
                  <a:lnTo>
                    <a:pt x="1049290" y="51435"/>
                  </a:lnTo>
                  <a:lnTo>
                    <a:pt x="1064520" y="57150"/>
                  </a:lnTo>
                  <a:lnTo>
                    <a:pt x="1079115" y="63818"/>
                  </a:lnTo>
                  <a:lnTo>
                    <a:pt x="1094028" y="70168"/>
                  </a:lnTo>
                  <a:lnTo>
                    <a:pt x="1108624" y="76835"/>
                  </a:lnTo>
                  <a:lnTo>
                    <a:pt x="1123219" y="84455"/>
                  </a:lnTo>
                  <a:lnTo>
                    <a:pt x="1137497" y="91758"/>
                  </a:lnTo>
                  <a:lnTo>
                    <a:pt x="1151458" y="99695"/>
                  </a:lnTo>
                  <a:lnTo>
                    <a:pt x="1165419" y="107633"/>
                  </a:lnTo>
                  <a:lnTo>
                    <a:pt x="1179063" y="116205"/>
                  </a:lnTo>
                  <a:lnTo>
                    <a:pt x="1192707" y="124778"/>
                  </a:lnTo>
                  <a:lnTo>
                    <a:pt x="1206033" y="133668"/>
                  </a:lnTo>
                  <a:lnTo>
                    <a:pt x="1219042" y="142558"/>
                  </a:lnTo>
                  <a:lnTo>
                    <a:pt x="1232051" y="152400"/>
                  </a:lnTo>
                  <a:lnTo>
                    <a:pt x="1244743" y="161925"/>
                  </a:lnTo>
                  <a:lnTo>
                    <a:pt x="1257434" y="171768"/>
                  </a:lnTo>
                  <a:lnTo>
                    <a:pt x="1270126" y="182245"/>
                  </a:lnTo>
                  <a:lnTo>
                    <a:pt x="1282818" y="193358"/>
                  </a:lnTo>
                  <a:lnTo>
                    <a:pt x="1295192" y="204470"/>
                  </a:lnTo>
                  <a:lnTo>
                    <a:pt x="1307567" y="215900"/>
                  </a:lnTo>
                  <a:lnTo>
                    <a:pt x="1323749" y="232093"/>
                  </a:lnTo>
                  <a:lnTo>
                    <a:pt x="1339296" y="248920"/>
                  </a:lnTo>
                  <a:lnTo>
                    <a:pt x="1354844" y="266065"/>
                  </a:lnTo>
                  <a:lnTo>
                    <a:pt x="1369756" y="283528"/>
                  </a:lnTo>
                  <a:lnTo>
                    <a:pt x="1384035" y="301625"/>
                  </a:lnTo>
                  <a:lnTo>
                    <a:pt x="1397995" y="320358"/>
                  </a:lnTo>
                  <a:lnTo>
                    <a:pt x="1411322" y="339090"/>
                  </a:lnTo>
                  <a:lnTo>
                    <a:pt x="1423696" y="358775"/>
                  </a:lnTo>
                  <a:lnTo>
                    <a:pt x="1431629" y="371158"/>
                  </a:lnTo>
                  <a:lnTo>
                    <a:pt x="1439244" y="383858"/>
                  </a:lnTo>
                  <a:lnTo>
                    <a:pt x="1446859" y="396875"/>
                  </a:lnTo>
                  <a:lnTo>
                    <a:pt x="1453839" y="410210"/>
                  </a:lnTo>
                  <a:lnTo>
                    <a:pt x="1463675" y="429260"/>
                  </a:lnTo>
                  <a:lnTo>
                    <a:pt x="1301855" y="429260"/>
                  </a:lnTo>
                  <a:lnTo>
                    <a:pt x="1321528" y="420370"/>
                  </a:lnTo>
                  <a:lnTo>
                    <a:pt x="1340565" y="411480"/>
                  </a:lnTo>
                  <a:lnTo>
                    <a:pt x="1358651" y="401955"/>
                  </a:lnTo>
                  <a:lnTo>
                    <a:pt x="1375785" y="392430"/>
                  </a:lnTo>
                  <a:lnTo>
                    <a:pt x="1364680" y="375603"/>
                  </a:lnTo>
                  <a:lnTo>
                    <a:pt x="1353257" y="359093"/>
                  </a:lnTo>
                  <a:lnTo>
                    <a:pt x="1341517" y="343218"/>
                  </a:lnTo>
                  <a:lnTo>
                    <a:pt x="1329143" y="327343"/>
                  </a:lnTo>
                  <a:lnTo>
                    <a:pt x="1316451" y="311785"/>
                  </a:lnTo>
                  <a:lnTo>
                    <a:pt x="1303442" y="296863"/>
                  </a:lnTo>
                  <a:lnTo>
                    <a:pt x="1290116" y="281940"/>
                  </a:lnTo>
                  <a:lnTo>
                    <a:pt x="1276155" y="267653"/>
                  </a:lnTo>
                  <a:lnTo>
                    <a:pt x="1268222" y="260033"/>
                  </a:lnTo>
                  <a:lnTo>
                    <a:pt x="1260607" y="252730"/>
                  </a:lnTo>
                  <a:lnTo>
                    <a:pt x="1244425" y="238125"/>
                  </a:lnTo>
                  <a:lnTo>
                    <a:pt x="1215869" y="246698"/>
                  </a:lnTo>
                  <a:lnTo>
                    <a:pt x="1200956" y="250825"/>
                  </a:lnTo>
                  <a:lnTo>
                    <a:pt x="1186361" y="254953"/>
                  </a:lnTo>
                  <a:lnTo>
                    <a:pt x="1198735" y="274955"/>
                  </a:lnTo>
                  <a:lnTo>
                    <a:pt x="1210792" y="295275"/>
                  </a:lnTo>
                  <a:lnTo>
                    <a:pt x="1222215" y="316230"/>
                  </a:lnTo>
                  <a:lnTo>
                    <a:pt x="1233003" y="337820"/>
                  </a:lnTo>
                  <a:lnTo>
                    <a:pt x="1243473" y="360045"/>
                  </a:lnTo>
                  <a:lnTo>
                    <a:pt x="1253310" y="382588"/>
                  </a:lnTo>
                  <a:lnTo>
                    <a:pt x="1262828" y="405448"/>
                  </a:lnTo>
                  <a:lnTo>
                    <a:pt x="1271395" y="429260"/>
                  </a:lnTo>
                  <a:lnTo>
                    <a:pt x="1208888" y="429260"/>
                  </a:lnTo>
                  <a:lnTo>
                    <a:pt x="1200004" y="407353"/>
                  </a:lnTo>
                  <a:lnTo>
                    <a:pt x="1190803" y="385763"/>
                  </a:lnTo>
                  <a:lnTo>
                    <a:pt x="1180967" y="365125"/>
                  </a:lnTo>
                  <a:lnTo>
                    <a:pt x="1170813" y="344805"/>
                  </a:lnTo>
                  <a:lnTo>
                    <a:pt x="1160025" y="325120"/>
                  </a:lnTo>
                  <a:lnTo>
                    <a:pt x="1148603" y="306070"/>
                  </a:lnTo>
                  <a:lnTo>
                    <a:pt x="1137180" y="287020"/>
                  </a:lnTo>
                  <a:lnTo>
                    <a:pt x="1125123" y="269240"/>
                  </a:lnTo>
                  <a:lnTo>
                    <a:pt x="1101009" y="274320"/>
                  </a:lnTo>
                  <a:lnTo>
                    <a:pt x="1076260" y="278765"/>
                  </a:lnTo>
                  <a:lnTo>
                    <a:pt x="1051194" y="282893"/>
                  </a:lnTo>
                  <a:lnTo>
                    <a:pt x="1025493" y="286703"/>
                  </a:lnTo>
                  <a:lnTo>
                    <a:pt x="1031204" y="303213"/>
                  </a:lnTo>
                  <a:lnTo>
                    <a:pt x="1036281" y="320040"/>
                  </a:lnTo>
                  <a:lnTo>
                    <a:pt x="1041040" y="337503"/>
                  </a:lnTo>
                  <a:lnTo>
                    <a:pt x="1045800" y="355283"/>
                  </a:lnTo>
                  <a:lnTo>
                    <a:pt x="1050559" y="373063"/>
                  </a:lnTo>
                  <a:lnTo>
                    <a:pt x="1054684" y="391478"/>
                  </a:lnTo>
                  <a:lnTo>
                    <a:pt x="1058809" y="410528"/>
                  </a:lnTo>
                  <a:lnTo>
                    <a:pt x="1062616" y="429260"/>
                  </a:lnTo>
                  <a:lnTo>
                    <a:pt x="1002965" y="429260"/>
                  </a:lnTo>
                  <a:lnTo>
                    <a:pt x="999475" y="412750"/>
                  </a:lnTo>
                  <a:lnTo>
                    <a:pt x="995667" y="396240"/>
                  </a:lnTo>
                  <a:lnTo>
                    <a:pt x="991542" y="380365"/>
                  </a:lnTo>
                  <a:lnTo>
                    <a:pt x="987418" y="364490"/>
                  </a:lnTo>
                  <a:lnTo>
                    <a:pt x="982658" y="346075"/>
                  </a:lnTo>
                  <a:lnTo>
                    <a:pt x="976947" y="328295"/>
                  </a:lnTo>
                  <a:lnTo>
                    <a:pt x="971553" y="311150"/>
                  </a:lnTo>
                  <a:lnTo>
                    <a:pt x="966159" y="294005"/>
                  </a:lnTo>
                  <a:lnTo>
                    <a:pt x="946169" y="295910"/>
                  </a:lnTo>
                  <a:lnTo>
                    <a:pt x="926180" y="297815"/>
                  </a:lnTo>
                  <a:lnTo>
                    <a:pt x="905556" y="299403"/>
                  </a:lnTo>
                  <a:lnTo>
                    <a:pt x="884932" y="300673"/>
                  </a:lnTo>
                  <a:lnTo>
                    <a:pt x="864308" y="301625"/>
                  </a:lnTo>
                  <a:lnTo>
                    <a:pt x="843684" y="302578"/>
                  </a:lnTo>
                  <a:lnTo>
                    <a:pt x="822742" y="303213"/>
                  </a:lnTo>
                  <a:lnTo>
                    <a:pt x="801166" y="303848"/>
                  </a:lnTo>
                  <a:lnTo>
                    <a:pt x="801166" y="519748"/>
                  </a:lnTo>
                  <a:lnTo>
                    <a:pt x="822108" y="519113"/>
                  </a:lnTo>
                  <a:lnTo>
                    <a:pt x="843366" y="518478"/>
                  </a:lnTo>
                  <a:lnTo>
                    <a:pt x="864308" y="517525"/>
                  </a:lnTo>
                  <a:lnTo>
                    <a:pt x="884614" y="516573"/>
                  </a:lnTo>
                  <a:lnTo>
                    <a:pt x="884614" y="575310"/>
                  </a:lnTo>
                  <a:lnTo>
                    <a:pt x="864308" y="576263"/>
                  </a:lnTo>
                  <a:lnTo>
                    <a:pt x="843366" y="577215"/>
                  </a:lnTo>
                  <a:lnTo>
                    <a:pt x="822108" y="577850"/>
                  </a:lnTo>
                  <a:lnTo>
                    <a:pt x="801166" y="578168"/>
                  </a:lnTo>
                  <a:lnTo>
                    <a:pt x="801166" y="742950"/>
                  </a:lnTo>
                  <a:lnTo>
                    <a:pt x="884614" y="742950"/>
                  </a:lnTo>
                  <a:lnTo>
                    <a:pt x="884614" y="801688"/>
                  </a:lnTo>
                  <a:lnTo>
                    <a:pt x="801166" y="801688"/>
                  </a:lnTo>
                  <a:lnTo>
                    <a:pt x="801166" y="965835"/>
                  </a:lnTo>
                  <a:lnTo>
                    <a:pt x="822108" y="966470"/>
                  </a:lnTo>
                  <a:lnTo>
                    <a:pt x="843366" y="967105"/>
                  </a:lnTo>
                  <a:lnTo>
                    <a:pt x="864308" y="968058"/>
                  </a:lnTo>
                  <a:lnTo>
                    <a:pt x="884614" y="969010"/>
                  </a:lnTo>
                  <a:lnTo>
                    <a:pt x="884614" y="1028065"/>
                  </a:lnTo>
                  <a:lnTo>
                    <a:pt x="864308" y="1026795"/>
                  </a:lnTo>
                  <a:lnTo>
                    <a:pt x="843366" y="1025843"/>
                  </a:lnTo>
                  <a:lnTo>
                    <a:pt x="822108" y="1025208"/>
                  </a:lnTo>
                  <a:lnTo>
                    <a:pt x="801166" y="1024890"/>
                  </a:lnTo>
                  <a:lnTo>
                    <a:pt x="801166" y="1240473"/>
                  </a:lnTo>
                  <a:lnTo>
                    <a:pt x="824963" y="1240790"/>
                  </a:lnTo>
                  <a:lnTo>
                    <a:pt x="848126" y="1241743"/>
                  </a:lnTo>
                  <a:lnTo>
                    <a:pt x="832896" y="1300163"/>
                  </a:lnTo>
                  <a:lnTo>
                    <a:pt x="801166" y="1299528"/>
                  </a:lnTo>
                  <a:lnTo>
                    <a:pt x="801166" y="1423353"/>
                  </a:lnTo>
                  <a:lnTo>
                    <a:pt x="771658" y="1538606"/>
                  </a:lnTo>
                  <a:lnTo>
                    <a:pt x="771023" y="1541781"/>
                  </a:lnTo>
                  <a:lnTo>
                    <a:pt x="771023" y="1544638"/>
                  </a:lnTo>
                  <a:lnTo>
                    <a:pt x="753890" y="1544321"/>
                  </a:lnTo>
                  <a:lnTo>
                    <a:pt x="736756" y="1543686"/>
                  </a:lnTo>
                  <a:lnTo>
                    <a:pt x="719622" y="1542733"/>
                  </a:lnTo>
                  <a:lnTo>
                    <a:pt x="702805" y="1541463"/>
                  </a:lnTo>
                  <a:lnTo>
                    <a:pt x="685989" y="1539558"/>
                  </a:lnTo>
                  <a:lnTo>
                    <a:pt x="669489" y="1537653"/>
                  </a:lnTo>
                  <a:lnTo>
                    <a:pt x="652673" y="1535431"/>
                  </a:lnTo>
                  <a:lnTo>
                    <a:pt x="636491" y="1532573"/>
                  </a:lnTo>
                  <a:lnTo>
                    <a:pt x="619992" y="1529716"/>
                  </a:lnTo>
                  <a:lnTo>
                    <a:pt x="603810" y="1526223"/>
                  </a:lnTo>
                  <a:lnTo>
                    <a:pt x="587628" y="1522096"/>
                  </a:lnTo>
                  <a:lnTo>
                    <a:pt x="571763" y="1518286"/>
                  </a:lnTo>
                  <a:lnTo>
                    <a:pt x="555898" y="1513841"/>
                  </a:lnTo>
                  <a:lnTo>
                    <a:pt x="540351" y="1509078"/>
                  </a:lnTo>
                  <a:lnTo>
                    <a:pt x="524486" y="1503998"/>
                  </a:lnTo>
                  <a:lnTo>
                    <a:pt x="509256" y="1498601"/>
                  </a:lnTo>
                  <a:lnTo>
                    <a:pt x="494343" y="1492886"/>
                  </a:lnTo>
                  <a:lnTo>
                    <a:pt x="479113" y="1486853"/>
                  </a:lnTo>
                  <a:lnTo>
                    <a:pt x="464200" y="1480503"/>
                  </a:lnTo>
                  <a:lnTo>
                    <a:pt x="449288" y="1474153"/>
                  </a:lnTo>
                  <a:lnTo>
                    <a:pt x="434692" y="1467168"/>
                  </a:lnTo>
                  <a:lnTo>
                    <a:pt x="420414" y="1459866"/>
                  </a:lnTo>
                  <a:lnTo>
                    <a:pt x="406136" y="1452246"/>
                  </a:lnTo>
                  <a:lnTo>
                    <a:pt x="392175" y="1444626"/>
                  </a:lnTo>
                  <a:lnTo>
                    <a:pt x="378214" y="1436688"/>
                  </a:lnTo>
                  <a:lnTo>
                    <a:pt x="364570" y="1428116"/>
                  </a:lnTo>
                  <a:lnTo>
                    <a:pt x="350927" y="1419861"/>
                  </a:lnTo>
                  <a:lnTo>
                    <a:pt x="337600" y="1410653"/>
                  </a:lnTo>
                  <a:lnTo>
                    <a:pt x="324591" y="1401763"/>
                  </a:lnTo>
                  <a:lnTo>
                    <a:pt x="311582" y="1392238"/>
                  </a:lnTo>
                  <a:lnTo>
                    <a:pt x="298891" y="1382396"/>
                  </a:lnTo>
                  <a:lnTo>
                    <a:pt x="286199" y="1372553"/>
                  </a:lnTo>
                  <a:lnTo>
                    <a:pt x="273507" y="1361758"/>
                  </a:lnTo>
                  <a:lnTo>
                    <a:pt x="260815" y="1351280"/>
                  </a:lnTo>
                  <a:lnTo>
                    <a:pt x="248441" y="1339850"/>
                  </a:lnTo>
                  <a:lnTo>
                    <a:pt x="236701" y="1328420"/>
                  </a:lnTo>
                  <a:lnTo>
                    <a:pt x="220202" y="1311910"/>
                  </a:lnTo>
                  <a:lnTo>
                    <a:pt x="204337" y="1295400"/>
                  </a:lnTo>
                  <a:lnTo>
                    <a:pt x="188790" y="1278255"/>
                  </a:lnTo>
                  <a:lnTo>
                    <a:pt x="173877" y="1260475"/>
                  </a:lnTo>
                  <a:lnTo>
                    <a:pt x="159599" y="1242378"/>
                  </a:lnTo>
                  <a:lnTo>
                    <a:pt x="145638" y="1223963"/>
                  </a:lnTo>
                  <a:lnTo>
                    <a:pt x="132629" y="1204913"/>
                  </a:lnTo>
                  <a:lnTo>
                    <a:pt x="119937" y="1185863"/>
                  </a:lnTo>
                  <a:lnTo>
                    <a:pt x="112005" y="1173163"/>
                  </a:lnTo>
                  <a:lnTo>
                    <a:pt x="104390" y="1160463"/>
                  </a:lnTo>
                  <a:lnTo>
                    <a:pt x="97409" y="1147445"/>
                  </a:lnTo>
                  <a:lnTo>
                    <a:pt x="90111" y="1134428"/>
                  </a:lnTo>
                  <a:lnTo>
                    <a:pt x="79641" y="1114108"/>
                  </a:lnTo>
                  <a:lnTo>
                    <a:pt x="69805" y="1093153"/>
                  </a:lnTo>
                  <a:lnTo>
                    <a:pt x="60286" y="1072198"/>
                  </a:lnTo>
                  <a:lnTo>
                    <a:pt x="51719" y="1050608"/>
                  </a:lnTo>
                  <a:lnTo>
                    <a:pt x="43469" y="1029018"/>
                  </a:lnTo>
                  <a:lnTo>
                    <a:pt x="36172" y="1006793"/>
                  </a:lnTo>
                  <a:lnTo>
                    <a:pt x="29826" y="984568"/>
                  </a:lnTo>
                  <a:lnTo>
                    <a:pt x="23480" y="961708"/>
                  </a:lnTo>
                  <a:lnTo>
                    <a:pt x="18086" y="939165"/>
                  </a:lnTo>
                  <a:lnTo>
                    <a:pt x="13326" y="915988"/>
                  </a:lnTo>
                  <a:lnTo>
                    <a:pt x="9202" y="892493"/>
                  </a:lnTo>
                  <a:lnTo>
                    <a:pt x="6029" y="868998"/>
                  </a:lnTo>
                  <a:lnTo>
                    <a:pt x="3490" y="845185"/>
                  </a:lnTo>
                  <a:lnTo>
                    <a:pt x="1587" y="820738"/>
                  </a:lnTo>
                  <a:lnTo>
                    <a:pt x="317" y="796608"/>
                  </a:lnTo>
                  <a:lnTo>
                    <a:pt x="0" y="772160"/>
                  </a:lnTo>
                  <a:lnTo>
                    <a:pt x="317" y="747713"/>
                  </a:lnTo>
                  <a:lnTo>
                    <a:pt x="1587" y="723583"/>
                  </a:lnTo>
                  <a:lnTo>
                    <a:pt x="3490" y="699453"/>
                  </a:lnTo>
                  <a:lnTo>
                    <a:pt x="6029" y="675640"/>
                  </a:lnTo>
                  <a:lnTo>
                    <a:pt x="9202" y="651828"/>
                  </a:lnTo>
                  <a:lnTo>
                    <a:pt x="13326" y="628650"/>
                  </a:lnTo>
                  <a:lnTo>
                    <a:pt x="18086" y="605473"/>
                  </a:lnTo>
                  <a:lnTo>
                    <a:pt x="23480" y="582295"/>
                  </a:lnTo>
                  <a:lnTo>
                    <a:pt x="29826" y="559753"/>
                  </a:lnTo>
                  <a:lnTo>
                    <a:pt x="36172" y="537528"/>
                  </a:lnTo>
                  <a:lnTo>
                    <a:pt x="43469" y="515620"/>
                  </a:lnTo>
                  <a:lnTo>
                    <a:pt x="51719" y="493713"/>
                  </a:lnTo>
                  <a:lnTo>
                    <a:pt x="60286" y="472440"/>
                  </a:lnTo>
                  <a:lnTo>
                    <a:pt x="69805" y="451168"/>
                  </a:lnTo>
                  <a:lnTo>
                    <a:pt x="79641" y="430530"/>
                  </a:lnTo>
                  <a:lnTo>
                    <a:pt x="90111" y="410210"/>
                  </a:lnTo>
                  <a:lnTo>
                    <a:pt x="97409" y="396875"/>
                  </a:lnTo>
                  <a:lnTo>
                    <a:pt x="104390" y="383858"/>
                  </a:lnTo>
                  <a:lnTo>
                    <a:pt x="112005" y="371158"/>
                  </a:lnTo>
                  <a:lnTo>
                    <a:pt x="119937" y="358775"/>
                  </a:lnTo>
                  <a:lnTo>
                    <a:pt x="132629" y="339090"/>
                  </a:lnTo>
                  <a:lnTo>
                    <a:pt x="145638" y="320040"/>
                  </a:lnTo>
                  <a:lnTo>
                    <a:pt x="159599" y="301625"/>
                  </a:lnTo>
                  <a:lnTo>
                    <a:pt x="173877" y="283528"/>
                  </a:lnTo>
                  <a:lnTo>
                    <a:pt x="188790" y="266065"/>
                  </a:lnTo>
                  <a:lnTo>
                    <a:pt x="204337" y="248920"/>
                  </a:lnTo>
                  <a:lnTo>
                    <a:pt x="220202" y="232093"/>
                  </a:lnTo>
                  <a:lnTo>
                    <a:pt x="236701" y="215900"/>
                  </a:lnTo>
                  <a:lnTo>
                    <a:pt x="248441" y="204470"/>
                  </a:lnTo>
                  <a:lnTo>
                    <a:pt x="260815" y="193358"/>
                  </a:lnTo>
                  <a:lnTo>
                    <a:pt x="273507" y="182245"/>
                  </a:lnTo>
                  <a:lnTo>
                    <a:pt x="286199" y="171768"/>
                  </a:lnTo>
                  <a:lnTo>
                    <a:pt x="298891" y="161925"/>
                  </a:lnTo>
                  <a:lnTo>
                    <a:pt x="311582" y="152400"/>
                  </a:lnTo>
                  <a:lnTo>
                    <a:pt x="324591" y="142558"/>
                  </a:lnTo>
                  <a:lnTo>
                    <a:pt x="337600" y="133668"/>
                  </a:lnTo>
                  <a:lnTo>
                    <a:pt x="350927" y="124460"/>
                  </a:lnTo>
                  <a:lnTo>
                    <a:pt x="364570" y="116205"/>
                  </a:lnTo>
                  <a:lnTo>
                    <a:pt x="378531" y="107633"/>
                  </a:lnTo>
                  <a:lnTo>
                    <a:pt x="392492" y="99695"/>
                  </a:lnTo>
                  <a:lnTo>
                    <a:pt x="406136" y="91758"/>
                  </a:lnTo>
                  <a:lnTo>
                    <a:pt x="420731" y="84455"/>
                  </a:lnTo>
                  <a:lnTo>
                    <a:pt x="435009" y="76835"/>
                  </a:lnTo>
                  <a:lnTo>
                    <a:pt x="449922" y="70168"/>
                  </a:lnTo>
                  <a:lnTo>
                    <a:pt x="464518" y="63818"/>
                  </a:lnTo>
                  <a:lnTo>
                    <a:pt x="479748" y="57150"/>
                  </a:lnTo>
                  <a:lnTo>
                    <a:pt x="494661" y="51118"/>
                  </a:lnTo>
                  <a:lnTo>
                    <a:pt x="509573" y="45720"/>
                  </a:lnTo>
                  <a:lnTo>
                    <a:pt x="525121" y="40005"/>
                  </a:lnTo>
                  <a:lnTo>
                    <a:pt x="540668" y="35243"/>
                  </a:lnTo>
                  <a:lnTo>
                    <a:pt x="556533" y="30480"/>
                  </a:lnTo>
                  <a:lnTo>
                    <a:pt x="572398" y="25718"/>
                  </a:lnTo>
                  <a:lnTo>
                    <a:pt x="588262" y="21908"/>
                  </a:lnTo>
                  <a:lnTo>
                    <a:pt x="604444" y="18098"/>
                  </a:lnTo>
                  <a:lnTo>
                    <a:pt x="620626" y="14605"/>
                  </a:lnTo>
                  <a:lnTo>
                    <a:pt x="637125" y="11748"/>
                  </a:lnTo>
                  <a:lnTo>
                    <a:pt x="653625" y="9208"/>
                  </a:lnTo>
                  <a:lnTo>
                    <a:pt x="670124" y="6350"/>
                  </a:lnTo>
                  <a:lnTo>
                    <a:pt x="686941" y="4445"/>
                  </a:lnTo>
                  <a:lnTo>
                    <a:pt x="703757" y="2858"/>
                  </a:lnTo>
                  <a:lnTo>
                    <a:pt x="720574" y="1588"/>
                  </a:lnTo>
                  <a:lnTo>
                    <a:pt x="737708" y="635"/>
                  </a:lnTo>
                  <a:lnTo>
                    <a:pt x="75484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Georgia" panose="02040502050405020303" charset="0"/>
                <a:ea typeface="Arial" panose="020B0604020202020204" pitchFamily="34" charset="0"/>
                <a:cs typeface="Georgia" panose="02040502050405020303" charset="0"/>
              </a:endParaRPr>
            </a:p>
          </p:txBody>
        </p:sp>
      </p:grpSp>
      <p:sp>
        <p:nvSpPr>
          <p:cNvPr id="23" name="圆角矩形 5" descr="#clear#"/>
          <p:cNvSpPr/>
          <p:nvPr/>
        </p:nvSpPr>
        <p:spPr>
          <a:xfrm>
            <a:off x="7716886" y="2444693"/>
            <a:ext cx="3546334" cy="945269"/>
          </a:xfrm>
          <a:custGeom>
            <a:avLst/>
            <a:gdLst/>
            <a:ahLst/>
            <a:cxnLst/>
            <a:rect l="l" t="t" r="r" b="b"/>
            <a:pathLst>
              <a:path w="4647853" h="1238876">
                <a:moveTo>
                  <a:pt x="918749" y="100069"/>
                </a:moveTo>
                <a:cubicBezTo>
                  <a:pt x="631909" y="100069"/>
                  <a:pt x="399380" y="332598"/>
                  <a:pt x="399380" y="619438"/>
                </a:cubicBezTo>
                <a:cubicBezTo>
                  <a:pt x="399380" y="906277"/>
                  <a:pt x="631909" y="1138806"/>
                  <a:pt x="918749" y="1138806"/>
                </a:cubicBezTo>
                <a:lnTo>
                  <a:pt x="3984467" y="1138807"/>
                </a:lnTo>
                <a:cubicBezTo>
                  <a:pt x="4271307" y="1138807"/>
                  <a:pt x="4503836" y="906278"/>
                  <a:pt x="4503836" y="619438"/>
                </a:cubicBezTo>
                <a:lnTo>
                  <a:pt x="4503837" y="619438"/>
                </a:lnTo>
                <a:cubicBezTo>
                  <a:pt x="4503837" y="332598"/>
                  <a:pt x="4271308" y="100069"/>
                  <a:pt x="3984468" y="100069"/>
                </a:cubicBezTo>
                <a:close/>
                <a:moveTo>
                  <a:pt x="874802" y="0"/>
                </a:moveTo>
                <a:lnTo>
                  <a:pt x="4028415" y="0"/>
                </a:lnTo>
                <a:cubicBezTo>
                  <a:pt x="4370521" y="0"/>
                  <a:pt x="4647853" y="277332"/>
                  <a:pt x="4647853" y="619438"/>
                </a:cubicBezTo>
                <a:lnTo>
                  <a:pt x="4647852" y="619438"/>
                </a:lnTo>
                <a:cubicBezTo>
                  <a:pt x="4647852" y="961544"/>
                  <a:pt x="4370520" y="1238876"/>
                  <a:pt x="4028414" y="1238876"/>
                </a:cubicBezTo>
                <a:lnTo>
                  <a:pt x="874802" y="1238875"/>
                </a:lnTo>
                <a:cubicBezTo>
                  <a:pt x="583271" y="1238875"/>
                  <a:pt x="338778" y="1037481"/>
                  <a:pt x="274630" y="765799"/>
                </a:cubicBezTo>
                <a:lnTo>
                  <a:pt x="0" y="662813"/>
                </a:lnTo>
                <a:lnTo>
                  <a:pt x="260853" y="564993"/>
                </a:lnTo>
                <a:cubicBezTo>
                  <a:pt x="285446" y="248244"/>
                  <a:pt x="551134" y="0"/>
                  <a:pt x="874802" y="0"/>
                </a:cubicBezTo>
                <a:close/>
              </a:path>
            </a:pathLst>
          </a:cu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468000" tIns="0" bIns="0" rtlCol="0" anchor="ctr"/>
          <a:lstStyle/>
          <a:p>
            <a:pPr lvl="0" algn="ctr">
              <a:lnSpc>
                <a:spcPct val="130000"/>
              </a:lnSpc>
              <a:defRPr/>
            </a:pPr>
            <a:r>
              <a:rPr lang="en-US" altLang="en-US" sz="1600" kern="0" dirty="0">
                <a:latin typeface="Georgia" panose="02040502050405020303" charset="0"/>
                <a:ea typeface="Arial" panose="020B0604020202020204" pitchFamily="34" charset="0"/>
                <a:cs typeface="Georgia" panose="02040502050405020303" charset="0"/>
              </a:rPr>
              <a:t>It ensure that key features     work as expected.</a:t>
            </a:r>
            <a:endParaRPr lang="en-US" altLang="en-US" sz="1600" kern="0" dirty="0">
              <a:latin typeface="Georgia" panose="02040502050405020303" charset="0"/>
              <a:ea typeface="Arial" panose="020B0604020202020204" pitchFamily="34" charset="0"/>
              <a:cs typeface="Georgia" panose="02040502050405020303" charset="0"/>
            </a:endParaRPr>
          </a:p>
        </p:txBody>
      </p:sp>
      <p:grpSp>
        <p:nvGrpSpPr>
          <p:cNvPr id="4" name="Group 3"/>
          <p:cNvGrpSpPr/>
          <p:nvPr/>
        </p:nvGrpSpPr>
        <p:grpSpPr>
          <a:xfrm>
            <a:off x="6402070" y="2322830"/>
            <a:ext cx="1172210" cy="1183640"/>
            <a:chOff x="10082" y="3658"/>
            <a:chExt cx="1846" cy="1864"/>
          </a:xfrm>
        </p:grpSpPr>
        <p:sp>
          <p:nvSpPr>
            <p:cNvPr id="24" name="Oval 23"/>
            <p:cNvSpPr>
              <a:spLocks noChangeArrowheads="1"/>
            </p:cNvSpPr>
            <p:nvPr/>
          </p:nvSpPr>
          <p:spPr bwMode="auto">
            <a:xfrm>
              <a:off x="10082" y="3658"/>
              <a:ext cx="1846" cy="1865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chemeClr val="accent1">
                  <a:lumMod val="20000"/>
                  <a:lumOff val="80000"/>
                </a:schemeClr>
              </a:solidFill>
              <a:round/>
            </a:ln>
          </p:spPr>
          <p:txBody>
            <a:bodyPr/>
            <a:lstStyle/>
            <a:p>
              <a:endParaRPr lang="zh-CN" altLang="en-US">
                <a:latin typeface="Georgia" panose="02040502050405020303" charset="0"/>
                <a:ea typeface="Arial" panose="020B0604020202020204" pitchFamily="34" charset="0"/>
                <a:cs typeface="Georgia" panose="02040502050405020303" charset="0"/>
              </a:endParaRPr>
            </a:p>
          </p:txBody>
        </p:sp>
        <p:sp>
          <p:nvSpPr>
            <p:cNvPr id="25" name="KSO_Shape"/>
            <p:cNvSpPr/>
            <p:nvPr/>
          </p:nvSpPr>
          <p:spPr bwMode="auto">
            <a:xfrm>
              <a:off x="10492" y="4020"/>
              <a:ext cx="1026" cy="1141"/>
            </a:xfrm>
            <a:custGeom>
              <a:avLst/>
              <a:gdLst>
                <a:gd name="T0" fmla="*/ 1511663 w 2946"/>
                <a:gd name="T1" fmla="*/ 216114 h 3274"/>
                <a:gd name="T2" fmla="*/ 1558387 w 2946"/>
                <a:gd name="T3" fmla="*/ 72038 h 3274"/>
                <a:gd name="T4" fmla="*/ 1619403 w 2946"/>
                <a:gd name="T5" fmla="*/ 168822 h 3274"/>
                <a:gd name="T6" fmla="*/ 141821 w 2946"/>
                <a:gd name="T7" fmla="*/ 72038 h 3274"/>
                <a:gd name="T8" fmla="*/ 647541 w 2946"/>
                <a:gd name="T9" fmla="*/ 0 h 3274"/>
                <a:gd name="T10" fmla="*/ 974060 w 2946"/>
                <a:gd name="T11" fmla="*/ 72038 h 3274"/>
                <a:gd name="T12" fmla="*/ 1477582 w 2946"/>
                <a:gd name="T13" fmla="*/ 216114 h 3274"/>
                <a:gd name="T14" fmla="*/ 141821 w 2946"/>
                <a:gd name="T15" fmla="*/ 72038 h 3274"/>
                <a:gd name="T16" fmla="*/ 0 w 2946"/>
                <a:gd name="T17" fmla="*/ 112731 h 3274"/>
                <a:gd name="T18" fmla="*/ 107740 w 2946"/>
                <a:gd name="T19" fmla="*/ 72038 h 3274"/>
                <a:gd name="T20" fmla="*/ 51671 w 2946"/>
                <a:gd name="T21" fmla="*/ 216114 h 3274"/>
                <a:gd name="T22" fmla="*/ 1441851 w 2946"/>
                <a:gd name="T23" fmla="*/ 285952 h 3274"/>
                <a:gd name="T24" fmla="*/ 179750 w 2946"/>
                <a:gd name="T25" fmla="*/ 1298331 h 3274"/>
                <a:gd name="T26" fmla="*/ 1441851 w 2946"/>
                <a:gd name="T27" fmla="*/ 285952 h 3274"/>
                <a:gd name="T28" fmla="*/ 1190091 w 2946"/>
                <a:gd name="T29" fmla="*/ 1118512 h 3274"/>
                <a:gd name="T30" fmla="*/ 937781 w 2946"/>
                <a:gd name="T31" fmla="*/ 1046474 h 3274"/>
                <a:gd name="T32" fmla="*/ 937781 w 2946"/>
                <a:gd name="T33" fmla="*/ 974436 h 3274"/>
                <a:gd name="T34" fmla="*/ 1334111 w 2946"/>
                <a:gd name="T35" fmla="*/ 900199 h 3274"/>
                <a:gd name="T36" fmla="*/ 937781 w 2946"/>
                <a:gd name="T37" fmla="*/ 974436 h 3274"/>
                <a:gd name="T38" fmla="*/ 1334111 w 2946"/>
                <a:gd name="T39" fmla="*/ 792417 h 3274"/>
                <a:gd name="T40" fmla="*/ 937781 w 2946"/>
                <a:gd name="T41" fmla="*/ 722578 h 3274"/>
                <a:gd name="T42" fmla="*/ 554093 w 2946"/>
                <a:gd name="T43" fmla="*/ 1181751 h 3274"/>
                <a:gd name="T44" fmla="*/ 507919 w 2946"/>
                <a:gd name="T45" fmla="*/ 972236 h 3274"/>
                <a:gd name="T46" fmla="*/ 301233 w 2946"/>
                <a:gd name="T47" fmla="*/ 928244 h 3274"/>
                <a:gd name="T48" fmla="*/ 863572 w 2946"/>
                <a:gd name="T49" fmla="*/ 900199 h 3274"/>
                <a:gd name="T50" fmla="*/ 575531 w 2946"/>
                <a:gd name="T51" fmla="*/ 900199 h 3274"/>
                <a:gd name="T52" fmla="*/ 287491 w 2946"/>
                <a:gd name="T53" fmla="*/ 506465 h 3274"/>
                <a:gd name="T54" fmla="*/ 863572 w 2946"/>
                <a:gd name="T55" fmla="*/ 393734 h 3274"/>
                <a:gd name="T56" fmla="*/ 287491 w 2946"/>
                <a:gd name="T57" fmla="*/ 506465 h 3274"/>
                <a:gd name="T58" fmla="*/ 109939 w 2946"/>
                <a:gd name="T59" fmla="*/ 1476502 h 3274"/>
                <a:gd name="T60" fmla="*/ 1551790 w 2946"/>
                <a:gd name="T61" fmla="*/ 1368170 h 3274"/>
                <a:gd name="T62" fmla="*/ 694815 w 2946"/>
                <a:gd name="T63" fmla="*/ 1519394 h 3274"/>
                <a:gd name="T64" fmla="*/ 357302 w 2946"/>
                <a:gd name="T65" fmla="*/ 1800397 h 3274"/>
                <a:gd name="T66" fmla="*/ 694815 w 2946"/>
                <a:gd name="T67" fmla="*/ 1519394 h 3274"/>
                <a:gd name="T68" fmla="*/ 1088397 w 2946"/>
                <a:gd name="T69" fmla="*/ 1800397 h 3274"/>
                <a:gd name="T70" fmla="*/ 1088397 w 2946"/>
                <a:gd name="T71" fmla="*/ 1519394 h 3274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2946" h="3274">
                  <a:moveTo>
                    <a:pt x="2831" y="393"/>
                  </a:moveTo>
                  <a:cubicBezTo>
                    <a:pt x="2750" y="393"/>
                    <a:pt x="2750" y="393"/>
                    <a:pt x="2750" y="393"/>
                  </a:cubicBezTo>
                  <a:cubicBezTo>
                    <a:pt x="2754" y="131"/>
                    <a:pt x="2754" y="131"/>
                    <a:pt x="2754" y="131"/>
                  </a:cubicBezTo>
                  <a:cubicBezTo>
                    <a:pt x="2835" y="131"/>
                    <a:pt x="2835" y="131"/>
                    <a:pt x="2835" y="131"/>
                  </a:cubicBezTo>
                  <a:cubicBezTo>
                    <a:pt x="2946" y="205"/>
                    <a:pt x="2946" y="205"/>
                    <a:pt x="2946" y="205"/>
                  </a:cubicBezTo>
                  <a:cubicBezTo>
                    <a:pt x="2946" y="307"/>
                    <a:pt x="2946" y="307"/>
                    <a:pt x="2946" y="307"/>
                  </a:cubicBezTo>
                  <a:lnTo>
                    <a:pt x="2831" y="393"/>
                  </a:lnTo>
                  <a:close/>
                  <a:moveTo>
                    <a:pt x="258" y="131"/>
                  </a:moveTo>
                  <a:cubicBezTo>
                    <a:pt x="1178" y="131"/>
                    <a:pt x="1178" y="131"/>
                    <a:pt x="1178" y="131"/>
                  </a:cubicBezTo>
                  <a:cubicBezTo>
                    <a:pt x="1178" y="0"/>
                    <a:pt x="1178" y="0"/>
                    <a:pt x="1178" y="0"/>
                  </a:cubicBezTo>
                  <a:cubicBezTo>
                    <a:pt x="1772" y="0"/>
                    <a:pt x="1772" y="0"/>
                    <a:pt x="1772" y="0"/>
                  </a:cubicBezTo>
                  <a:cubicBezTo>
                    <a:pt x="1772" y="131"/>
                    <a:pt x="1772" y="131"/>
                    <a:pt x="1772" y="131"/>
                  </a:cubicBezTo>
                  <a:cubicBezTo>
                    <a:pt x="2688" y="131"/>
                    <a:pt x="2688" y="131"/>
                    <a:pt x="2688" y="131"/>
                  </a:cubicBezTo>
                  <a:cubicBezTo>
                    <a:pt x="2688" y="393"/>
                    <a:pt x="2688" y="393"/>
                    <a:pt x="2688" y="393"/>
                  </a:cubicBezTo>
                  <a:cubicBezTo>
                    <a:pt x="258" y="393"/>
                    <a:pt x="258" y="393"/>
                    <a:pt x="258" y="393"/>
                  </a:cubicBezTo>
                  <a:lnTo>
                    <a:pt x="258" y="131"/>
                  </a:lnTo>
                  <a:close/>
                  <a:moveTo>
                    <a:pt x="0" y="307"/>
                  </a:moveTo>
                  <a:cubicBezTo>
                    <a:pt x="0" y="205"/>
                    <a:pt x="0" y="205"/>
                    <a:pt x="0" y="205"/>
                  </a:cubicBezTo>
                  <a:cubicBezTo>
                    <a:pt x="94" y="131"/>
                    <a:pt x="94" y="131"/>
                    <a:pt x="94" y="131"/>
                  </a:cubicBezTo>
                  <a:cubicBezTo>
                    <a:pt x="196" y="131"/>
                    <a:pt x="196" y="131"/>
                    <a:pt x="196" y="131"/>
                  </a:cubicBezTo>
                  <a:cubicBezTo>
                    <a:pt x="196" y="393"/>
                    <a:pt x="196" y="393"/>
                    <a:pt x="196" y="393"/>
                  </a:cubicBezTo>
                  <a:cubicBezTo>
                    <a:pt x="94" y="393"/>
                    <a:pt x="94" y="393"/>
                    <a:pt x="94" y="393"/>
                  </a:cubicBezTo>
                  <a:lnTo>
                    <a:pt x="0" y="307"/>
                  </a:lnTo>
                  <a:close/>
                  <a:moveTo>
                    <a:pt x="2623" y="520"/>
                  </a:moveTo>
                  <a:cubicBezTo>
                    <a:pt x="2623" y="2361"/>
                    <a:pt x="2623" y="2361"/>
                    <a:pt x="2623" y="2361"/>
                  </a:cubicBezTo>
                  <a:cubicBezTo>
                    <a:pt x="327" y="2361"/>
                    <a:pt x="327" y="2361"/>
                    <a:pt x="327" y="2361"/>
                  </a:cubicBezTo>
                  <a:cubicBezTo>
                    <a:pt x="327" y="520"/>
                    <a:pt x="327" y="520"/>
                    <a:pt x="327" y="520"/>
                  </a:cubicBezTo>
                  <a:lnTo>
                    <a:pt x="2623" y="520"/>
                  </a:lnTo>
                  <a:close/>
                  <a:moveTo>
                    <a:pt x="1706" y="2034"/>
                  </a:moveTo>
                  <a:cubicBezTo>
                    <a:pt x="2165" y="2034"/>
                    <a:pt x="2165" y="2034"/>
                    <a:pt x="2165" y="2034"/>
                  </a:cubicBezTo>
                  <a:cubicBezTo>
                    <a:pt x="2165" y="1903"/>
                    <a:pt x="2165" y="1903"/>
                    <a:pt x="2165" y="1903"/>
                  </a:cubicBezTo>
                  <a:cubicBezTo>
                    <a:pt x="1706" y="1903"/>
                    <a:pt x="1706" y="1903"/>
                    <a:pt x="1706" y="1903"/>
                  </a:cubicBezTo>
                  <a:lnTo>
                    <a:pt x="1706" y="2034"/>
                  </a:lnTo>
                  <a:close/>
                  <a:moveTo>
                    <a:pt x="1706" y="1772"/>
                  </a:moveTo>
                  <a:cubicBezTo>
                    <a:pt x="2427" y="1772"/>
                    <a:pt x="2427" y="1772"/>
                    <a:pt x="2427" y="1772"/>
                  </a:cubicBezTo>
                  <a:cubicBezTo>
                    <a:pt x="2427" y="1637"/>
                    <a:pt x="2427" y="1637"/>
                    <a:pt x="2427" y="1637"/>
                  </a:cubicBezTo>
                  <a:cubicBezTo>
                    <a:pt x="1706" y="1637"/>
                    <a:pt x="1706" y="1637"/>
                    <a:pt x="1706" y="1637"/>
                  </a:cubicBezTo>
                  <a:lnTo>
                    <a:pt x="1706" y="1772"/>
                  </a:lnTo>
                  <a:close/>
                  <a:moveTo>
                    <a:pt x="1706" y="1441"/>
                  </a:moveTo>
                  <a:cubicBezTo>
                    <a:pt x="2427" y="1441"/>
                    <a:pt x="2427" y="1441"/>
                    <a:pt x="2427" y="1441"/>
                  </a:cubicBezTo>
                  <a:cubicBezTo>
                    <a:pt x="2427" y="1314"/>
                    <a:pt x="2427" y="1314"/>
                    <a:pt x="2427" y="1314"/>
                  </a:cubicBezTo>
                  <a:cubicBezTo>
                    <a:pt x="1706" y="1314"/>
                    <a:pt x="1706" y="1314"/>
                    <a:pt x="1706" y="1314"/>
                  </a:cubicBezTo>
                  <a:lnTo>
                    <a:pt x="1706" y="1441"/>
                  </a:lnTo>
                  <a:close/>
                  <a:moveTo>
                    <a:pt x="1008" y="2149"/>
                  </a:moveTo>
                  <a:cubicBezTo>
                    <a:pt x="1245" y="2149"/>
                    <a:pt x="1440" y="1998"/>
                    <a:pt x="1466" y="1768"/>
                  </a:cubicBezTo>
                  <a:cubicBezTo>
                    <a:pt x="924" y="1768"/>
                    <a:pt x="924" y="1768"/>
                    <a:pt x="924" y="1768"/>
                  </a:cubicBezTo>
                  <a:cubicBezTo>
                    <a:pt x="924" y="1231"/>
                    <a:pt x="924" y="1231"/>
                    <a:pt x="924" y="1231"/>
                  </a:cubicBezTo>
                  <a:cubicBezTo>
                    <a:pt x="694" y="1256"/>
                    <a:pt x="548" y="1451"/>
                    <a:pt x="548" y="1688"/>
                  </a:cubicBezTo>
                  <a:cubicBezTo>
                    <a:pt x="548" y="1943"/>
                    <a:pt x="754" y="2149"/>
                    <a:pt x="1008" y="2149"/>
                  </a:cubicBezTo>
                  <a:close/>
                  <a:moveTo>
                    <a:pt x="1571" y="1637"/>
                  </a:moveTo>
                  <a:cubicBezTo>
                    <a:pt x="1571" y="1637"/>
                    <a:pt x="1559" y="1126"/>
                    <a:pt x="1047" y="1126"/>
                  </a:cubicBezTo>
                  <a:cubicBezTo>
                    <a:pt x="1047" y="1637"/>
                    <a:pt x="1047" y="1637"/>
                    <a:pt x="1047" y="1637"/>
                  </a:cubicBezTo>
                  <a:lnTo>
                    <a:pt x="1571" y="1637"/>
                  </a:lnTo>
                  <a:close/>
                  <a:moveTo>
                    <a:pt x="523" y="921"/>
                  </a:moveTo>
                  <a:cubicBezTo>
                    <a:pt x="1571" y="921"/>
                    <a:pt x="1571" y="921"/>
                    <a:pt x="1571" y="921"/>
                  </a:cubicBezTo>
                  <a:cubicBezTo>
                    <a:pt x="1571" y="716"/>
                    <a:pt x="1571" y="716"/>
                    <a:pt x="1571" y="716"/>
                  </a:cubicBezTo>
                  <a:cubicBezTo>
                    <a:pt x="523" y="716"/>
                    <a:pt x="523" y="716"/>
                    <a:pt x="523" y="716"/>
                  </a:cubicBezTo>
                  <a:lnTo>
                    <a:pt x="523" y="921"/>
                  </a:lnTo>
                  <a:close/>
                  <a:moveTo>
                    <a:pt x="2823" y="2685"/>
                  </a:moveTo>
                  <a:cubicBezTo>
                    <a:pt x="200" y="2685"/>
                    <a:pt x="200" y="2685"/>
                    <a:pt x="200" y="2685"/>
                  </a:cubicBezTo>
                  <a:cubicBezTo>
                    <a:pt x="200" y="2488"/>
                    <a:pt x="200" y="2488"/>
                    <a:pt x="200" y="2488"/>
                  </a:cubicBezTo>
                  <a:cubicBezTo>
                    <a:pt x="2823" y="2488"/>
                    <a:pt x="2823" y="2488"/>
                    <a:pt x="2823" y="2488"/>
                  </a:cubicBezTo>
                  <a:lnTo>
                    <a:pt x="2823" y="2685"/>
                  </a:lnTo>
                  <a:close/>
                  <a:moveTo>
                    <a:pt x="1264" y="2763"/>
                  </a:moveTo>
                  <a:cubicBezTo>
                    <a:pt x="957" y="3274"/>
                    <a:pt x="957" y="3274"/>
                    <a:pt x="957" y="3274"/>
                  </a:cubicBezTo>
                  <a:cubicBezTo>
                    <a:pt x="650" y="3274"/>
                    <a:pt x="650" y="3274"/>
                    <a:pt x="650" y="3274"/>
                  </a:cubicBezTo>
                  <a:cubicBezTo>
                    <a:pt x="957" y="2763"/>
                    <a:pt x="957" y="2763"/>
                    <a:pt x="957" y="2763"/>
                  </a:cubicBezTo>
                  <a:lnTo>
                    <a:pt x="1264" y="2763"/>
                  </a:lnTo>
                  <a:close/>
                  <a:moveTo>
                    <a:pt x="2287" y="3274"/>
                  </a:moveTo>
                  <a:cubicBezTo>
                    <a:pt x="1980" y="3274"/>
                    <a:pt x="1980" y="3274"/>
                    <a:pt x="1980" y="3274"/>
                  </a:cubicBezTo>
                  <a:cubicBezTo>
                    <a:pt x="1673" y="2763"/>
                    <a:pt x="1673" y="2763"/>
                    <a:pt x="1673" y="2763"/>
                  </a:cubicBezTo>
                  <a:cubicBezTo>
                    <a:pt x="1980" y="2763"/>
                    <a:pt x="1980" y="2763"/>
                    <a:pt x="1980" y="2763"/>
                  </a:cubicBezTo>
                  <a:lnTo>
                    <a:pt x="2287" y="327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="ctr">
              <a:scene3d>
                <a:camera prst="orthographicFront"/>
                <a:lightRig rig="threePt" dir="t"/>
              </a:scene3d>
              <a:sp3d>
                <a:contourClr>
                  <a:srgbClr val="FFFFFF"/>
                </a:contourClr>
              </a:sp3d>
            </a:bodyPr>
            <a:lstStyle/>
            <a:p>
              <a:pPr algn="ctr"/>
              <a:endParaRPr lang="zh-CN" altLang="en-US">
                <a:solidFill>
                  <a:srgbClr val="FFFFFF"/>
                </a:solidFill>
                <a:latin typeface="Georgia" panose="02040502050405020303" charset="0"/>
                <a:ea typeface="SimSun" panose="02010600030101010101" pitchFamily="2" charset="-122"/>
                <a:cs typeface="Georgia" panose="02040502050405020303" charset="0"/>
              </a:endParaRPr>
            </a:p>
          </p:txBody>
        </p:sp>
      </p:grpSp>
      <p:sp>
        <p:nvSpPr>
          <p:cNvPr id="26" name="矩形 25" descr="#clear#"/>
          <p:cNvSpPr/>
          <p:nvPr/>
        </p:nvSpPr>
        <p:spPr>
          <a:xfrm>
            <a:off x="2101215" y="3800475"/>
            <a:ext cx="7821930" cy="253873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en-US" sz="1800" dirty="0">
                <a:solidFill>
                  <a:schemeClr val="tx1"/>
                </a:solidFill>
                <a:latin typeface="Georgia" panose="02040502050405020303" charset="0"/>
                <a:ea typeface="Arial" panose="020B0604020202020204" pitchFamily="34" charset="0"/>
                <a:cs typeface="Georgia" panose="02040502050405020303" charset="0"/>
              </a:rPr>
              <a:t>   For example : </a:t>
            </a:r>
            <a:endParaRPr lang="en-US" altLang="en-US" sz="1800" dirty="0">
              <a:solidFill>
                <a:schemeClr val="tx1"/>
              </a:solidFill>
              <a:latin typeface="Georgia" panose="02040502050405020303" charset="0"/>
              <a:ea typeface="Arial" panose="020B0604020202020204" pitchFamily="34" charset="0"/>
              <a:cs typeface="Georgia" panose="02040502050405020303" charset="0"/>
            </a:endParaRPr>
          </a:p>
          <a:p>
            <a:pPr>
              <a:lnSpc>
                <a:spcPct val="150000"/>
              </a:lnSpc>
            </a:pPr>
            <a:r>
              <a:rPr lang="en-US" altLang="en-US" sz="1800" dirty="0">
                <a:solidFill>
                  <a:schemeClr val="tx1"/>
                </a:solidFill>
                <a:latin typeface="Georgia" panose="02040502050405020303" charset="0"/>
                <a:ea typeface="Arial" panose="020B0604020202020204" pitchFamily="34" charset="0"/>
                <a:cs typeface="Georgia" panose="02040502050405020303" charset="0"/>
              </a:rPr>
              <a:t> </a:t>
            </a:r>
            <a:endParaRPr lang="en-US" altLang="en-US" sz="1800" dirty="0">
              <a:solidFill>
                <a:schemeClr val="tx1"/>
              </a:solidFill>
              <a:latin typeface="Georgia" panose="02040502050405020303" charset="0"/>
              <a:ea typeface="Arial" panose="020B0604020202020204" pitchFamily="34" charset="0"/>
              <a:cs typeface="Georgia" panose="02040502050405020303" charset="0"/>
            </a:endParaRPr>
          </a:p>
          <a:p>
            <a:pPr>
              <a:lnSpc>
                <a:spcPct val="150000"/>
              </a:lnSpc>
            </a:pPr>
            <a:r>
              <a:rPr lang="en-US" altLang="en-US" sz="1800" dirty="0">
                <a:solidFill>
                  <a:schemeClr val="tx1"/>
                </a:solidFill>
                <a:latin typeface="Georgia" panose="02040502050405020303" charset="0"/>
                <a:ea typeface="Arial" panose="020B0604020202020204" pitchFamily="34" charset="0"/>
                <a:cs typeface="Georgia" panose="02040502050405020303" charset="0"/>
              </a:rPr>
              <a:t>Test cases check whether the system correctly handles adding new student records, updating attendance, and managing fee status. These tests ensure the system operates smoothly, meeting all functional </a:t>
            </a:r>
            <a:r>
              <a:rPr lang="en-US" altLang="en-US" sz="1800" dirty="0">
                <a:solidFill>
                  <a:schemeClr val="tx1"/>
                </a:solidFill>
                <a:latin typeface="Georgia" panose="02040502050405020303" charset="0"/>
                <a:ea typeface="Arial" panose="020B0604020202020204" pitchFamily="34" charset="0"/>
                <a:cs typeface="Georgia" panose="02040502050405020303" charset="0"/>
              </a:rPr>
              <a:t>requirements.</a:t>
            </a:r>
            <a:endParaRPr lang="en-US" altLang="en-US" sz="1800" dirty="0">
              <a:solidFill>
                <a:schemeClr val="tx1"/>
              </a:solidFill>
              <a:latin typeface="Georgia" panose="02040502050405020303" charset="0"/>
              <a:ea typeface="Arial" panose="020B0604020202020204" pitchFamily="34" charset="0"/>
              <a:cs typeface="Georgia" panose="02040502050405020303" charset="0"/>
            </a:endParaRPr>
          </a:p>
        </p:txBody>
      </p:sp>
      <p:sp>
        <p:nvSpPr>
          <p:cNvPr id="27" name="文本框 26" descr="#clear#"/>
          <p:cNvSpPr txBox="1"/>
          <p:nvPr/>
        </p:nvSpPr>
        <p:spPr>
          <a:xfrm>
            <a:off x="1602866" y="3973496"/>
            <a:ext cx="64082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800" b="1" dirty="0">
                <a:latin typeface="Georgia" panose="02040502050405020303" charset="0"/>
                <a:ea typeface="Arial" panose="020B0604020202020204" pitchFamily="34" charset="0"/>
                <a:cs typeface="Georgia" panose="02040502050405020303" charset="0"/>
              </a:rPr>
              <a:t>“</a:t>
            </a:r>
            <a:endParaRPr lang="en-US" altLang="zh-CN" sz="4800" b="1" dirty="0">
              <a:latin typeface="Georgia" panose="02040502050405020303" charset="0"/>
              <a:ea typeface="Arial" panose="020B0604020202020204" pitchFamily="34" charset="0"/>
              <a:cs typeface="Georgia" panose="02040502050405020303" charset="0"/>
            </a:endParaRPr>
          </a:p>
        </p:txBody>
      </p:sp>
      <p:sp>
        <p:nvSpPr>
          <p:cNvPr id="2" name="文本框 26" descr="#clear#"/>
          <p:cNvSpPr txBox="1"/>
          <p:nvPr/>
        </p:nvSpPr>
        <p:spPr>
          <a:xfrm>
            <a:off x="9923271" y="5509561"/>
            <a:ext cx="640829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4800" b="1" dirty="0">
                <a:latin typeface="Georgia" panose="02040502050405020303" charset="0"/>
                <a:ea typeface="Arial" panose="020B0604020202020204" pitchFamily="34" charset="0"/>
                <a:cs typeface="Georgia" panose="02040502050405020303" charset="0"/>
              </a:rPr>
              <a:t>”</a:t>
            </a:r>
            <a:endParaRPr lang="en-US" altLang="zh-CN" sz="4800" b="1" dirty="0">
              <a:latin typeface="Georgia" panose="02040502050405020303" charset="0"/>
              <a:ea typeface="Arial" panose="020B0604020202020204" pitchFamily="34" charset="0"/>
              <a:cs typeface="Georgia" panose="02040502050405020303" charset="0"/>
            </a:endParaRPr>
          </a:p>
        </p:txBody>
      </p:sp>
    </p:spTree>
  </p:cSld>
  <p:clrMapOvr>
    <a:masterClrMapping/>
  </p:clrMapOvr>
  <p:transition spd="slow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标题 1" descr="#clear#"/>
          <p:cNvSpPr>
            <a:spLocks noGrp="1"/>
          </p:cNvSpPr>
          <p:nvPr>
            <p:ph type="title"/>
          </p:nvPr>
        </p:nvSpPr>
        <p:spPr>
          <a:xfrm>
            <a:off x="193675" y="1426845"/>
            <a:ext cx="6848475" cy="2527300"/>
          </a:xfrm>
        </p:spPr>
        <p:txBody>
          <a:bodyPr/>
          <a:lstStyle/>
          <a:p>
            <a:r>
              <a:rPr lang="en-US"/>
              <a:t>10</a:t>
            </a:r>
            <a:br>
              <a:rPr lang="en-US"/>
            </a:br>
            <a:r>
              <a:rPr lang="en-US" altLang="en-US"/>
              <a:t>Future Enhancements</a:t>
            </a:r>
            <a:endParaRPr lang="en-US" alt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자유형 24"/>
          <p:cNvSpPr/>
          <p:nvPr/>
        </p:nvSpPr>
        <p:spPr bwMode="auto">
          <a:xfrm rot="3644698" flipH="1">
            <a:off x="1501331" y="4123477"/>
            <a:ext cx="2014537" cy="469900"/>
          </a:xfrm>
          <a:custGeom>
            <a:avLst/>
            <a:gdLst>
              <a:gd name="connsiteX0" fmla="*/ 0 w 2961540"/>
              <a:gd name="connsiteY0" fmla="*/ 0 h 648072"/>
              <a:gd name="connsiteX1" fmla="*/ 2961540 w 2961540"/>
              <a:gd name="connsiteY1" fmla="*/ 0 h 648072"/>
              <a:gd name="connsiteX2" fmla="*/ 2961540 w 2961540"/>
              <a:gd name="connsiteY2" fmla="*/ 648072 h 648072"/>
              <a:gd name="connsiteX3" fmla="*/ 0 w 2961540"/>
              <a:gd name="connsiteY3" fmla="*/ 648072 h 648072"/>
              <a:gd name="connsiteX4" fmla="*/ 0 w 2961540"/>
              <a:gd name="connsiteY4" fmla="*/ 0 h 648072"/>
              <a:gd name="connsiteX0-1" fmla="*/ 203047 w 3164587"/>
              <a:gd name="connsiteY0-2" fmla="*/ 0 h 650470"/>
              <a:gd name="connsiteX1-3" fmla="*/ 3164587 w 3164587"/>
              <a:gd name="connsiteY1-4" fmla="*/ 0 h 650470"/>
              <a:gd name="connsiteX2-5" fmla="*/ 3164587 w 3164587"/>
              <a:gd name="connsiteY2-6" fmla="*/ 648072 h 650470"/>
              <a:gd name="connsiteX3-7" fmla="*/ 0 w 3164587"/>
              <a:gd name="connsiteY3-8" fmla="*/ 650470 h 650470"/>
              <a:gd name="connsiteX4-9" fmla="*/ 203047 w 3164587"/>
              <a:gd name="connsiteY4-10" fmla="*/ 0 h 650470"/>
              <a:gd name="connsiteX0-11" fmla="*/ 407488 w 3164587"/>
              <a:gd name="connsiteY0-12" fmla="*/ 0 h 655811"/>
              <a:gd name="connsiteX1-13" fmla="*/ 3164587 w 3164587"/>
              <a:gd name="connsiteY1-14" fmla="*/ 5341 h 655811"/>
              <a:gd name="connsiteX2-15" fmla="*/ 3164587 w 3164587"/>
              <a:gd name="connsiteY2-16" fmla="*/ 653413 h 655811"/>
              <a:gd name="connsiteX3-17" fmla="*/ 0 w 3164587"/>
              <a:gd name="connsiteY3-18" fmla="*/ 655811 h 655811"/>
              <a:gd name="connsiteX4-19" fmla="*/ 407488 w 3164587"/>
              <a:gd name="connsiteY4-20" fmla="*/ 0 h 655811"/>
              <a:gd name="connsiteX0-21" fmla="*/ 407488 w 3164587"/>
              <a:gd name="connsiteY0-22" fmla="*/ 0 h 655811"/>
              <a:gd name="connsiteX1-23" fmla="*/ 2615502 w 3164587"/>
              <a:gd name="connsiteY1-24" fmla="*/ 57122 h 655811"/>
              <a:gd name="connsiteX2-25" fmla="*/ 3164587 w 3164587"/>
              <a:gd name="connsiteY2-26" fmla="*/ 653413 h 655811"/>
              <a:gd name="connsiteX3-27" fmla="*/ 0 w 3164587"/>
              <a:gd name="connsiteY3-28" fmla="*/ 655811 h 655811"/>
              <a:gd name="connsiteX4-29" fmla="*/ 407488 w 3164587"/>
              <a:gd name="connsiteY4-30" fmla="*/ 0 h 655811"/>
              <a:gd name="connsiteX0-31" fmla="*/ 407488 w 2967403"/>
              <a:gd name="connsiteY0-32" fmla="*/ 0 h 685357"/>
              <a:gd name="connsiteX1-33" fmla="*/ 2615502 w 2967403"/>
              <a:gd name="connsiteY1-34" fmla="*/ 57122 h 685357"/>
              <a:gd name="connsiteX2-35" fmla="*/ 2967403 w 2967403"/>
              <a:gd name="connsiteY2-36" fmla="*/ 685357 h 685357"/>
              <a:gd name="connsiteX3-37" fmla="*/ 0 w 2967403"/>
              <a:gd name="connsiteY3-38" fmla="*/ 655811 h 685357"/>
              <a:gd name="connsiteX4-39" fmla="*/ 407488 w 2967403"/>
              <a:gd name="connsiteY4-40" fmla="*/ 0 h 685357"/>
              <a:gd name="connsiteX0-41" fmla="*/ 407488 w 2967403"/>
              <a:gd name="connsiteY0-42" fmla="*/ 0 h 685357"/>
              <a:gd name="connsiteX1-43" fmla="*/ 2583917 w 2967403"/>
              <a:gd name="connsiteY1-44" fmla="*/ 20227 h 685357"/>
              <a:gd name="connsiteX2-45" fmla="*/ 2967403 w 2967403"/>
              <a:gd name="connsiteY2-46" fmla="*/ 685357 h 685357"/>
              <a:gd name="connsiteX3-47" fmla="*/ 0 w 2967403"/>
              <a:gd name="connsiteY3-48" fmla="*/ 655811 h 685357"/>
              <a:gd name="connsiteX4-49" fmla="*/ 407488 w 2967403"/>
              <a:gd name="connsiteY4-50" fmla="*/ 0 h 685357"/>
              <a:gd name="connsiteX0-51" fmla="*/ 407488 w 2967403"/>
              <a:gd name="connsiteY0-52" fmla="*/ 5703 h 691060"/>
              <a:gd name="connsiteX1-53" fmla="*/ 2591228 w 2967403"/>
              <a:gd name="connsiteY1-54" fmla="*/ 0 h 691060"/>
              <a:gd name="connsiteX2-55" fmla="*/ 2967403 w 2967403"/>
              <a:gd name="connsiteY2-56" fmla="*/ 691060 h 691060"/>
              <a:gd name="connsiteX3-57" fmla="*/ 0 w 2967403"/>
              <a:gd name="connsiteY3-58" fmla="*/ 661514 h 691060"/>
              <a:gd name="connsiteX4-59" fmla="*/ 407488 w 2967403"/>
              <a:gd name="connsiteY4-60" fmla="*/ 5703 h 69106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2967403" h="691060">
                <a:moveTo>
                  <a:pt x="407488" y="5703"/>
                </a:moveTo>
                <a:lnTo>
                  <a:pt x="2591228" y="0"/>
                </a:lnTo>
                <a:lnTo>
                  <a:pt x="2967403" y="691060"/>
                </a:lnTo>
                <a:lnTo>
                  <a:pt x="0" y="661514"/>
                </a:lnTo>
                <a:lnTo>
                  <a:pt x="407488" y="5703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latin typeface="Georgia" panose="02040502050405020303" charset="0"/>
              <a:ea typeface="Arial" panose="020B0604020202020204" pitchFamily="34" charset="0"/>
              <a:cs typeface="Georgia" panose="02040502050405020303" charset="0"/>
            </a:endParaRPr>
          </a:p>
        </p:txBody>
      </p:sp>
      <p:sp>
        <p:nvSpPr>
          <p:cNvPr id="22" name="자유형 32"/>
          <p:cNvSpPr/>
          <p:nvPr/>
        </p:nvSpPr>
        <p:spPr bwMode="auto">
          <a:xfrm rot="7155302">
            <a:off x="2383186" y="4267145"/>
            <a:ext cx="2212975" cy="428625"/>
          </a:xfrm>
          <a:custGeom>
            <a:avLst/>
            <a:gdLst>
              <a:gd name="connsiteX0" fmla="*/ 0 w 2961540"/>
              <a:gd name="connsiteY0" fmla="*/ 0 h 648072"/>
              <a:gd name="connsiteX1" fmla="*/ 2961540 w 2961540"/>
              <a:gd name="connsiteY1" fmla="*/ 0 h 648072"/>
              <a:gd name="connsiteX2" fmla="*/ 2961540 w 2961540"/>
              <a:gd name="connsiteY2" fmla="*/ 648072 h 648072"/>
              <a:gd name="connsiteX3" fmla="*/ 0 w 2961540"/>
              <a:gd name="connsiteY3" fmla="*/ 648072 h 648072"/>
              <a:gd name="connsiteX4" fmla="*/ 0 w 2961540"/>
              <a:gd name="connsiteY4" fmla="*/ 0 h 648072"/>
              <a:gd name="connsiteX0-1" fmla="*/ 0 w 2961540"/>
              <a:gd name="connsiteY0-2" fmla="*/ 0 h 648072"/>
              <a:gd name="connsiteX1-3" fmla="*/ 2605255 w 2961540"/>
              <a:gd name="connsiteY1-4" fmla="*/ 15401 h 648072"/>
              <a:gd name="connsiteX2-5" fmla="*/ 2961540 w 2961540"/>
              <a:gd name="connsiteY2-6" fmla="*/ 648072 h 648072"/>
              <a:gd name="connsiteX3-7" fmla="*/ 0 w 2961540"/>
              <a:gd name="connsiteY3-8" fmla="*/ 648072 h 648072"/>
              <a:gd name="connsiteX4-9" fmla="*/ 0 w 2961540"/>
              <a:gd name="connsiteY4-10" fmla="*/ 0 h 648072"/>
              <a:gd name="connsiteX0-11" fmla="*/ 0 w 3260319"/>
              <a:gd name="connsiteY0-12" fmla="*/ 58505 h 632671"/>
              <a:gd name="connsiteX1-13" fmla="*/ 2904034 w 3260319"/>
              <a:gd name="connsiteY1-14" fmla="*/ 0 h 632671"/>
              <a:gd name="connsiteX2-15" fmla="*/ 3260319 w 3260319"/>
              <a:gd name="connsiteY2-16" fmla="*/ 632671 h 632671"/>
              <a:gd name="connsiteX3-17" fmla="*/ 298779 w 3260319"/>
              <a:gd name="connsiteY3-18" fmla="*/ 632671 h 632671"/>
              <a:gd name="connsiteX4-19" fmla="*/ 0 w 3260319"/>
              <a:gd name="connsiteY4-20" fmla="*/ 58505 h 63267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3260319" h="632671">
                <a:moveTo>
                  <a:pt x="0" y="58505"/>
                </a:moveTo>
                <a:lnTo>
                  <a:pt x="2904034" y="0"/>
                </a:lnTo>
                <a:lnTo>
                  <a:pt x="3260319" y="632671"/>
                </a:lnTo>
                <a:lnTo>
                  <a:pt x="298779" y="632671"/>
                </a:lnTo>
                <a:lnTo>
                  <a:pt x="0" y="58505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latin typeface="Georgia" panose="02040502050405020303" charset="0"/>
              <a:ea typeface="Arial" panose="020B0604020202020204" pitchFamily="34" charset="0"/>
              <a:cs typeface="Georgia" panose="02040502050405020303" charset="0"/>
            </a:endParaRPr>
          </a:p>
        </p:txBody>
      </p:sp>
      <p:sp>
        <p:nvSpPr>
          <p:cNvPr id="23" name="자유형 17"/>
          <p:cNvSpPr/>
          <p:nvPr/>
        </p:nvSpPr>
        <p:spPr bwMode="auto">
          <a:xfrm rot="7155302">
            <a:off x="1926780" y="4255239"/>
            <a:ext cx="2224087" cy="428625"/>
          </a:xfrm>
          <a:custGeom>
            <a:avLst/>
            <a:gdLst>
              <a:gd name="connsiteX0" fmla="*/ 0 w 2961540"/>
              <a:gd name="connsiteY0" fmla="*/ 0 h 648072"/>
              <a:gd name="connsiteX1" fmla="*/ 2961540 w 2961540"/>
              <a:gd name="connsiteY1" fmla="*/ 0 h 648072"/>
              <a:gd name="connsiteX2" fmla="*/ 2961540 w 2961540"/>
              <a:gd name="connsiteY2" fmla="*/ 648072 h 648072"/>
              <a:gd name="connsiteX3" fmla="*/ 0 w 2961540"/>
              <a:gd name="connsiteY3" fmla="*/ 648072 h 648072"/>
              <a:gd name="connsiteX4" fmla="*/ 0 w 2961540"/>
              <a:gd name="connsiteY4" fmla="*/ 0 h 648072"/>
              <a:gd name="connsiteX0-1" fmla="*/ 0 w 2961540"/>
              <a:gd name="connsiteY0-2" fmla="*/ 0 h 648072"/>
              <a:gd name="connsiteX1-3" fmla="*/ 2605255 w 2961540"/>
              <a:gd name="connsiteY1-4" fmla="*/ 15401 h 648072"/>
              <a:gd name="connsiteX2-5" fmla="*/ 2961540 w 2961540"/>
              <a:gd name="connsiteY2-6" fmla="*/ 648072 h 648072"/>
              <a:gd name="connsiteX3-7" fmla="*/ 0 w 2961540"/>
              <a:gd name="connsiteY3-8" fmla="*/ 648072 h 648072"/>
              <a:gd name="connsiteX4-9" fmla="*/ 0 w 2961540"/>
              <a:gd name="connsiteY4-10" fmla="*/ 0 h 648072"/>
              <a:gd name="connsiteX0-11" fmla="*/ 0 w 3260319"/>
              <a:gd name="connsiteY0-12" fmla="*/ 58505 h 632671"/>
              <a:gd name="connsiteX1-13" fmla="*/ 2904034 w 3260319"/>
              <a:gd name="connsiteY1-14" fmla="*/ 0 h 632671"/>
              <a:gd name="connsiteX2-15" fmla="*/ 3260319 w 3260319"/>
              <a:gd name="connsiteY2-16" fmla="*/ 632671 h 632671"/>
              <a:gd name="connsiteX3-17" fmla="*/ 298779 w 3260319"/>
              <a:gd name="connsiteY3-18" fmla="*/ 632671 h 632671"/>
              <a:gd name="connsiteX4-19" fmla="*/ 0 w 3260319"/>
              <a:gd name="connsiteY4-20" fmla="*/ 58505 h 632671"/>
              <a:gd name="connsiteX0-21" fmla="*/ 0 w 3277939"/>
              <a:gd name="connsiteY0-22" fmla="*/ 46540 h 632671"/>
              <a:gd name="connsiteX1-23" fmla="*/ 2921654 w 3277939"/>
              <a:gd name="connsiteY1-24" fmla="*/ 0 h 632671"/>
              <a:gd name="connsiteX2-25" fmla="*/ 3277939 w 3277939"/>
              <a:gd name="connsiteY2-26" fmla="*/ 632671 h 632671"/>
              <a:gd name="connsiteX3-27" fmla="*/ 316399 w 3277939"/>
              <a:gd name="connsiteY3-28" fmla="*/ 632671 h 632671"/>
              <a:gd name="connsiteX4-29" fmla="*/ 0 w 3277939"/>
              <a:gd name="connsiteY4-30" fmla="*/ 46540 h 63267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3277939" h="632671">
                <a:moveTo>
                  <a:pt x="0" y="46540"/>
                </a:moveTo>
                <a:lnTo>
                  <a:pt x="2921654" y="0"/>
                </a:lnTo>
                <a:lnTo>
                  <a:pt x="3277939" y="632671"/>
                </a:lnTo>
                <a:lnTo>
                  <a:pt x="316399" y="632671"/>
                </a:lnTo>
                <a:lnTo>
                  <a:pt x="0" y="4654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latin typeface="Georgia" panose="02040502050405020303" charset="0"/>
              <a:ea typeface="Arial" panose="020B0604020202020204" pitchFamily="34" charset="0"/>
              <a:cs typeface="Georgia" panose="02040502050405020303" charset="0"/>
            </a:endParaRPr>
          </a:p>
        </p:txBody>
      </p:sp>
      <p:sp>
        <p:nvSpPr>
          <p:cNvPr id="24" name="자유형 19"/>
          <p:cNvSpPr/>
          <p:nvPr/>
        </p:nvSpPr>
        <p:spPr bwMode="auto">
          <a:xfrm rot="3644698" flipH="1">
            <a:off x="953643" y="4248890"/>
            <a:ext cx="2247900" cy="439737"/>
          </a:xfrm>
          <a:custGeom>
            <a:avLst/>
            <a:gdLst>
              <a:gd name="connsiteX0" fmla="*/ 0 w 2961540"/>
              <a:gd name="connsiteY0" fmla="*/ 0 h 648072"/>
              <a:gd name="connsiteX1" fmla="*/ 2961540 w 2961540"/>
              <a:gd name="connsiteY1" fmla="*/ 0 h 648072"/>
              <a:gd name="connsiteX2" fmla="*/ 2961540 w 2961540"/>
              <a:gd name="connsiteY2" fmla="*/ 648072 h 648072"/>
              <a:gd name="connsiteX3" fmla="*/ 0 w 2961540"/>
              <a:gd name="connsiteY3" fmla="*/ 648072 h 648072"/>
              <a:gd name="connsiteX4" fmla="*/ 0 w 2961540"/>
              <a:gd name="connsiteY4" fmla="*/ 0 h 648072"/>
              <a:gd name="connsiteX0-1" fmla="*/ 0 w 2961540"/>
              <a:gd name="connsiteY0-2" fmla="*/ 0 h 648072"/>
              <a:gd name="connsiteX1-3" fmla="*/ 2961540 w 2961540"/>
              <a:gd name="connsiteY1-4" fmla="*/ 0 h 648072"/>
              <a:gd name="connsiteX2-5" fmla="*/ 2961540 w 2961540"/>
              <a:gd name="connsiteY2-6" fmla="*/ 648072 h 648072"/>
              <a:gd name="connsiteX3-7" fmla="*/ 383001 w 2961540"/>
              <a:gd name="connsiteY3-8" fmla="*/ 645803 h 648072"/>
              <a:gd name="connsiteX4-9" fmla="*/ 0 w 2961540"/>
              <a:gd name="connsiteY4-10" fmla="*/ 0 h 648072"/>
              <a:gd name="connsiteX0-11" fmla="*/ 0 w 3311251"/>
              <a:gd name="connsiteY0-12" fmla="*/ 0 h 648698"/>
              <a:gd name="connsiteX1-13" fmla="*/ 2961540 w 3311251"/>
              <a:gd name="connsiteY1-14" fmla="*/ 0 h 648698"/>
              <a:gd name="connsiteX2-15" fmla="*/ 3311251 w 3311251"/>
              <a:gd name="connsiteY2-16" fmla="*/ 648698 h 648698"/>
              <a:gd name="connsiteX3-17" fmla="*/ 383001 w 3311251"/>
              <a:gd name="connsiteY3-18" fmla="*/ 645803 h 648698"/>
              <a:gd name="connsiteX4-19" fmla="*/ 0 w 3311251"/>
              <a:gd name="connsiteY4-20" fmla="*/ 0 h 64869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3311251" h="648698">
                <a:moveTo>
                  <a:pt x="0" y="0"/>
                </a:moveTo>
                <a:lnTo>
                  <a:pt x="2961540" y="0"/>
                </a:lnTo>
                <a:lnTo>
                  <a:pt x="3311251" y="648698"/>
                </a:lnTo>
                <a:lnTo>
                  <a:pt x="383001" y="645803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dirty="0">
              <a:latin typeface="Georgia" panose="02040502050405020303" charset="0"/>
              <a:ea typeface="Arial" panose="020B0604020202020204" pitchFamily="34" charset="0"/>
              <a:cs typeface="Georgia" panose="02040502050405020303" charset="0"/>
            </a:endParaRPr>
          </a:p>
        </p:txBody>
      </p:sp>
      <p:sp>
        <p:nvSpPr>
          <p:cNvPr id="25" name="矩形: 圆角 24"/>
          <p:cNvSpPr/>
          <p:nvPr/>
        </p:nvSpPr>
        <p:spPr>
          <a:xfrm flipV="1">
            <a:off x="1016391" y="3352501"/>
            <a:ext cx="3491132" cy="164421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Georgia" panose="02040502050405020303" charset="0"/>
              <a:ea typeface="Arial" panose="020B0604020202020204" pitchFamily="34" charset="0"/>
              <a:cs typeface="Georgia" panose="02040502050405020303" charset="0"/>
            </a:endParaRPr>
          </a:p>
        </p:txBody>
      </p:sp>
      <p:sp>
        <p:nvSpPr>
          <p:cNvPr id="26" name="矩形 25" descr="#clear#"/>
          <p:cNvSpPr/>
          <p:nvPr/>
        </p:nvSpPr>
        <p:spPr>
          <a:xfrm>
            <a:off x="1017270" y="728980"/>
            <a:ext cx="3489960" cy="222123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altLang="en-US" sz="1800" dirty="0">
                <a:solidFill>
                  <a:schemeClr val="tx1"/>
                </a:solidFill>
                <a:latin typeface="Georgia" panose="02040502050405020303" charset="0"/>
                <a:ea typeface="Arial" panose="020B0604020202020204" pitchFamily="34" charset="0"/>
                <a:cs typeface="Georgia" panose="02040502050405020303" charset="0"/>
              </a:rPr>
              <a:t>To further improve the “ Campus Hub ” system and adapt to evolving educational needs, the following enhancements are planned for the future.</a:t>
            </a:r>
            <a:endParaRPr lang="en-US" altLang="en-US" sz="1800" dirty="0">
              <a:solidFill>
                <a:schemeClr val="tx1"/>
              </a:solidFill>
              <a:latin typeface="Georgia" panose="02040502050405020303" charset="0"/>
              <a:ea typeface="Arial" panose="020B0604020202020204" pitchFamily="34" charset="0"/>
              <a:cs typeface="Georgia" panose="02040502050405020303" charset="0"/>
            </a:endParaRPr>
          </a:p>
        </p:txBody>
      </p:sp>
      <p:sp>
        <p:nvSpPr>
          <p:cNvPr id="27" name="KSO_Shape"/>
          <p:cNvSpPr/>
          <p:nvPr/>
        </p:nvSpPr>
        <p:spPr bwMode="auto">
          <a:xfrm>
            <a:off x="2342885" y="5701718"/>
            <a:ext cx="838145" cy="634196"/>
          </a:xfrm>
          <a:custGeom>
            <a:avLst/>
            <a:gdLst>
              <a:gd name="T0" fmla="*/ 354414 w 2295525"/>
              <a:gd name="T1" fmla="*/ 1437494 h 1735138"/>
              <a:gd name="T2" fmla="*/ 223983 w 2295525"/>
              <a:gd name="T3" fmla="*/ 1389407 h 1735138"/>
              <a:gd name="T4" fmla="*/ 200120 w 2295525"/>
              <a:gd name="T5" fmla="*/ 1433678 h 1735138"/>
              <a:gd name="T6" fmla="*/ 1871799 w 2295525"/>
              <a:gd name="T7" fmla="*/ 1202082 h 1735138"/>
              <a:gd name="T8" fmla="*/ 1862595 w 2295525"/>
              <a:gd name="T9" fmla="*/ 1430571 h 1735138"/>
              <a:gd name="T10" fmla="*/ 1585813 w 2295525"/>
              <a:gd name="T11" fmla="*/ 1207999 h 1735138"/>
              <a:gd name="T12" fmla="*/ 1490656 w 2295525"/>
              <a:gd name="T13" fmla="*/ 1402297 h 1735138"/>
              <a:gd name="T14" fmla="*/ 1152749 w 2295525"/>
              <a:gd name="T15" fmla="*/ 1383558 h 1735138"/>
              <a:gd name="T16" fmla="*/ 1090837 w 2295525"/>
              <a:gd name="T17" fmla="*/ 1220821 h 1735138"/>
              <a:gd name="T18" fmla="*/ 783516 w 2295525"/>
              <a:gd name="T19" fmla="*/ 1424982 h 1735138"/>
              <a:gd name="T20" fmla="*/ 1483025 w 2295525"/>
              <a:gd name="T21" fmla="*/ 1122300 h 1735138"/>
              <a:gd name="T22" fmla="*/ 1518730 w 2295525"/>
              <a:gd name="T23" fmla="*/ 1215802 h 1735138"/>
              <a:gd name="T24" fmla="*/ 1183050 w 2295525"/>
              <a:gd name="T25" fmla="*/ 1170419 h 1735138"/>
              <a:gd name="T26" fmla="*/ 1093135 w 2295525"/>
              <a:gd name="T27" fmla="*/ 1129269 h 1735138"/>
              <a:gd name="T28" fmla="*/ 556942 w 2295525"/>
              <a:gd name="T29" fmla="*/ 1349470 h 1735138"/>
              <a:gd name="T30" fmla="*/ 575056 w 2295525"/>
              <a:gd name="T31" fmla="*/ 1122300 h 1735138"/>
              <a:gd name="T32" fmla="*/ 1862842 w 2295525"/>
              <a:gd name="T33" fmla="*/ 1073163 h 1735138"/>
              <a:gd name="T34" fmla="*/ 1818708 w 2295525"/>
              <a:gd name="T35" fmla="*/ 1141187 h 1735138"/>
              <a:gd name="T36" fmla="*/ 1616812 w 2295525"/>
              <a:gd name="T37" fmla="*/ 1141187 h 1735138"/>
              <a:gd name="T38" fmla="*/ 1710350 w 2295525"/>
              <a:gd name="T39" fmla="*/ 973592 h 1735138"/>
              <a:gd name="T40" fmla="*/ 1049969 w 2295525"/>
              <a:gd name="T41" fmla="*/ 1053775 h 1735138"/>
              <a:gd name="T42" fmla="*/ 1014682 w 2295525"/>
              <a:gd name="T43" fmla="*/ 1139873 h 1735138"/>
              <a:gd name="T44" fmla="*/ 810877 w 2295525"/>
              <a:gd name="T45" fmla="*/ 1148088 h 1735138"/>
              <a:gd name="T46" fmla="*/ 894641 w 2295525"/>
              <a:gd name="T47" fmla="*/ 977206 h 1735138"/>
              <a:gd name="T48" fmla="*/ 1442943 w 2295525"/>
              <a:gd name="T49" fmla="*/ 1075103 h 1735138"/>
              <a:gd name="T50" fmla="*/ 1436373 w 2295525"/>
              <a:gd name="T51" fmla="*/ 1150050 h 1735138"/>
              <a:gd name="T52" fmla="*/ 1208721 w 2295525"/>
              <a:gd name="T53" fmla="*/ 1078390 h 1735138"/>
              <a:gd name="T54" fmla="*/ 1323368 w 2295525"/>
              <a:gd name="T55" fmla="*/ 948876 h 1735138"/>
              <a:gd name="T56" fmla="*/ 1621695 w 2295525"/>
              <a:gd name="T57" fmla="*/ 933562 h 1735138"/>
              <a:gd name="T58" fmla="*/ 1479674 w 2295525"/>
              <a:gd name="T59" fmla="*/ 1082709 h 1735138"/>
              <a:gd name="T60" fmla="*/ 1414939 w 2295525"/>
              <a:gd name="T61" fmla="*/ 921326 h 1735138"/>
              <a:gd name="T62" fmla="*/ 734217 w 2295525"/>
              <a:gd name="T63" fmla="*/ 885923 h 1735138"/>
              <a:gd name="T64" fmla="*/ 821379 w 2295525"/>
              <a:gd name="T65" fmla="*/ 995880 h 1735138"/>
              <a:gd name="T66" fmla="*/ 569798 w 2295525"/>
              <a:gd name="T67" fmla="*/ 1011399 h 1735138"/>
              <a:gd name="T68" fmla="*/ 708465 w 2295525"/>
              <a:gd name="T69" fmla="*/ 874696 h 1735138"/>
              <a:gd name="T70" fmla="*/ 1179427 w 2295525"/>
              <a:gd name="T71" fmla="*/ 987627 h 1735138"/>
              <a:gd name="T72" fmla="*/ 1053942 w 2295525"/>
              <a:gd name="T73" fmla="*/ 998854 h 1735138"/>
              <a:gd name="T74" fmla="*/ 1081279 w 2295525"/>
              <a:gd name="T75" fmla="*/ 872390 h 1735138"/>
              <a:gd name="T76" fmla="*/ 630962 w 2295525"/>
              <a:gd name="T77" fmla="*/ 582190 h 1735138"/>
              <a:gd name="T78" fmla="*/ 650134 w 2295525"/>
              <a:gd name="T79" fmla="*/ 606180 h 1735138"/>
              <a:gd name="T80" fmla="*/ 568156 w 2295525"/>
              <a:gd name="T81" fmla="*/ 576931 h 1735138"/>
              <a:gd name="T82" fmla="*/ 423066 w 2295525"/>
              <a:gd name="T83" fmla="*/ 442769 h 1735138"/>
              <a:gd name="T84" fmla="*/ 467582 w 2295525"/>
              <a:gd name="T85" fmla="*/ 701168 h 1735138"/>
              <a:gd name="T86" fmla="*/ 431639 w 2295525"/>
              <a:gd name="T87" fmla="*/ 840254 h 1735138"/>
              <a:gd name="T88" fmla="*/ 233461 w 2295525"/>
              <a:gd name="T89" fmla="*/ 1059432 h 1735138"/>
              <a:gd name="T90" fmla="*/ 24401 w 2295525"/>
              <a:gd name="T91" fmla="*/ 753902 h 1735138"/>
              <a:gd name="T92" fmla="*/ 24071 w 2295525"/>
              <a:gd name="T93" fmla="*/ 496162 h 1735138"/>
              <a:gd name="T94" fmla="*/ 271712 w 2295525"/>
              <a:gd name="T95" fmla="*/ 589107 h 1735138"/>
              <a:gd name="T96" fmla="*/ 114945 w 2295525"/>
              <a:gd name="T97" fmla="*/ 167158 h 1735138"/>
              <a:gd name="T98" fmla="*/ 805855 w 2295525"/>
              <a:gd name="T99" fmla="*/ 635663 h 1735138"/>
              <a:gd name="T100" fmla="*/ 259204 w 2295525"/>
              <a:gd name="T101" fmla="*/ 33300 h 1735138"/>
              <a:gd name="T102" fmla="*/ 328699 w 2295525"/>
              <a:gd name="T103" fmla="*/ 129902 h 1735138"/>
              <a:gd name="T104" fmla="*/ 367892 w 2295525"/>
              <a:gd name="T105" fmla="*/ 169466 h 1735138"/>
              <a:gd name="T106" fmla="*/ 336932 w 2295525"/>
              <a:gd name="T107" fmla="*/ 328712 h 1735138"/>
              <a:gd name="T108" fmla="*/ 211447 w 2295525"/>
              <a:gd name="T109" fmla="*/ 381464 h 1735138"/>
              <a:gd name="T110" fmla="*/ 106711 w 2295525"/>
              <a:gd name="T111" fmla="*/ 261452 h 1735138"/>
              <a:gd name="T112" fmla="*/ 105065 w 2295525"/>
              <a:gd name="T113" fmla="*/ 98581 h 1735138"/>
              <a:gd name="T114" fmla="*/ 1739362 w 2295525"/>
              <a:gd name="T115" fmla="*/ 11210 h 1735138"/>
              <a:gd name="T116" fmla="*/ 1780178 w 2295525"/>
              <a:gd name="T117" fmla="*/ 665335 h 1735138"/>
              <a:gd name="T118" fmla="*/ 801905 w 2295525"/>
              <a:gd name="T119" fmla="*/ 719736 h 1735138"/>
              <a:gd name="T120" fmla="*/ 728501 w 2295525"/>
              <a:gd name="T121" fmla="*/ 578954 h 1735138"/>
              <a:gd name="T122" fmla="*/ 797296 w 2295525"/>
              <a:gd name="T123" fmla="*/ 2967 h 1735138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60000 65536"/>
              <a:gd name="T178" fmla="*/ 0 60000 65536"/>
              <a:gd name="T179" fmla="*/ 0 60000 65536"/>
              <a:gd name="T180" fmla="*/ 0 60000 65536"/>
              <a:gd name="T181" fmla="*/ 0 60000 65536"/>
              <a:gd name="T182" fmla="*/ 0 60000 65536"/>
              <a:gd name="T183" fmla="*/ 0 60000 65536"/>
              <a:gd name="T184" fmla="*/ 0 60000 65536"/>
              <a:gd name="T185" fmla="*/ 0 60000 65536"/>
            </a:gdLst>
            <a:ahLst/>
            <a:cxnLst>
              <a:cxn ang="T124">
                <a:pos x="T0" y="T1"/>
              </a:cxn>
              <a:cxn ang="T125">
                <a:pos x="T2" y="T3"/>
              </a:cxn>
              <a:cxn ang="T126">
                <a:pos x="T4" y="T5"/>
              </a:cxn>
              <a:cxn ang="T127">
                <a:pos x="T6" y="T7"/>
              </a:cxn>
              <a:cxn ang="T128">
                <a:pos x="T8" y="T9"/>
              </a:cxn>
              <a:cxn ang="T129">
                <a:pos x="T10" y="T11"/>
              </a:cxn>
              <a:cxn ang="T130">
                <a:pos x="T12" y="T13"/>
              </a:cxn>
              <a:cxn ang="T131">
                <a:pos x="T14" y="T15"/>
              </a:cxn>
              <a:cxn ang="T132">
                <a:pos x="T16" y="T17"/>
              </a:cxn>
              <a:cxn ang="T133">
                <a:pos x="T18" y="T19"/>
              </a:cxn>
              <a:cxn ang="T134">
                <a:pos x="T20" y="T21"/>
              </a:cxn>
              <a:cxn ang="T135">
                <a:pos x="T22" y="T23"/>
              </a:cxn>
              <a:cxn ang="T136">
                <a:pos x="T24" y="T25"/>
              </a:cxn>
              <a:cxn ang="T137">
                <a:pos x="T26" y="T27"/>
              </a:cxn>
              <a:cxn ang="T138">
                <a:pos x="T28" y="T29"/>
              </a:cxn>
              <a:cxn ang="T139">
                <a:pos x="T30" y="T31"/>
              </a:cxn>
              <a:cxn ang="T140">
                <a:pos x="T32" y="T33"/>
              </a:cxn>
              <a:cxn ang="T141">
                <a:pos x="T34" y="T35"/>
              </a:cxn>
              <a:cxn ang="T142">
                <a:pos x="T36" y="T37"/>
              </a:cxn>
              <a:cxn ang="T143">
                <a:pos x="T38" y="T39"/>
              </a:cxn>
              <a:cxn ang="T144">
                <a:pos x="T40" y="T41"/>
              </a:cxn>
              <a:cxn ang="T145">
                <a:pos x="T42" y="T43"/>
              </a:cxn>
              <a:cxn ang="T146">
                <a:pos x="T44" y="T45"/>
              </a:cxn>
              <a:cxn ang="T147">
                <a:pos x="T46" y="T47"/>
              </a:cxn>
              <a:cxn ang="T148">
                <a:pos x="T48" y="T49"/>
              </a:cxn>
              <a:cxn ang="T149">
                <a:pos x="T50" y="T51"/>
              </a:cxn>
              <a:cxn ang="T150">
                <a:pos x="T52" y="T53"/>
              </a:cxn>
              <a:cxn ang="T151">
                <a:pos x="T54" y="T55"/>
              </a:cxn>
              <a:cxn ang="T152">
                <a:pos x="T56" y="T57"/>
              </a:cxn>
              <a:cxn ang="T153">
                <a:pos x="T58" y="T59"/>
              </a:cxn>
              <a:cxn ang="T154">
                <a:pos x="T60" y="T61"/>
              </a:cxn>
              <a:cxn ang="T155">
                <a:pos x="T62" y="T63"/>
              </a:cxn>
              <a:cxn ang="T156">
                <a:pos x="T64" y="T65"/>
              </a:cxn>
              <a:cxn ang="T157">
                <a:pos x="T66" y="T67"/>
              </a:cxn>
              <a:cxn ang="T158">
                <a:pos x="T68" y="T69"/>
              </a:cxn>
              <a:cxn ang="T159">
                <a:pos x="T70" y="T71"/>
              </a:cxn>
              <a:cxn ang="T160">
                <a:pos x="T72" y="T73"/>
              </a:cxn>
              <a:cxn ang="T161">
                <a:pos x="T74" y="T75"/>
              </a:cxn>
              <a:cxn ang="T162">
                <a:pos x="T76" y="T77"/>
              </a:cxn>
              <a:cxn ang="T163">
                <a:pos x="T78" y="T79"/>
              </a:cxn>
              <a:cxn ang="T164">
                <a:pos x="T80" y="T81"/>
              </a:cxn>
              <a:cxn ang="T165">
                <a:pos x="T82" y="T83"/>
              </a:cxn>
              <a:cxn ang="T166">
                <a:pos x="T84" y="T85"/>
              </a:cxn>
              <a:cxn ang="T167">
                <a:pos x="T86" y="T87"/>
              </a:cxn>
              <a:cxn ang="T168">
                <a:pos x="T88" y="T89"/>
              </a:cxn>
              <a:cxn ang="T169">
                <a:pos x="T90" y="T91"/>
              </a:cxn>
              <a:cxn ang="T170">
                <a:pos x="T92" y="T93"/>
              </a:cxn>
              <a:cxn ang="T171">
                <a:pos x="T94" y="T95"/>
              </a:cxn>
              <a:cxn ang="T172">
                <a:pos x="T96" y="T97"/>
              </a:cxn>
              <a:cxn ang="T173">
                <a:pos x="T98" y="T99"/>
              </a:cxn>
              <a:cxn ang="T174">
                <a:pos x="T100" y="T101"/>
              </a:cxn>
              <a:cxn ang="T175">
                <a:pos x="T102" y="T103"/>
              </a:cxn>
              <a:cxn ang="T176">
                <a:pos x="T104" y="T105"/>
              </a:cxn>
              <a:cxn ang="T177">
                <a:pos x="T106" y="T107"/>
              </a:cxn>
              <a:cxn ang="T178">
                <a:pos x="T108" y="T109"/>
              </a:cxn>
              <a:cxn ang="T179">
                <a:pos x="T110" y="T111"/>
              </a:cxn>
              <a:cxn ang="T180">
                <a:pos x="T112" y="T113"/>
              </a:cxn>
              <a:cxn ang="T181">
                <a:pos x="T114" y="T115"/>
              </a:cxn>
              <a:cxn ang="T182">
                <a:pos x="T116" y="T117"/>
              </a:cxn>
              <a:cxn ang="T183">
                <a:pos x="T118" y="T119"/>
              </a:cxn>
              <a:cxn ang="T184">
                <a:pos x="T120" y="T121"/>
              </a:cxn>
              <a:cxn ang="T185">
                <a:pos x="T122" y="T123"/>
              </a:cxn>
            </a:cxnLst>
            <a:rect l="0" t="0" r="r" b="b"/>
            <a:pathLst>
              <a:path w="2295525" h="1735138">
                <a:moveTo>
                  <a:pt x="350837" y="1671638"/>
                </a:moveTo>
                <a:lnTo>
                  <a:pt x="438244" y="1671638"/>
                </a:lnTo>
                <a:lnTo>
                  <a:pt x="442634" y="1674019"/>
                </a:lnTo>
                <a:lnTo>
                  <a:pt x="452213" y="1680766"/>
                </a:lnTo>
                <a:lnTo>
                  <a:pt x="458599" y="1685132"/>
                </a:lnTo>
                <a:lnTo>
                  <a:pt x="465384" y="1690291"/>
                </a:lnTo>
                <a:lnTo>
                  <a:pt x="472169" y="1695847"/>
                </a:lnTo>
                <a:lnTo>
                  <a:pt x="478156" y="1701404"/>
                </a:lnTo>
                <a:lnTo>
                  <a:pt x="483743" y="1706960"/>
                </a:lnTo>
                <a:lnTo>
                  <a:pt x="488533" y="1712913"/>
                </a:lnTo>
                <a:lnTo>
                  <a:pt x="490129" y="1715691"/>
                </a:lnTo>
                <a:lnTo>
                  <a:pt x="490928" y="1718072"/>
                </a:lnTo>
                <a:lnTo>
                  <a:pt x="491726" y="1720454"/>
                </a:lnTo>
                <a:lnTo>
                  <a:pt x="492125" y="1723232"/>
                </a:lnTo>
                <a:lnTo>
                  <a:pt x="491726" y="1725216"/>
                </a:lnTo>
                <a:lnTo>
                  <a:pt x="490928" y="1727201"/>
                </a:lnTo>
                <a:lnTo>
                  <a:pt x="489331" y="1729582"/>
                </a:lnTo>
                <a:lnTo>
                  <a:pt x="486537" y="1730772"/>
                </a:lnTo>
                <a:lnTo>
                  <a:pt x="483743" y="1732360"/>
                </a:lnTo>
                <a:lnTo>
                  <a:pt x="479752" y="1733551"/>
                </a:lnTo>
                <a:lnTo>
                  <a:pt x="475362" y="1734344"/>
                </a:lnTo>
                <a:lnTo>
                  <a:pt x="469774" y="1734741"/>
                </a:lnTo>
                <a:lnTo>
                  <a:pt x="462590" y="1735138"/>
                </a:lnTo>
                <a:lnTo>
                  <a:pt x="455805" y="1735138"/>
                </a:lnTo>
                <a:lnTo>
                  <a:pt x="449419" y="1734741"/>
                </a:lnTo>
                <a:lnTo>
                  <a:pt x="443432" y="1733947"/>
                </a:lnTo>
                <a:lnTo>
                  <a:pt x="437446" y="1733154"/>
                </a:lnTo>
                <a:lnTo>
                  <a:pt x="431858" y="1731566"/>
                </a:lnTo>
                <a:lnTo>
                  <a:pt x="427069" y="1730376"/>
                </a:lnTo>
                <a:lnTo>
                  <a:pt x="421481" y="1727994"/>
                </a:lnTo>
                <a:lnTo>
                  <a:pt x="416691" y="1726010"/>
                </a:lnTo>
                <a:lnTo>
                  <a:pt x="411902" y="1724026"/>
                </a:lnTo>
                <a:lnTo>
                  <a:pt x="402722" y="1718866"/>
                </a:lnTo>
                <a:lnTo>
                  <a:pt x="394341" y="1712913"/>
                </a:lnTo>
                <a:lnTo>
                  <a:pt x="385560" y="1706960"/>
                </a:lnTo>
                <a:lnTo>
                  <a:pt x="381968" y="1704579"/>
                </a:lnTo>
                <a:lnTo>
                  <a:pt x="379573" y="1703785"/>
                </a:lnTo>
                <a:lnTo>
                  <a:pt x="377578" y="1703785"/>
                </a:lnTo>
                <a:lnTo>
                  <a:pt x="376780" y="1704182"/>
                </a:lnTo>
                <a:lnTo>
                  <a:pt x="376380" y="1705372"/>
                </a:lnTo>
                <a:lnTo>
                  <a:pt x="375582" y="1706563"/>
                </a:lnTo>
                <a:lnTo>
                  <a:pt x="375183" y="1707357"/>
                </a:lnTo>
                <a:lnTo>
                  <a:pt x="373986" y="1707754"/>
                </a:lnTo>
                <a:lnTo>
                  <a:pt x="364008" y="1707357"/>
                </a:lnTo>
                <a:lnTo>
                  <a:pt x="358420" y="1706563"/>
                </a:lnTo>
                <a:lnTo>
                  <a:pt x="356425" y="1706166"/>
                </a:lnTo>
                <a:lnTo>
                  <a:pt x="355227" y="1705769"/>
                </a:lnTo>
                <a:lnTo>
                  <a:pt x="353232" y="1697435"/>
                </a:lnTo>
                <a:lnTo>
                  <a:pt x="352433" y="1690688"/>
                </a:lnTo>
                <a:lnTo>
                  <a:pt x="351635" y="1685132"/>
                </a:lnTo>
                <a:lnTo>
                  <a:pt x="351236" y="1680766"/>
                </a:lnTo>
                <a:lnTo>
                  <a:pt x="351635" y="1677988"/>
                </a:lnTo>
                <a:lnTo>
                  <a:pt x="351635" y="1676004"/>
                </a:lnTo>
                <a:lnTo>
                  <a:pt x="352433" y="1674019"/>
                </a:lnTo>
                <a:lnTo>
                  <a:pt x="350837" y="1671638"/>
                </a:lnTo>
                <a:close/>
                <a:moveTo>
                  <a:pt x="168275" y="1670050"/>
                </a:moveTo>
                <a:lnTo>
                  <a:pt x="265566" y="1670050"/>
                </a:lnTo>
                <a:lnTo>
                  <a:pt x="269899" y="1672491"/>
                </a:lnTo>
                <a:lnTo>
                  <a:pt x="281322" y="1679406"/>
                </a:lnTo>
                <a:lnTo>
                  <a:pt x="288018" y="1683881"/>
                </a:lnTo>
                <a:lnTo>
                  <a:pt x="295502" y="1689170"/>
                </a:lnTo>
                <a:lnTo>
                  <a:pt x="302986" y="1694458"/>
                </a:lnTo>
                <a:lnTo>
                  <a:pt x="309682" y="1700560"/>
                </a:lnTo>
                <a:lnTo>
                  <a:pt x="315984" y="1706255"/>
                </a:lnTo>
                <a:lnTo>
                  <a:pt x="318742" y="1709510"/>
                </a:lnTo>
                <a:lnTo>
                  <a:pt x="321105" y="1711950"/>
                </a:lnTo>
                <a:lnTo>
                  <a:pt x="322681" y="1714798"/>
                </a:lnTo>
                <a:lnTo>
                  <a:pt x="323862" y="1717646"/>
                </a:lnTo>
                <a:lnTo>
                  <a:pt x="325044" y="1720086"/>
                </a:lnTo>
                <a:lnTo>
                  <a:pt x="325438" y="1722934"/>
                </a:lnTo>
                <a:lnTo>
                  <a:pt x="325044" y="1724968"/>
                </a:lnTo>
                <a:lnTo>
                  <a:pt x="323862" y="1727002"/>
                </a:lnTo>
                <a:lnTo>
                  <a:pt x="321893" y="1728629"/>
                </a:lnTo>
                <a:lnTo>
                  <a:pt x="319529" y="1730663"/>
                </a:lnTo>
                <a:lnTo>
                  <a:pt x="315984" y="1732290"/>
                </a:lnTo>
                <a:lnTo>
                  <a:pt x="312046" y="1733104"/>
                </a:lnTo>
                <a:lnTo>
                  <a:pt x="306531" y="1734324"/>
                </a:lnTo>
                <a:lnTo>
                  <a:pt x="300229" y="1734731"/>
                </a:lnTo>
                <a:lnTo>
                  <a:pt x="292351" y="1735138"/>
                </a:lnTo>
                <a:lnTo>
                  <a:pt x="285261" y="1735138"/>
                </a:lnTo>
                <a:lnTo>
                  <a:pt x="278171" y="1734731"/>
                </a:lnTo>
                <a:lnTo>
                  <a:pt x="271475" y="1733918"/>
                </a:lnTo>
                <a:lnTo>
                  <a:pt x="264778" y="1732697"/>
                </a:lnTo>
                <a:lnTo>
                  <a:pt x="258476" y="1731477"/>
                </a:lnTo>
                <a:lnTo>
                  <a:pt x="252568" y="1729850"/>
                </a:lnTo>
                <a:lnTo>
                  <a:pt x="247053" y="1727816"/>
                </a:lnTo>
                <a:lnTo>
                  <a:pt x="241145" y="1725782"/>
                </a:lnTo>
                <a:lnTo>
                  <a:pt x="236024" y="1723748"/>
                </a:lnTo>
                <a:lnTo>
                  <a:pt x="225783" y="1718052"/>
                </a:lnTo>
                <a:lnTo>
                  <a:pt x="215936" y="1712357"/>
                </a:lnTo>
                <a:lnTo>
                  <a:pt x="206876" y="1706255"/>
                </a:lnTo>
                <a:lnTo>
                  <a:pt x="202543" y="1703814"/>
                </a:lnTo>
                <a:lnTo>
                  <a:pt x="200180" y="1703001"/>
                </a:lnTo>
                <a:lnTo>
                  <a:pt x="198211" y="1703001"/>
                </a:lnTo>
                <a:lnTo>
                  <a:pt x="197423" y="1703408"/>
                </a:lnTo>
                <a:lnTo>
                  <a:pt x="196241" y="1704628"/>
                </a:lnTo>
                <a:lnTo>
                  <a:pt x="195847" y="1705848"/>
                </a:lnTo>
                <a:lnTo>
                  <a:pt x="195060" y="1706662"/>
                </a:lnTo>
                <a:lnTo>
                  <a:pt x="193878" y="1707069"/>
                </a:lnTo>
                <a:lnTo>
                  <a:pt x="182455" y="1706662"/>
                </a:lnTo>
                <a:lnTo>
                  <a:pt x="176941" y="1705848"/>
                </a:lnTo>
                <a:lnTo>
                  <a:pt x="174183" y="1705442"/>
                </a:lnTo>
                <a:lnTo>
                  <a:pt x="173002" y="1705035"/>
                </a:lnTo>
                <a:lnTo>
                  <a:pt x="171032" y="1696492"/>
                </a:lnTo>
                <a:lnTo>
                  <a:pt x="169457" y="1689576"/>
                </a:lnTo>
                <a:lnTo>
                  <a:pt x="169063" y="1683881"/>
                </a:lnTo>
                <a:lnTo>
                  <a:pt x="168669" y="1679406"/>
                </a:lnTo>
                <a:lnTo>
                  <a:pt x="169063" y="1676152"/>
                </a:lnTo>
                <a:lnTo>
                  <a:pt x="169063" y="1674118"/>
                </a:lnTo>
                <a:lnTo>
                  <a:pt x="169457" y="1672491"/>
                </a:lnTo>
                <a:lnTo>
                  <a:pt x="168275" y="1670050"/>
                </a:lnTo>
                <a:close/>
                <a:moveTo>
                  <a:pt x="1942197" y="1444625"/>
                </a:moveTo>
                <a:lnTo>
                  <a:pt x="2238486" y="1444625"/>
                </a:lnTo>
                <a:lnTo>
                  <a:pt x="2244427" y="1445021"/>
                </a:lnTo>
                <a:lnTo>
                  <a:pt x="2249973" y="1445812"/>
                </a:lnTo>
                <a:lnTo>
                  <a:pt x="2255518" y="1447000"/>
                </a:lnTo>
                <a:lnTo>
                  <a:pt x="2260272" y="1448978"/>
                </a:lnTo>
                <a:lnTo>
                  <a:pt x="2265421" y="1451748"/>
                </a:lnTo>
                <a:lnTo>
                  <a:pt x="2270174" y="1454123"/>
                </a:lnTo>
                <a:lnTo>
                  <a:pt x="2274532" y="1457289"/>
                </a:lnTo>
                <a:lnTo>
                  <a:pt x="2278493" y="1461246"/>
                </a:lnTo>
                <a:lnTo>
                  <a:pt x="2282454" y="1465204"/>
                </a:lnTo>
                <a:lnTo>
                  <a:pt x="2285623" y="1469557"/>
                </a:lnTo>
                <a:lnTo>
                  <a:pt x="2287999" y="1474306"/>
                </a:lnTo>
                <a:lnTo>
                  <a:pt x="2290772" y="1479451"/>
                </a:lnTo>
                <a:lnTo>
                  <a:pt x="2292356" y="1484200"/>
                </a:lnTo>
                <a:lnTo>
                  <a:pt x="2293941" y="1489740"/>
                </a:lnTo>
                <a:lnTo>
                  <a:pt x="2294733" y="1495280"/>
                </a:lnTo>
                <a:lnTo>
                  <a:pt x="2295525" y="1501217"/>
                </a:lnTo>
                <a:lnTo>
                  <a:pt x="2295525" y="1665451"/>
                </a:lnTo>
                <a:lnTo>
                  <a:pt x="2294733" y="1671387"/>
                </a:lnTo>
                <a:lnTo>
                  <a:pt x="2293941" y="1676927"/>
                </a:lnTo>
                <a:lnTo>
                  <a:pt x="2292356" y="1682468"/>
                </a:lnTo>
                <a:lnTo>
                  <a:pt x="2290772" y="1688008"/>
                </a:lnTo>
                <a:lnTo>
                  <a:pt x="2287999" y="1692361"/>
                </a:lnTo>
                <a:lnTo>
                  <a:pt x="2285623" y="1697110"/>
                </a:lnTo>
                <a:lnTo>
                  <a:pt x="2282454" y="1701859"/>
                </a:lnTo>
                <a:lnTo>
                  <a:pt x="2278493" y="1705421"/>
                </a:lnTo>
                <a:lnTo>
                  <a:pt x="2274532" y="1709378"/>
                </a:lnTo>
                <a:lnTo>
                  <a:pt x="2270174" y="1712544"/>
                </a:lnTo>
                <a:lnTo>
                  <a:pt x="2265421" y="1715315"/>
                </a:lnTo>
                <a:lnTo>
                  <a:pt x="2260272" y="1717689"/>
                </a:lnTo>
                <a:lnTo>
                  <a:pt x="2255518" y="1719668"/>
                </a:lnTo>
                <a:lnTo>
                  <a:pt x="2249973" y="1720855"/>
                </a:lnTo>
                <a:lnTo>
                  <a:pt x="2244427" y="1722042"/>
                </a:lnTo>
                <a:lnTo>
                  <a:pt x="2238486" y="1722438"/>
                </a:lnTo>
                <a:lnTo>
                  <a:pt x="1942197" y="1722438"/>
                </a:lnTo>
                <a:lnTo>
                  <a:pt x="1936652" y="1722042"/>
                </a:lnTo>
                <a:lnTo>
                  <a:pt x="1931106" y="1720855"/>
                </a:lnTo>
                <a:lnTo>
                  <a:pt x="1925561" y="1719668"/>
                </a:lnTo>
                <a:lnTo>
                  <a:pt x="1920412" y="1717689"/>
                </a:lnTo>
                <a:lnTo>
                  <a:pt x="1915262" y="1715315"/>
                </a:lnTo>
                <a:lnTo>
                  <a:pt x="1910905" y="1712544"/>
                </a:lnTo>
                <a:lnTo>
                  <a:pt x="1906548" y="1709378"/>
                </a:lnTo>
                <a:lnTo>
                  <a:pt x="1902191" y="1705421"/>
                </a:lnTo>
                <a:lnTo>
                  <a:pt x="1899022" y="1701859"/>
                </a:lnTo>
                <a:lnTo>
                  <a:pt x="1895457" y="1697110"/>
                </a:lnTo>
                <a:lnTo>
                  <a:pt x="1892684" y="1692361"/>
                </a:lnTo>
                <a:lnTo>
                  <a:pt x="1890307" y="1688008"/>
                </a:lnTo>
                <a:lnTo>
                  <a:pt x="1888327" y="1682468"/>
                </a:lnTo>
                <a:lnTo>
                  <a:pt x="1887139" y="1676927"/>
                </a:lnTo>
                <a:lnTo>
                  <a:pt x="1886346" y="1671387"/>
                </a:lnTo>
                <a:lnTo>
                  <a:pt x="1885950" y="1665451"/>
                </a:lnTo>
                <a:lnTo>
                  <a:pt x="1885950" y="1501217"/>
                </a:lnTo>
                <a:lnTo>
                  <a:pt x="1886346" y="1495280"/>
                </a:lnTo>
                <a:lnTo>
                  <a:pt x="1887139" y="1489740"/>
                </a:lnTo>
                <a:lnTo>
                  <a:pt x="1888327" y="1484200"/>
                </a:lnTo>
                <a:lnTo>
                  <a:pt x="1890307" y="1479451"/>
                </a:lnTo>
                <a:lnTo>
                  <a:pt x="1892684" y="1474306"/>
                </a:lnTo>
                <a:lnTo>
                  <a:pt x="1895457" y="1469557"/>
                </a:lnTo>
                <a:lnTo>
                  <a:pt x="1899022" y="1465204"/>
                </a:lnTo>
                <a:lnTo>
                  <a:pt x="1902191" y="1461246"/>
                </a:lnTo>
                <a:lnTo>
                  <a:pt x="1906548" y="1457289"/>
                </a:lnTo>
                <a:lnTo>
                  <a:pt x="1910905" y="1454123"/>
                </a:lnTo>
                <a:lnTo>
                  <a:pt x="1915262" y="1451748"/>
                </a:lnTo>
                <a:lnTo>
                  <a:pt x="1920412" y="1448978"/>
                </a:lnTo>
                <a:lnTo>
                  <a:pt x="1925561" y="1447000"/>
                </a:lnTo>
                <a:lnTo>
                  <a:pt x="1931106" y="1445812"/>
                </a:lnTo>
                <a:lnTo>
                  <a:pt x="1936652" y="1445021"/>
                </a:lnTo>
                <a:lnTo>
                  <a:pt x="1942197" y="1444625"/>
                </a:lnTo>
                <a:close/>
                <a:moveTo>
                  <a:pt x="1445637" y="1444625"/>
                </a:moveTo>
                <a:lnTo>
                  <a:pt x="1743650" y="1444625"/>
                </a:lnTo>
                <a:lnTo>
                  <a:pt x="1749627" y="1445021"/>
                </a:lnTo>
                <a:lnTo>
                  <a:pt x="1755204" y="1445812"/>
                </a:lnTo>
                <a:lnTo>
                  <a:pt x="1760384" y="1447000"/>
                </a:lnTo>
                <a:lnTo>
                  <a:pt x="1765563" y="1448978"/>
                </a:lnTo>
                <a:lnTo>
                  <a:pt x="1770743" y="1451748"/>
                </a:lnTo>
                <a:lnTo>
                  <a:pt x="1775524" y="1454123"/>
                </a:lnTo>
                <a:lnTo>
                  <a:pt x="1779508" y="1457289"/>
                </a:lnTo>
                <a:lnTo>
                  <a:pt x="1783890" y="1461246"/>
                </a:lnTo>
                <a:lnTo>
                  <a:pt x="1787476" y="1465204"/>
                </a:lnTo>
                <a:lnTo>
                  <a:pt x="1790663" y="1469557"/>
                </a:lnTo>
                <a:lnTo>
                  <a:pt x="1793452" y="1474306"/>
                </a:lnTo>
                <a:lnTo>
                  <a:pt x="1796241" y="1479451"/>
                </a:lnTo>
                <a:lnTo>
                  <a:pt x="1797835" y="1484200"/>
                </a:lnTo>
                <a:lnTo>
                  <a:pt x="1799428" y="1489740"/>
                </a:lnTo>
                <a:lnTo>
                  <a:pt x="1800225" y="1495280"/>
                </a:lnTo>
                <a:lnTo>
                  <a:pt x="1800225" y="1501217"/>
                </a:lnTo>
                <a:lnTo>
                  <a:pt x="1800225" y="1665451"/>
                </a:lnTo>
                <a:lnTo>
                  <a:pt x="1800225" y="1671387"/>
                </a:lnTo>
                <a:lnTo>
                  <a:pt x="1799428" y="1676927"/>
                </a:lnTo>
                <a:lnTo>
                  <a:pt x="1797835" y="1682468"/>
                </a:lnTo>
                <a:lnTo>
                  <a:pt x="1796241" y="1688008"/>
                </a:lnTo>
                <a:lnTo>
                  <a:pt x="1793452" y="1692361"/>
                </a:lnTo>
                <a:lnTo>
                  <a:pt x="1790663" y="1697110"/>
                </a:lnTo>
                <a:lnTo>
                  <a:pt x="1787476" y="1701859"/>
                </a:lnTo>
                <a:lnTo>
                  <a:pt x="1783890" y="1705421"/>
                </a:lnTo>
                <a:lnTo>
                  <a:pt x="1779508" y="1709378"/>
                </a:lnTo>
                <a:lnTo>
                  <a:pt x="1775524" y="1712544"/>
                </a:lnTo>
                <a:lnTo>
                  <a:pt x="1770743" y="1715315"/>
                </a:lnTo>
                <a:lnTo>
                  <a:pt x="1765563" y="1717689"/>
                </a:lnTo>
                <a:lnTo>
                  <a:pt x="1760384" y="1719668"/>
                </a:lnTo>
                <a:lnTo>
                  <a:pt x="1755204" y="1720855"/>
                </a:lnTo>
                <a:lnTo>
                  <a:pt x="1749627" y="1722042"/>
                </a:lnTo>
                <a:lnTo>
                  <a:pt x="1743650" y="1722438"/>
                </a:lnTo>
                <a:lnTo>
                  <a:pt x="1445637" y="1722438"/>
                </a:lnTo>
                <a:lnTo>
                  <a:pt x="1439661" y="1722042"/>
                </a:lnTo>
                <a:lnTo>
                  <a:pt x="1434083" y="1720855"/>
                </a:lnTo>
                <a:lnTo>
                  <a:pt x="1428904" y="1719668"/>
                </a:lnTo>
                <a:lnTo>
                  <a:pt x="1423724" y="1717689"/>
                </a:lnTo>
                <a:lnTo>
                  <a:pt x="1418545" y="1715315"/>
                </a:lnTo>
                <a:lnTo>
                  <a:pt x="1413764" y="1712544"/>
                </a:lnTo>
                <a:lnTo>
                  <a:pt x="1409780" y="1709378"/>
                </a:lnTo>
                <a:lnTo>
                  <a:pt x="1405397" y="1705421"/>
                </a:lnTo>
                <a:lnTo>
                  <a:pt x="1401811" y="1701859"/>
                </a:lnTo>
                <a:lnTo>
                  <a:pt x="1398624" y="1697110"/>
                </a:lnTo>
                <a:lnTo>
                  <a:pt x="1395835" y="1692361"/>
                </a:lnTo>
                <a:lnTo>
                  <a:pt x="1393046" y="1688008"/>
                </a:lnTo>
                <a:lnTo>
                  <a:pt x="1391453" y="1682468"/>
                </a:lnTo>
                <a:lnTo>
                  <a:pt x="1389859" y="1676927"/>
                </a:lnTo>
                <a:lnTo>
                  <a:pt x="1389062" y="1671387"/>
                </a:lnTo>
                <a:lnTo>
                  <a:pt x="1389062" y="1665451"/>
                </a:lnTo>
                <a:lnTo>
                  <a:pt x="1389062" y="1501217"/>
                </a:lnTo>
                <a:lnTo>
                  <a:pt x="1389062" y="1495280"/>
                </a:lnTo>
                <a:lnTo>
                  <a:pt x="1389859" y="1489740"/>
                </a:lnTo>
                <a:lnTo>
                  <a:pt x="1391453" y="1484200"/>
                </a:lnTo>
                <a:lnTo>
                  <a:pt x="1393046" y="1479451"/>
                </a:lnTo>
                <a:lnTo>
                  <a:pt x="1395835" y="1474306"/>
                </a:lnTo>
                <a:lnTo>
                  <a:pt x="1398624" y="1469557"/>
                </a:lnTo>
                <a:lnTo>
                  <a:pt x="1401811" y="1465204"/>
                </a:lnTo>
                <a:lnTo>
                  <a:pt x="1405397" y="1461246"/>
                </a:lnTo>
                <a:lnTo>
                  <a:pt x="1409780" y="1457289"/>
                </a:lnTo>
                <a:lnTo>
                  <a:pt x="1413764" y="1454123"/>
                </a:lnTo>
                <a:lnTo>
                  <a:pt x="1418545" y="1451748"/>
                </a:lnTo>
                <a:lnTo>
                  <a:pt x="1423724" y="1448978"/>
                </a:lnTo>
                <a:lnTo>
                  <a:pt x="1428904" y="1447000"/>
                </a:lnTo>
                <a:lnTo>
                  <a:pt x="1434083" y="1445812"/>
                </a:lnTo>
                <a:lnTo>
                  <a:pt x="1439661" y="1445021"/>
                </a:lnTo>
                <a:lnTo>
                  <a:pt x="1445637" y="1444625"/>
                </a:lnTo>
                <a:close/>
                <a:moveTo>
                  <a:pt x="971098" y="1444625"/>
                </a:moveTo>
                <a:lnTo>
                  <a:pt x="1267674" y="1444625"/>
                </a:lnTo>
                <a:lnTo>
                  <a:pt x="1273224" y="1445021"/>
                </a:lnTo>
                <a:lnTo>
                  <a:pt x="1278775" y="1445812"/>
                </a:lnTo>
                <a:lnTo>
                  <a:pt x="1284326" y="1447000"/>
                </a:lnTo>
                <a:lnTo>
                  <a:pt x="1289481" y="1448978"/>
                </a:lnTo>
                <a:lnTo>
                  <a:pt x="1294635" y="1451748"/>
                </a:lnTo>
                <a:lnTo>
                  <a:pt x="1298996" y="1454123"/>
                </a:lnTo>
                <a:lnTo>
                  <a:pt x="1303358" y="1457289"/>
                </a:lnTo>
                <a:lnTo>
                  <a:pt x="1307719" y="1461246"/>
                </a:lnTo>
                <a:lnTo>
                  <a:pt x="1311288" y="1465204"/>
                </a:lnTo>
                <a:lnTo>
                  <a:pt x="1314459" y="1469557"/>
                </a:lnTo>
                <a:lnTo>
                  <a:pt x="1317235" y="1474306"/>
                </a:lnTo>
                <a:lnTo>
                  <a:pt x="1319614" y="1479451"/>
                </a:lnTo>
                <a:lnTo>
                  <a:pt x="1321596" y="1484200"/>
                </a:lnTo>
                <a:lnTo>
                  <a:pt x="1323182" y="1489740"/>
                </a:lnTo>
                <a:lnTo>
                  <a:pt x="1323975" y="1495280"/>
                </a:lnTo>
                <a:lnTo>
                  <a:pt x="1323975" y="1501217"/>
                </a:lnTo>
                <a:lnTo>
                  <a:pt x="1323975" y="1665451"/>
                </a:lnTo>
                <a:lnTo>
                  <a:pt x="1323975" y="1671387"/>
                </a:lnTo>
                <a:lnTo>
                  <a:pt x="1323182" y="1676927"/>
                </a:lnTo>
                <a:lnTo>
                  <a:pt x="1321596" y="1682468"/>
                </a:lnTo>
                <a:lnTo>
                  <a:pt x="1319614" y="1688008"/>
                </a:lnTo>
                <a:lnTo>
                  <a:pt x="1317235" y="1692361"/>
                </a:lnTo>
                <a:lnTo>
                  <a:pt x="1314459" y="1697110"/>
                </a:lnTo>
                <a:lnTo>
                  <a:pt x="1311288" y="1701859"/>
                </a:lnTo>
                <a:lnTo>
                  <a:pt x="1307719" y="1705421"/>
                </a:lnTo>
                <a:lnTo>
                  <a:pt x="1303358" y="1709378"/>
                </a:lnTo>
                <a:lnTo>
                  <a:pt x="1298996" y="1712544"/>
                </a:lnTo>
                <a:lnTo>
                  <a:pt x="1294635" y="1715315"/>
                </a:lnTo>
                <a:lnTo>
                  <a:pt x="1289481" y="1717689"/>
                </a:lnTo>
                <a:lnTo>
                  <a:pt x="1284326" y="1719668"/>
                </a:lnTo>
                <a:lnTo>
                  <a:pt x="1278775" y="1720855"/>
                </a:lnTo>
                <a:lnTo>
                  <a:pt x="1273224" y="1722042"/>
                </a:lnTo>
                <a:lnTo>
                  <a:pt x="1267674" y="1722438"/>
                </a:lnTo>
                <a:lnTo>
                  <a:pt x="971098" y="1722438"/>
                </a:lnTo>
                <a:lnTo>
                  <a:pt x="965151" y="1722042"/>
                </a:lnTo>
                <a:lnTo>
                  <a:pt x="959600" y="1720855"/>
                </a:lnTo>
                <a:lnTo>
                  <a:pt x="954049" y="1719668"/>
                </a:lnTo>
                <a:lnTo>
                  <a:pt x="949291" y="1717689"/>
                </a:lnTo>
                <a:lnTo>
                  <a:pt x="944137" y="1715315"/>
                </a:lnTo>
                <a:lnTo>
                  <a:pt x="939379" y="1712544"/>
                </a:lnTo>
                <a:lnTo>
                  <a:pt x="935414" y="1709378"/>
                </a:lnTo>
                <a:lnTo>
                  <a:pt x="931053" y="1705421"/>
                </a:lnTo>
                <a:lnTo>
                  <a:pt x="927088" y="1701859"/>
                </a:lnTo>
                <a:lnTo>
                  <a:pt x="924312" y="1697110"/>
                </a:lnTo>
                <a:lnTo>
                  <a:pt x="921140" y="1692361"/>
                </a:lnTo>
                <a:lnTo>
                  <a:pt x="918762" y="1688008"/>
                </a:lnTo>
                <a:lnTo>
                  <a:pt x="917176" y="1682468"/>
                </a:lnTo>
                <a:lnTo>
                  <a:pt x="915590" y="1676927"/>
                </a:lnTo>
                <a:lnTo>
                  <a:pt x="914400" y="1671387"/>
                </a:lnTo>
                <a:lnTo>
                  <a:pt x="914400" y="1665451"/>
                </a:lnTo>
                <a:lnTo>
                  <a:pt x="914400" y="1501217"/>
                </a:lnTo>
                <a:lnTo>
                  <a:pt x="914400" y="1495280"/>
                </a:lnTo>
                <a:lnTo>
                  <a:pt x="915590" y="1489740"/>
                </a:lnTo>
                <a:lnTo>
                  <a:pt x="917176" y="1484200"/>
                </a:lnTo>
                <a:lnTo>
                  <a:pt x="918762" y="1479451"/>
                </a:lnTo>
                <a:lnTo>
                  <a:pt x="921140" y="1474306"/>
                </a:lnTo>
                <a:lnTo>
                  <a:pt x="924312" y="1469557"/>
                </a:lnTo>
                <a:lnTo>
                  <a:pt x="927088" y="1465204"/>
                </a:lnTo>
                <a:lnTo>
                  <a:pt x="931053" y="1461246"/>
                </a:lnTo>
                <a:lnTo>
                  <a:pt x="935414" y="1457289"/>
                </a:lnTo>
                <a:lnTo>
                  <a:pt x="939379" y="1454123"/>
                </a:lnTo>
                <a:lnTo>
                  <a:pt x="944137" y="1451748"/>
                </a:lnTo>
                <a:lnTo>
                  <a:pt x="949291" y="1448978"/>
                </a:lnTo>
                <a:lnTo>
                  <a:pt x="954049" y="1447000"/>
                </a:lnTo>
                <a:lnTo>
                  <a:pt x="959600" y="1445812"/>
                </a:lnTo>
                <a:lnTo>
                  <a:pt x="965151" y="1445021"/>
                </a:lnTo>
                <a:lnTo>
                  <a:pt x="971098" y="1444625"/>
                </a:lnTo>
                <a:close/>
                <a:moveTo>
                  <a:pt x="1787045" y="1350963"/>
                </a:moveTo>
                <a:lnTo>
                  <a:pt x="1913358" y="1350963"/>
                </a:lnTo>
                <a:lnTo>
                  <a:pt x="1913358" y="1366815"/>
                </a:lnTo>
                <a:lnTo>
                  <a:pt x="1914148" y="1381479"/>
                </a:lnTo>
                <a:lnTo>
                  <a:pt x="1915332" y="1395746"/>
                </a:lnTo>
                <a:lnTo>
                  <a:pt x="1917700" y="1409617"/>
                </a:lnTo>
                <a:lnTo>
                  <a:pt x="1910200" y="1412391"/>
                </a:lnTo>
                <a:lnTo>
                  <a:pt x="1903095" y="1414769"/>
                </a:lnTo>
                <a:lnTo>
                  <a:pt x="1896385" y="1418732"/>
                </a:lnTo>
                <a:lnTo>
                  <a:pt x="1890069" y="1422299"/>
                </a:lnTo>
                <a:lnTo>
                  <a:pt x="1883753" y="1427055"/>
                </a:lnTo>
                <a:lnTo>
                  <a:pt x="1877833" y="1431810"/>
                </a:lnTo>
                <a:lnTo>
                  <a:pt x="1872306" y="1437359"/>
                </a:lnTo>
                <a:lnTo>
                  <a:pt x="1867570" y="1442907"/>
                </a:lnTo>
                <a:lnTo>
                  <a:pt x="1863228" y="1448852"/>
                </a:lnTo>
                <a:lnTo>
                  <a:pt x="1859280" y="1455589"/>
                </a:lnTo>
                <a:lnTo>
                  <a:pt x="1856122" y="1462326"/>
                </a:lnTo>
                <a:lnTo>
                  <a:pt x="1852965" y="1469460"/>
                </a:lnTo>
                <a:lnTo>
                  <a:pt x="1850596" y="1476990"/>
                </a:lnTo>
                <a:lnTo>
                  <a:pt x="1849017" y="1484916"/>
                </a:lnTo>
                <a:lnTo>
                  <a:pt x="1847833" y="1492842"/>
                </a:lnTo>
                <a:lnTo>
                  <a:pt x="1847438" y="1500768"/>
                </a:lnTo>
                <a:lnTo>
                  <a:pt x="1847438" y="1628776"/>
                </a:lnTo>
                <a:lnTo>
                  <a:pt x="1837570" y="1628776"/>
                </a:lnTo>
                <a:lnTo>
                  <a:pt x="1837570" y="1500768"/>
                </a:lnTo>
                <a:lnTo>
                  <a:pt x="1837175" y="1492842"/>
                </a:lnTo>
                <a:lnTo>
                  <a:pt x="1836386" y="1485312"/>
                </a:lnTo>
                <a:lnTo>
                  <a:pt x="1834412" y="1478178"/>
                </a:lnTo>
                <a:lnTo>
                  <a:pt x="1832439" y="1470252"/>
                </a:lnTo>
                <a:lnTo>
                  <a:pt x="1830070" y="1463515"/>
                </a:lnTo>
                <a:lnTo>
                  <a:pt x="1826518" y="1456778"/>
                </a:lnTo>
                <a:lnTo>
                  <a:pt x="1822965" y="1450833"/>
                </a:lnTo>
                <a:lnTo>
                  <a:pt x="1818623" y="1444888"/>
                </a:lnTo>
                <a:lnTo>
                  <a:pt x="1813886" y="1438944"/>
                </a:lnTo>
                <a:lnTo>
                  <a:pt x="1809150" y="1433792"/>
                </a:lnTo>
                <a:lnTo>
                  <a:pt x="1803623" y="1428640"/>
                </a:lnTo>
                <a:lnTo>
                  <a:pt x="1798097" y="1424280"/>
                </a:lnTo>
                <a:lnTo>
                  <a:pt x="1791781" y="1420317"/>
                </a:lnTo>
                <a:lnTo>
                  <a:pt x="1785466" y="1416354"/>
                </a:lnTo>
                <a:lnTo>
                  <a:pt x="1778755" y="1413580"/>
                </a:lnTo>
                <a:lnTo>
                  <a:pt x="1771650" y="1411202"/>
                </a:lnTo>
                <a:lnTo>
                  <a:pt x="1774808" y="1406446"/>
                </a:lnTo>
                <a:lnTo>
                  <a:pt x="1777571" y="1401294"/>
                </a:lnTo>
                <a:lnTo>
                  <a:pt x="1779940" y="1394953"/>
                </a:lnTo>
                <a:lnTo>
                  <a:pt x="1782308" y="1388216"/>
                </a:lnTo>
                <a:lnTo>
                  <a:pt x="1784282" y="1380290"/>
                </a:lnTo>
                <a:lnTo>
                  <a:pt x="1785466" y="1371571"/>
                </a:lnTo>
                <a:lnTo>
                  <a:pt x="1786650" y="1361663"/>
                </a:lnTo>
                <a:lnTo>
                  <a:pt x="1787045" y="1350963"/>
                </a:lnTo>
                <a:close/>
                <a:moveTo>
                  <a:pt x="1316831" y="1350963"/>
                </a:moveTo>
                <a:lnTo>
                  <a:pt x="1412875" y="1350963"/>
                </a:lnTo>
                <a:lnTo>
                  <a:pt x="1413272" y="1360950"/>
                </a:lnTo>
                <a:lnTo>
                  <a:pt x="1414066" y="1370138"/>
                </a:lnTo>
                <a:lnTo>
                  <a:pt x="1415653" y="1378527"/>
                </a:lnTo>
                <a:lnTo>
                  <a:pt x="1416844" y="1386116"/>
                </a:lnTo>
                <a:lnTo>
                  <a:pt x="1418828" y="1392907"/>
                </a:lnTo>
                <a:lnTo>
                  <a:pt x="1420813" y="1398900"/>
                </a:lnTo>
                <a:lnTo>
                  <a:pt x="1423194" y="1404492"/>
                </a:lnTo>
                <a:lnTo>
                  <a:pt x="1425575" y="1408886"/>
                </a:lnTo>
                <a:lnTo>
                  <a:pt x="1419622" y="1410884"/>
                </a:lnTo>
                <a:lnTo>
                  <a:pt x="1413272" y="1412881"/>
                </a:lnTo>
                <a:lnTo>
                  <a:pt x="1407716" y="1414878"/>
                </a:lnTo>
                <a:lnTo>
                  <a:pt x="1402556" y="1418074"/>
                </a:lnTo>
                <a:lnTo>
                  <a:pt x="1397000" y="1420870"/>
                </a:lnTo>
                <a:lnTo>
                  <a:pt x="1391841" y="1424466"/>
                </a:lnTo>
                <a:lnTo>
                  <a:pt x="1386681" y="1427661"/>
                </a:lnTo>
                <a:lnTo>
                  <a:pt x="1382316" y="1432056"/>
                </a:lnTo>
                <a:lnTo>
                  <a:pt x="1377950" y="1436050"/>
                </a:lnTo>
                <a:lnTo>
                  <a:pt x="1374378" y="1440844"/>
                </a:lnTo>
                <a:lnTo>
                  <a:pt x="1370410" y="1445638"/>
                </a:lnTo>
                <a:lnTo>
                  <a:pt x="1366441" y="1450431"/>
                </a:lnTo>
                <a:lnTo>
                  <a:pt x="1363663" y="1456024"/>
                </a:lnTo>
                <a:lnTo>
                  <a:pt x="1360885" y="1461616"/>
                </a:lnTo>
                <a:lnTo>
                  <a:pt x="1358106" y="1467209"/>
                </a:lnTo>
                <a:lnTo>
                  <a:pt x="1356519" y="1473201"/>
                </a:lnTo>
                <a:lnTo>
                  <a:pt x="1352947" y="1464413"/>
                </a:lnTo>
                <a:lnTo>
                  <a:pt x="1348978" y="1456423"/>
                </a:lnTo>
                <a:lnTo>
                  <a:pt x="1344216" y="1448833"/>
                </a:lnTo>
                <a:lnTo>
                  <a:pt x="1339056" y="1441643"/>
                </a:lnTo>
                <a:lnTo>
                  <a:pt x="1332706" y="1434852"/>
                </a:lnTo>
                <a:lnTo>
                  <a:pt x="1325960" y="1428860"/>
                </a:lnTo>
                <a:lnTo>
                  <a:pt x="1318816" y="1423267"/>
                </a:lnTo>
                <a:lnTo>
                  <a:pt x="1311275" y="1418873"/>
                </a:lnTo>
                <a:lnTo>
                  <a:pt x="1314053" y="1401696"/>
                </a:lnTo>
                <a:lnTo>
                  <a:pt x="1316038" y="1384918"/>
                </a:lnTo>
                <a:lnTo>
                  <a:pt x="1316435" y="1376130"/>
                </a:lnTo>
                <a:lnTo>
                  <a:pt x="1316831" y="1367741"/>
                </a:lnTo>
                <a:lnTo>
                  <a:pt x="1317228" y="1359352"/>
                </a:lnTo>
                <a:lnTo>
                  <a:pt x="1316831" y="1350963"/>
                </a:lnTo>
                <a:close/>
                <a:moveTo>
                  <a:pt x="692943" y="1350963"/>
                </a:moveTo>
                <a:lnTo>
                  <a:pt x="941785" y="1350963"/>
                </a:lnTo>
                <a:lnTo>
                  <a:pt x="941785" y="1366815"/>
                </a:lnTo>
                <a:lnTo>
                  <a:pt x="942578" y="1381479"/>
                </a:lnTo>
                <a:lnTo>
                  <a:pt x="944166" y="1395746"/>
                </a:lnTo>
                <a:lnTo>
                  <a:pt x="946150" y="1409617"/>
                </a:lnTo>
                <a:lnTo>
                  <a:pt x="938610" y="1412391"/>
                </a:lnTo>
                <a:lnTo>
                  <a:pt x="931466" y="1414769"/>
                </a:lnTo>
                <a:lnTo>
                  <a:pt x="924719" y="1418732"/>
                </a:lnTo>
                <a:lnTo>
                  <a:pt x="917972" y="1422299"/>
                </a:lnTo>
                <a:lnTo>
                  <a:pt x="912019" y="1427055"/>
                </a:lnTo>
                <a:lnTo>
                  <a:pt x="906066" y="1431810"/>
                </a:lnTo>
                <a:lnTo>
                  <a:pt x="900906" y="1437359"/>
                </a:lnTo>
                <a:lnTo>
                  <a:pt x="896144" y="1442907"/>
                </a:lnTo>
                <a:lnTo>
                  <a:pt x="891381" y="1448852"/>
                </a:lnTo>
                <a:lnTo>
                  <a:pt x="887809" y="1455589"/>
                </a:lnTo>
                <a:lnTo>
                  <a:pt x="883841" y="1462326"/>
                </a:lnTo>
                <a:lnTo>
                  <a:pt x="881459" y="1469460"/>
                </a:lnTo>
                <a:lnTo>
                  <a:pt x="878681" y="1476990"/>
                </a:lnTo>
                <a:lnTo>
                  <a:pt x="877094" y="1484916"/>
                </a:lnTo>
                <a:lnTo>
                  <a:pt x="876300" y="1492842"/>
                </a:lnTo>
                <a:lnTo>
                  <a:pt x="875903" y="1500768"/>
                </a:lnTo>
                <a:lnTo>
                  <a:pt x="875903" y="1628776"/>
                </a:lnTo>
                <a:lnTo>
                  <a:pt x="692943" y="1628776"/>
                </a:lnTo>
                <a:lnTo>
                  <a:pt x="686990" y="1628776"/>
                </a:lnTo>
                <a:lnTo>
                  <a:pt x="681434" y="1627983"/>
                </a:lnTo>
                <a:lnTo>
                  <a:pt x="675878" y="1626002"/>
                </a:lnTo>
                <a:lnTo>
                  <a:pt x="671115" y="1624417"/>
                </a:lnTo>
                <a:lnTo>
                  <a:pt x="665956" y="1622039"/>
                </a:lnTo>
                <a:lnTo>
                  <a:pt x="661193" y="1618868"/>
                </a:lnTo>
                <a:lnTo>
                  <a:pt x="657224" y="1616094"/>
                </a:lnTo>
                <a:lnTo>
                  <a:pt x="652859" y="1612131"/>
                </a:lnTo>
                <a:lnTo>
                  <a:pt x="648890" y="1608168"/>
                </a:lnTo>
                <a:lnTo>
                  <a:pt x="646112" y="1603809"/>
                </a:lnTo>
                <a:lnTo>
                  <a:pt x="643334" y="1599053"/>
                </a:lnTo>
                <a:lnTo>
                  <a:pt x="640556" y="1594297"/>
                </a:lnTo>
                <a:lnTo>
                  <a:pt x="638968" y="1589145"/>
                </a:lnTo>
                <a:lnTo>
                  <a:pt x="637381" y="1583597"/>
                </a:lnTo>
                <a:lnTo>
                  <a:pt x="636587" y="1578048"/>
                </a:lnTo>
                <a:lnTo>
                  <a:pt x="636587" y="1572104"/>
                </a:lnTo>
                <a:lnTo>
                  <a:pt x="636587" y="1407635"/>
                </a:lnTo>
                <a:lnTo>
                  <a:pt x="636587" y="1401691"/>
                </a:lnTo>
                <a:lnTo>
                  <a:pt x="637381" y="1396142"/>
                </a:lnTo>
                <a:lnTo>
                  <a:pt x="638968" y="1390990"/>
                </a:lnTo>
                <a:lnTo>
                  <a:pt x="640556" y="1385442"/>
                </a:lnTo>
                <a:lnTo>
                  <a:pt x="643334" y="1380686"/>
                </a:lnTo>
                <a:lnTo>
                  <a:pt x="646112" y="1375534"/>
                </a:lnTo>
                <a:lnTo>
                  <a:pt x="648890" y="1371571"/>
                </a:lnTo>
                <a:lnTo>
                  <a:pt x="652859" y="1367608"/>
                </a:lnTo>
                <a:lnTo>
                  <a:pt x="657224" y="1364041"/>
                </a:lnTo>
                <a:lnTo>
                  <a:pt x="661193" y="1360474"/>
                </a:lnTo>
                <a:lnTo>
                  <a:pt x="665956" y="1357700"/>
                </a:lnTo>
                <a:lnTo>
                  <a:pt x="671115" y="1355322"/>
                </a:lnTo>
                <a:lnTo>
                  <a:pt x="675878" y="1353341"/>
                </a:lnTo>
                <a:lnTo>
                  <a:pt x="681434" y="1352152"/>
                </a:lnTo>
                <a:lnTo>
                  <a:pt x="686990" y="1351359"/>
                </a:lnTo>
                <a:lnTo>
                  <a:pt x="692943" y="1350963"/>
                </a:lnTo>
                <a:close/>
                <a:moveTo>
                  <a:pt x="2082006" y="1166813"/>
                </a:moveTo>
                <a:lnTo>
                  <a:pt x="2083990" y="1169978"/>
                </a:lnTo>
                <a:lnTo>
                  <a:pt x="2086768" y="1172747"/>
                </a:lnTo>
                <a:lnTo>
                  <a:pt x="2089547" y="1175120"/>
                </a:lnTo>
                <a:lnTo>
                  <a:pt x="2093515" y="1176702"/>
                </a:lnTo>
                <a:lnTo>
                  <a:pt x="2096293" y="1177494"/>
                </a:lnTo>
                <a:lnTo>
                  <a:pt x="2100262" y="1177494"/>
                </a:lnTo>
                <a:lnTo>
                  <a:pt x="2107803" y="1177098"/>
                </a:lnTo>
                <a:lnTo>
                  <a:pt x="2116137" y="1176702"/>
                </a:lnTo>
                <a:lnTo>
                  <a:pt x="2125662" y="1177098"/>
                </a:lnTo>
                <a:lnTo>
                  <a:pt x="2135584" y="1177889"/>
                </a:lnTo>
                <a:lnTo>
                  <a:pt x="2144315" y="1179076"/>
                </a:lnTo>
                <a:lnTo>
                  <a:pt x="2152650" y="1180658"/>
                </a:lnTo>
                <a:lnTo>
                  <a:pt x="2161381" y="1183427"/>
                </a:lnTo>
                <a:lnTo>
                  <a:pt x="2169318" y="1186196"/>
                </a:lnTo>
                <a:lnTo>
                  <a:pt x="2176462" y="1189756"/>
                </a:lnTo>
                <a:lnTo>
                  <a:pt x="2183606" y="1193317"/>
                </a:lnTo>
                <a:lnTo>
                  <a:pt x="2190353" y="1197668"/>
                </a:lnTo>
                <a:lnTo>
                  <a:pt x="2196703" y="1202810"/>
                </a:lnTo>
                <a:lnTo>
                  <a:pt x="2202656" y="1208348"/>
                </a:lnTo>
                <a:lnTo>
                  <a:pt x="2207815" y="1213886"/>
                </a:lnTo>
                <a:lnTo>
                  <a:pt x="2212975" y="1220611"/>
                </a:lnTo>
                <a:lnTo>
                  <a:pt x="2217737" y="1227731"/>
                </a:lnTo>
                <a:lnTo>
                  <a:pt x="2222500" y="1234852"/>
                </a:lnTo>
                <a:lnTo>
                  <a:pt x="2226072" y="1243554"/>
                </a:lnTo>
                <a:lnTo>
                  <a:pt x="2231628" y="1256213"/>
                </a:lnTo>
                <a:lnTo>
                  <a:pt x="2236787" y="1268476"/>
                </a:lnTo>
                <a:lnTo>
                  <a:pt x="2240756" y="1280343"/>
                </a:lnTo>
                <a:lnTo>
                  <a:pt x="2244725" y="1291814"/>
                </a:lnTo>
                <a:lnTo>
                  <a:pt x="2247503" y="1302890"/>
                </a:lnTo>
                <a:lnTo>
                  <a:pt x="2250281" y="1313175"/>
                </a:lnTo>
                <a:lnTo>
                  <a:pt x="2252265" y="1323460"/>
                </a:lnTo>
                <a:lnTo>
                  <a:pt x="2253853" y="1333350"/>
                </a:lnTo>
                <a:lnTo>
                  <a:pt x="2254647" y="1342843"/>
                </a:lnTo>
                <a:lnTo>
                  <a:pt x="2255043" y="1352337"/>
                </a:lnTo>
                <a:lnTo>
                  <a:pt x="2255837" y="1361831"/>
                </a:lnTo>
                <a:lnTo>
                  <a:pt x="2255043" y="1371325"/>
                </a:lnTo>
                <a:lnTo>
                  <a:pt x="2254647" y="1380027"/>
                </a:lnTo>
                <a:lnTo>
                  <a:pt x="2253853" y="1389126"/>
                </a:lnTo>
                <a:lnTo>
                  <a:pt x="2252662" y="1398619"/>
                </a:lnTo>
                <a:lnTo>
                  <a:pt x="2251075" y="1408113"/>
                </a:lnTo>
                <a:lnTo>
                  <a:pt x="2245122" y="1407322"/>
                </a:lnTo>
                <a:lnTo>
                  <a:pt x="2239168" y="1406926"/>
                </a:lnTo>
                <a:lnTo>
                  <a:pt x="2220118" y="1406926"/>
                </a:lnTo>
                <a:lnTo>
                  <a:pt x="2219722" y="1396246"/>
                </a:lnTo>
                <a:lnTo>
                  <a:pt x="2219325" y="1385961"/>
                </a:lnTo>
                <a:lnTo>
                  <a:pt x="2218928" y="1382401"/>
                </a:lnTo>
                <a:lnTo>
                  <a:pt x="2218134" y="1379632"/>
                </a:lnTo>
                <a:lnTo>
                  <a:pt x="2216547" y="1377258"/>
                </a:lnTo>
                <a:lnTo>
                  <a:pt x="2214165" y="1374489"/>
                </a:lnTo>
                <a:lnTo>
                  <a:pt x="2212181" y="1372907"/>
                </a:lnTo>
                <a:lnTo>
                  <a:pt x="2209403" y="1371325"/>
                </a:lnTo>
                <a:lnTo>
                  <a:pt x="2206228" y="1370534"/>
                </a:lnTo>
                <a:lnTo>
                  <a:pt x="2203053" y="1369742"/>
                </a:lnTo>
                <a:lnTo>
                  <a:pt x="2199878" y="1369742"/>
                </a:lnTo>
                <a:lnTo>
                  <a:pt x="2196703" y="1370929"/>
                </a:lnTo>
                <a:lnTo>
                  <a:pt x="2193925" y="1372116"/>
                </a:lnTo>
                <a:lnTo>
                  <a:pt x="2191543" y="1373698"/>
                </a:lnTo>
                <a:lnTo>
                  <a:pt x="2189559" y="1376072"/>
                </a:lnTo>
                <a:lnTo>
                  <a:pt x="2187178" y="1378841"/>
                </a:lnTo>
                <a:lnTo>
                  <a:pt x="2185987" y="1381214"/>
                </a:lnTo>
                <a:lnTo>
                  <a:pt x="2185590" y="1384774"/>
                </a:lnTo>
                <a:lnTo>
                  <a:pt x="2184003" y="1395455"/>
                </a:lnTo>
                <a:lnTo>
                  <a:pt x="2182018" y="1406926"/>
                </a:lnTo>
                <a:lnTo>
                  <a:pt x="2013743" y="1406926"/>
                </a:lnTo>
                <a:lnTo>
                  <a:pt x="2010965" y="1399015"/>
                </a:lnTo>
                <a:lnTo>
                  <a:pt x="2009775" y="1395850"/>
                </a:lnTo>
                <a:lnTo>
                  <a:pt x="2008584" y="1393477"/>
                </a:lnTo>
                <a:lnTo>
                  <a:pt x="2006600" y="1391499"/>
                </a:lnTo>
                <a:lnTo>
                  <a:pt x="2003822" y="1389126"/>
                </a:lnTo>
                <a:lnTo>
                  <a:pt x="2001440" y="1387939"/>
                </a:lnTo>
                <a:lnTo>
                  <a:pt x="1998662" y="1387148"/>
                </a:lnTo>
                <a:lnTo>
                  <a:pt x="1995090" y="1386752"/>
                </a:lnTo>
                <a:lnTo>
                  <a:pt x="1992312" y="1386752"/>
                </a:lnTo>
                <a:lnTo>
                  <a:pt x="1988740" y="1387543"/>
                </a:lnTo>
                <a:lnTo>
                  <a:pt x="1986359" y="1388730"/>
                </a:lnTo>
                <a:lnTo>
                  <a:pt x="1983581" y="1390708"/>
                </a:lnTo>
                <a:lnTo>
                  <a:pt x="1981597" y="1393081"/>
                </a:lnTo>
                <a:lnTo>
                  <a:pt x="1980009" y="1395455"/>
                </a:lnTo>
                <a:lnTo>
                  <a:pt x="1978818" y="1398224"/>
                </a:lnTo>
                <a:lnTo>
                  <a:pt x="1978025" y="1400993"/>
                </a:lnTo>
                <a:lnTo>
                  <a:pt x="1978025" y="1404553"/>
                </a:lnTo>
                <a:lnTo>
                  <a:pt x="1978025" y="1406926"/>
                </a:lnTo>
                <a:lnTo>
                  <a:pt x="1952625" y="1406926"/>
                </a:lnTo>
                <a:lnTo>
                  <a:pt x="1949847" y="1390708"/>
                </a:lnTo>
                <a:lnTo>
                  <a:pt x="1949053" y="1382005"/>
                </a:lnTo>
                <a:lnTo>
                  <a:pt x="1948259" y="1373698"/>
                </a:lnTo>
                <a:lnTo>
                  <a:pt x="1947862" y="1364996"/>
                </a:lnTo>
                <a:lnTo>
                  <a:pt x="1947862" y="1355897"/>
                </a:lnTo>
                <a:lnTo>
                  <a:pt x="1948259" y="1346404"/>
                </a:lnTo>
                <a:lnTo>
                  <a:pt x="1949053" y="1337305"/>
                </a:lnTo>
                <a:lnTo>
                  <a:pt x="1950243" y="1327020"/>
                </a:lnTo>
                <a:lnTo>
                  <a:pt x="1952228" y="1316736"/>
                </a:lnTo>
                <a:lnTo>
                  <a:pt x="1954609" y="1305659"/>
                </a:lnTo>
                <a:lnTo>
                  <a:pt x="1958181" y="1294188"/>
                </a:lnTo>
                <a:lnTo>
                  <a:pt x="1961356" y="1282716"/>
                </a:lnTo>
                <a:lnTo>
                  <a:pt x="1966118" y="1270453"/>
                </a:lnTo>
                <a:lnTo>
                  <a:pt x="1971675" y="1257399"/>
                </a:lnTo>
                <a:lnTo>
                  <a:pt x="1977231" y="1243554"/>
                </a:lnTo>
                <a:lnTo>
                  <a:pt x="1980803" y="1237225"/>
                </a:lnTo>
                <a:lnTo>
                  <a:pt x="1984772" y="1230896"/>
                </a:lnTo>
                <a:lnTo>
                  <a:pt x="1988740" y="1224567"/>
                </a:lnTo>
                <a:lnTo>
                  <a:pt x="1993106" y="1218238"/>
                </a:lnTo>
                <a:lnTo>
                  <a:pt x="1994693" y="1215864"/>
                </a:lnTo>
                <a:lnTo>
                  <a:pt x="1996281" y="1213491"/>
                </a:lnTo>
                <a:lnTo>
                  <a:pt x="2001440" y="1208744"/>
                </a:lnTo>
                <a:lnTo>
                  <a:pt x="2006600" y="1203601"/>
                </a:lnTo>
                <a:lnTo>
                  <a:pt x="2011362" y="1198855"/>
                </a:lnTo>
                <a:lnTo>
                  <a:pt x="2016522" y="1194899"/>
                </a:lnTo>
                <a:lnTo>
                  <a:pt x="2022078" y="1190943"/>
                </a:lnTo>
                <a:lnTo>
                  <a:pt x="2027634" y="1186987"/>
                </a:lnTo>
                <a:lnTo>
                  <a:pt x="2033190" y="1184218"/>
                </a:lnTo>
                <a:lnTo>
                  <a:pt x="2038350" y="1181449"/>
                </a:lnTo>
                <a:lnTo>
                  <a:pt x="2043906" y="1178285"/>
                </a:lnTo>
                <a:lnTo>
                  <a:pt x="2049859" y="1176307"/>
                </a:lnTo>
                <a:lnTo>
                  <a:pt x="2060972" y="1171956"/>
                </a:lnTo>
                <a:lnTo>
                  <a:pt x="2071290" y="1169187"/>
                </a:lnTo>
                <a:lnTo>
                  <a:pt x="2082006" y="1166813"/>
                </a:lnTo>
                <a:close/>
                <a:moveTo>
                  <a:pt x="1110232" y="1166813"/>
                </a:moveTo>
                <a:lnTo>
                  <a:pt x="1112219" y="1169978"/>
                </a:lnTo>
                <a:lnTo>
                  <a:pt x="1115000" y="1172747"/>
                </a:lnTo>
                <a:lnTo>
                  <a:pt x="1118179" y="1175120"/>
                </a:lnTo>
                <a:lnTo>
                  <a:pt x="1121359" y="1176702"/>
                </a:lnTo>
                <a:lnTo>
                  <a:pt x="1124935" y="1177494"/>
                </a:lnTo>
                <a:lnTo>
                  <a:pt x="1128114" y="1177494"/>
                </a:lnTo>
                <a:lnTo>
                  <a:pt x="1136062" y="1177098"/>
                </a:lnTo>
                <a:lnTo>
                  <a:pt x="1144407" y="1176702"/>
                </a:lnTo>
                <a:lnTo>
                  <a:pt x="1154342" y="1177098"/>
                </a:lnTo>
                <a:lnTo>
                  <a:pt x="1163879" y="1177889"/>
                </a:lnTo>
                <a:lnTo>
                  <a:pt x="1173019" y="1179076"/>
                </a:lnTo>
                <a:lnTo>
                  <a:pt x="1181364" y="1180658"/>
                </a:lnTo>
                <a:lnTo>
                  <a:pt x="1189709" y="1183427"/>
                </a:lnTo>
                <a:lnTo>
                  <a:pt x="1197259" y="1186196"/>
                </a:lnTo>
                <a:lnTo>
                  <a:pt x="1204810" y="1189756"/>
                </a:lnTo>
                <a:lnTo>
                  <a:pt x="1211963" y="1193317"/>
                </a:lnTo>
                <a:lnTo>
                  <a:pt x="1218718" y="1197668"/>
                </a:lnTo>
                <a:lnTo>
                  <a:pt x="1225077" y="1202810"/>
                </a:lnTo>
                <a:lnTo>
                  <a:pt x="1231037" y="1208348"/>
                </a:lnTo>
                <a:lnTo>
                  <a:pt x="1236601" y="1213886"/>
                </a:lnTo>
                <a:lnTo>
                  <a:pt x="1241767" y="1220611"/>
                </a:lnTo>
                <a:lnTo>
                  <a:pt x="1246138" y="1227731"/>
                </a:lnTo>
                <a:lnTo>
                  <a:pt x="1250907" y="1234852"/>
                </a:lnTo>
                <a:lnTo>
                  <a:pt x="1254881" y="1243554"/>
                </a:lnTo>
                <a:lnTo>
                  <a:pt x="1260444" y="1256213"/>
                </a:lnTo>
                <a:lnTo>
                  <a:pt x="1265213" y="1268476"/>
                </a:lnTo>
                <a:lnTo>
                  <a:pt x="1269584" y="1280343"/>
                </a:lnTo>
                <a:lnTo>
                  <a:pt x="1273160" y="1291814"/>
                </a:lnTo>
                <a:lnTo>
                  <a:pt x="1276339" y="1302890"/>
                </a:lnTo>
                <a:lnTo>
                  <a:pt x="1278724" y="1313175"/>
                </a:lnTo>
                <a:lnTo>
                  <a:pt x="1281108" y="1323460"/>
                </a:lnTo>
                <a:lnTo>
                  <a:pt x="1282300" y="1333350"/>
                </a:lnTo>
                <a:lnTo>
                  <a:pt x="1283492" y="1342843"/>
                </a:lnTo>
                <a:lnTo>
                  <a:pt x="1283890" y="1352337"/>
                </a:lnTo>
                <a:lnTo>
                  <a:pt x="1284287" y="1361831"/>
                </a:lnTo>
                <a:lnTo>
                  <a:pt x="1283890" y="1371325"/>
                </a:lnTo>
                <a:lnTo>
                  <a:pt x="1283492" y="1380027"/>
                </a:lnTo>
                <a:lnTo>
                  <a:pt x="1282300" y="1389126"/>
                </a:lnTo>
                <a:lnTo>
                  <a:pt x="1281506" y="1398619"/>
                </a:lnTo>
                <a:lnTo>
                  <a:pt x="1279519" y="1408113"/>
                </a:lnTo>
                <a:lnTo>
                  <a:pt x="1273558" y="1407322"/>
                </a:lnTo>
                <a:lnTo>
                  <a:pt x="1267994" y="1406926"/>
                </a:lnTo>
                <a:lnTo>
                  <a:pt x="1248920" y="1406926"/>
                </a:lnTo>
                <a:lnTo>
                  <a:pt x="1248125" y="1385961"/>
                </a:lnTo>
                <a:lnTo>
                  <a:pt x="1247728" y="1382401"/>
                </a:lnTo>
                <a:lnTo>
                  <a:pt x="1246138" y="1379632"/>
                </a:lnTo>
                <a:lnTo>
                  <a:pt x="1244946" y="1377258"/>
                </a:lnTo>
                <a:lnTo>
                  <a:pt x="1242959" y="1374489"/>
                </a:lnTo>
                <a:lnTo>
                  <a:pt x="1240575" y="1372907"/>
                </a:lnTo>
                <a:lnTo>
                  <a:pt x="1237793" y="1371325"/>
                </a:lnTo>
                <a:lnTo>
                  <a:pt x="1235011" y="1370534"/>
                </a:lnTo>
                <a:lnTo>
                  <a:pt x="1231435" y="1369742"/>
                </a:lnTo>
                <a:lnTo>
                  <a:pt x="1228653" y="1369742"/>
                </a:lnTo>
                <a:lnTo>
                  <a:pt x="1225077" y="1370929"/>
                </a:lnTo>
                <a:lnTo>
                  <a:pt x="1222692" y="1372116"/>
                </a:lnTo>
                <a:lnTo>
                  <a:pt x="1220308" y="1373698"/>
                </a:lnTo>
                <a:lnTo>
                  <a:pt x="1217526" y="1376072"/>
                </a:lnTo>
                <a:lnTo>
                  <a:pt x="1215937" y="1378841"/>
                </a:lnTo>
                <a:lnTo>
                  <a:pt x="1214745" y="1381214"/>
                </a:lnTo>
                <a:lnTo>
                  <a:pt x="1214347" y="1384774"/>
                </a:lnTo>
                <a:lnTo>
                  <a:pt x="1211963" y="1395455"/>
                </a:lnTo>
                <a:lnTo>
                  <a:pt x="1209976" y="1406926"/>
                </a:lnTo>
                <a:lnTo>
                  <a:pt x="1041881" y="1406926"/>
                </a:lnTo>
                <a:lnTo>
                  <a:pt x="1039497" y="1399015"/>
                </a:lnTo>
                <a:lnTo>
                  <a:pt x="1038305" y="1395850"/>
                </a:lnTo>
                <a:lnTo>
                  <a:pt x="1036715" y="1393477"/>
                </a:lnTo>
                <a:lnTo>
                  <a:pt x="1034728" y="1391499"/>
                </a:lnTo>
                <a:lnTo>
                  <a:pt x="1032344" y="1389126"/>
                </a:lnTo>
                <a:lnTo>
                  <a:pt x="1029960" y="1387939"/>
                </a:lnTo>
                <a:lnTo>
                  <a:pt x="1026780" y="1387148"/>
                </a:lnTo>
                <a:lnTo>
                  <a:pt x="1023601" y="1386752"/>
                </a:lnTo>
                <a:lnTo>
                  <a:pt x="1020422" y="1386752"/>
                </a:lnTo>
                <a:lnTo>
                  <a:pt x="1017243" y="1387543"/>
                </a:lnTo>
                <a:lnTo>
                  <a:pt x="1014461" y="1388730"/>
                </a:lnTo>
                <a:lnTo>
                  <a:pt x="1012077" y="1390708"/>
                </a:lnTo>
                <a:lnTo>
                  <a:pt x="1010090" y="1393081"/>
                </a:lnTo>
                <a:lnTo>
                  <a:pt x="1008103" y="1395455"/>
                </a:lnTo>
                <a:lnTo>
                  <a:pt x="1006911" y="1398224"/>
                </a:lnTo>
                <a:lnTo>
                  <a:pt x="1006116" y="1400993"/>
                </a:lnTo>
                <a:lnTo>
                  <a:pt x="1006116" y="1404553"/>
                </a:lnTo>
                <a:lnTo>
                  <a:pt x="1006116" y="1406926"/>
                </a:lnTo>
                <a:lnTo>
                  <a:pt x="980684" y="1406926"/>
                </a:lnTo>
                <a:lnTo>
                  <a:pt x="978299" y="1390708"/>
                </a:lnTo>
                <a:lnTo>
                  <a:pt x="977107" y="1382005"/>
                </a:lnTo>
                <a:lnTo>
                  <a:pt x="976710" y="1373698"/>
                </a:lnTo>
                <a:lnTo>
                  <a:pt x="976312" y="1364996"/>
                </a:lnTo>
                <a:lnTo>
                  <a:pt x="976312" y="1355897"/>
                </a:lnTo>
                <a:lnTo>
                  <a:pt x="976710" y="1346404"/>
                </a:lnTo>
                <a:lnTo>
                  <a:pt x="977504" y="1337305"/>
                </a:lnTo>
                <a:lnTo>
                  <a:pt x="978697" y="1327020"/>
                </a:lnTo>
                <a:lnTo>
                  <a:pt x="980286" y="1316736"/>
                </a:lnTo>
                <a:lnTo>
                  <a:pt x="983068" y="1305659"/>
                </a:lnTo>
                <a:lnTo>
                  <a:pt x="985850" y="1294188"/>
                </a:lnTo>
                <a:lnTo>
                  <a:pt x="989823" y="1282716"/>
                </a:lnTo>
                <a:lnTo>
                  <a:pt x="994195" y="1270453"/>
                </a:lnTo>
                <a:lnTo>
                  <a:pt x="999758" y="1257399"/>
                </a:lnTo>
                <a:lnTo>
                  <a:pt x="1005719" y="1243554"/>
                </a:lnTo>
                <a:lnTo>
                  <a:pt x="1008898" y="1237225"/>
                </a:lnTo>
                <a:lnTo>
                  <a:pt x="1012872" y="1230500"/>
                </a:lnTo>
                <a:lnTo>
                  <a:pt x="1016846" y="1224567"/>
                </a:lnTo>
                <a:lnTo>
                  <a:pt x="1021217" y="1218238"/>
                </a:lnTo>
                <a:lnTo>
                  <a:pt x="1023204" y="1215864"/>
                </a:lnTo>
                <a:lnTo>
                  <a:pt x="1024793" y="1213491"/>
                </a:lnTo>
                <a:lnTo>
                  <a:pt x="1029960" y="1208744"/>
                </a:lnTo>
                <a:lnTo>
                  <a:pt x="1034331" y="1203601"/>
                </a:lnTo>
                <a:lnTo>
                  <a:pt x="1039894" y="1198855"/>
                </a:lnTo>
                <a:lnTo>
                  <a:pt x="1045060" y="1194899"/>
                </a:lnTo>
                <a:lnTo>
                  <a:pt x="1050624" y="1190943"/>
                </a:lnTo>
                <a:lnTo>
                  <a:pt x="1055790" y="1186987"/>
                </a:lnTo>
                <a:lnTo>
                  <a:pt x="1061353" y="1184218"/>
                </a:lnTo>
                <a:lnTo>
                  <a:pt x="1066917" y="1181449"/>
                </a:lnTo>
                <a:lnTo>
                  <a:pt x="1072480" y="1178285"/>
                </a:lnTo>
                <a:lnTo>
                  <a:pt x="1078043" y="1176307"/>
                </a:lnTo>
                <a:lnTo>
                  <a:pt x="1089170" y="1171956"/>
                </a:lnTo>
                <a:lnTo>
                  <a:pt x="1099900" y="1169187"/>
                </a:lnTo>
                <a:lnTo>
                  <a:pt x="1110232" y="1166813"/>
                </a:lnTo>
                <a:close/>
                <a:moveTo>
                  <a:pt x="1601784" y="1141413"/>
                </a:moveTo>
                <a:lnTo>
                  <a:pt x="1608513" y="1141413"/>
                </a:lnTo>
                <a:lnTo>
                  <a:pt x="1616826" y="1141413"/>
                </a:lnTo>
                <a:lnTo>
                  <a:pt x="1628701" y="1141809"/>
                </a:lnTo>
                <a:lnTo>
                  <a:pt x="1639785" y="1142996"/>
                </a:lnTo>
                <a:lnTo>
                  <a:pt x="1644139" y="1143392"/>
                </a:lnTo>
                <a:lnTo>
                  <a:pt x="1656410" y="1145766"/>
                </a:lnTo>
                <a:lnTo>
                  <a:pt x="1668285" y="1149327"/>
                </a:lnTo>
                <a:lnTo>
                  <a:pt x="1673431" y="1150910"/>
                </a:lnTo>
                <a:lnTo>
                  <a:pt x="1682140" y="1154075"/>
                </a:lnTo>
                <a:lnTo>
                  <a:pt x="1690453" y="1157241"/>
                </a:lnTo>
                <a:lnTo>
                  <a:pt x="1694807" y="1158823"/>
                </a:lnTo>
                <a:lnTo>
                  <a:pt x="1703516" y="1163572"/>
                </a:lnTo>
                <a:lnTo>
                  <a:pt x="1711828" y="1167924"/>
                </a:lnTo>
                <a:lnTo>
                  <a:pt x="1714995" y="1169903"/>
                </a:lnTo>
                <a:lnTo>
                  <a:pt x="1726079" y="1177421"/>
                </a:lnTo>
                <a:lnTo>
                  <a:pt x="1729245" y="1179399"/>
                </a:lnTo>
                <a:lnTo>
                  <a:pt x="1739142" y="1186918"/>
                </a:lnTo>
                <a:lnTo>
                  <a:pt x="1740329" y="1188105"/>
                </a:lnTo>
                <a:lnTo>
                  <a:pt x="1745475" y="1192853"/>
                </a:lnTo>
                <a:lnTo>
                  <a:pt x="1747058" y="1194436"/>
                </a:lnTo>
                <a:lnTo>
                  <a:pt x="1748642" y="1196018"/>
                </a:lnTo>
                <a:lnTo>
                  <a:pt x="1743100" y="1240732"/>
                </a:lnTo>
                <a:lnTo>
                  <a:pt x="1739142" y="1274761"/>
                </a:lnTo>
                <a:lnTo>
                  <a:pt x="1736766" y="1296128"/>
                </a:lnTo>
                <a:lnTo>
                  <a:pt x="1738746" y="1294150"/>
                </a:lnTo>
                <a:lnTo>
                  <a:pt x="1739537" y="1293358"/>
                </a:lnTo>
                <a:lnTo>
                  <a:pt x="1740725" y="1293358"/>
                </a:lnTo>
                <a:lnTo>
                  <a:pt x="1741912" y="1293754"/>
                </a:lnTo>
                <a:lnTo>
                  <a:pt x="1743100" y="1294150"/>
                </a:lnTo>
                <a:lnTo>
                  <a:pt x="1744288" y="1295733"/>
                </a:lnTo>
                <a:lnTo>
                  <a:pt x="1745079" y="1297315"/>
                </a:lnTo>
                <a:lnTo>
                  <a:pt x="1747454" y="1301668"/>
                </a:lnTo>
                <a:lnTo>
                  <a:pt x="1749038" y="1307603"/>
                </a:lnTo>
                <a:lnTo>
                  <a:pt x="1750621" y="1315121"/>
                </a:lnTo>
                <a:lnTo>
                  <a:pt x="1751809" y="1323827"/>
                </a:lnTo>
                <a:lnTo>
                  <a:pt x="1752204" y="1332928"/>
                </a:lnTo>
                <a:lnTo>
                  <a:pt x="1752600" y="1343216"/>
                </a:lnTo>
                <a:lnTo>
                  <a:pt x="1752204" y="1352712"/>
                </a:lnTo>
                <a:lnTo>
                  <a:pt x="1751809" y="1361813"/>
                </a:lnTo>
                <a:lnTo>
                  <a:pt x="1750621" y="1370518"/>
                </a:lnTo>
                <a:lnTo>
                  <a:pt x="1749038" y="1378036"/>
                </a:lnTo>
                <a:lnTo>
                  <a:pt x="1747454" y="1383972"/>
                </a:lnTo>
                <a:lnTo>
                  <a:pt x="1745079" y="1388324"/>
                </a:lnTo>
                <a:lnTo>
                  <a:pt x="1744288" y="1390303"/>
                </a:lnTo>
                <a:lnTo>
                  <a:pt x="1743100" y="1391490"/>
                </a:lnTo>
                <a:lnTo>
                  <a:pt x="1741912" y="1391886"/>
                </a:lnTo>
                <a:lnTo>
                  <a:pt x="1740725" y="1392281"/>
                </a:lnTo>
                <a:lnTo>
                  <a:pt x="1739142" y="1391886"/>
                </a:lnTo>
                <a:lnTo>
                  <a:pt x="1737954" y="1391094"/>
                </a:lnTo>
                <a:lnTo>
                  <a:pt x="1736766" y="1389511"/>
                </a:lnTo>
                <a:lnTo>
                  <a:pt x="1735975" y="1387929"/>
                </a:lnTo>
                <a:lnTo>
                  <a:pt x="1733996" y="1382785"/>
                </a:lnTo>
                <a:lnTo>
                  <a:pt x="1731620" y="1376849"/>
                </a:lnTo>
                <a:lnTo>
                  <a:pt x="1730829" y="1384367"/>
                </a:lnTo>
                <a:lnTo>
                  <a:pt x="1729641" y="1391886"/>
                </a:lnTo>
                <a:lnTo>
                  <a:pt x="1725683" y="1406526"/>
                </a:lnTo>
                <a:lnTo>
                  <a:pt x="1475905" y="1406526"/>
                </a:lnTo>
                <a:lnTo>
                  <a:pt x="1471551" y="1394260"/>
                </a:lnTo>
                <a:lnTo>
                  <a:pt x="1469968" y="1388324"/>
                </a:lnTo>
                <a:lnTo>
                  <a:pt x="1467592" y="1381993"/>
                </a:lnTo>
                <a:lnTo>
                  <a:pt x="1466009" y="1387137"/>
                </a:lnTo>
                <a:lnTo>
                  <a:pt x="1464426" y="1391490"/>
                </a:lnTo>
                <a:lnTo>
                  <a:pt x="1463238" y="1392677"/>
                </a:lnTo>
                <a:lnTo>
                  <a:pt x="1462051" y="1393864"/>
                </a:lnTo>
                <a:lnTo>
                  <a:pt x="1460863" y="1394260"/>
                </a:lnTo>
                <a:lnTo>
                  <a:pt x="1459676" y="1394655"/>
                </a:lnTo>
                <a:lnTo>
                  <a:pt x="1458884" y="1394260"/>
                </a:lnTo>
                <a:lnTo>
                  <a:pt x="1457696" y="1393468"/>
                </a:lnTo>
                <a:lnTo>
                  <a:pt x="1456509" y="1392281"/>
                </a:lnTo>
                <a:lnTo>
                  <a:pt x="1454925" y="1391094"/>
                </a:lnTo>
                <a:lnTo>
                  <a:pt x="1452946" y="1386346"/>
                </a:lnTo>
                <a:lnTo>
                  <a:pt x="1451363" y="1380015"/>
                </a:lnTo>
                <a:lnTo>
                  <a:pt x="1450175" y="1372892"/>
                </a:lnTo>
                <a:lnTo>
                  <a:pt x="1448592" y="1364583"/>
                </a:lnTo>
                <a:lnTo>
                  <a:pt x="1447800" y="1355086"/>
                </a:lnTo>
                <a:lnTo>
                  <a:pt x="1447800" y="1345194"/>
                </a:lnTo>
                <a:lnTo>
                  <a:pt x="1447800" y="1334906"/>
                </a:lnTo>
                <a:lnTo>
                  <a:pt x="1448592" y="1325805"/>
                </a:lnTo>
                <a:lnTo>
                  <a:pt x="1450175" y="1317496"/>
                </a:lnTo>
                <a:lnTo>
                  <a:pt x="1451363" y="1310373"/>
                </a:lnTo>
                <a:lnTo>
                  <a:pt x="1452946" y="1304438"/>
                </a:lnTo>
                <a:lnTo>
                  <a:pt x="1454925" y="1299689"/>
                </a:lnTo>
                <a:lnTo>
                  <a:pt x="1456509" y="1298107"/>
                </a:lnTo>
                <a:lnTo>
                  <a:pt x="1457696" y="1296920"/>
                </a:lnTo>
                <a:lnTo>
                  <a:pt x="1458884" y="1296128"/>
                </a:lnTo>
                <a:lnTo>
                  <a:pt x="1459676" y="1296128"/>
                </a:lnTo>
                <a:lnTo>
                  <a:pt x="1460467" y="1296128"/>
                </a:lnTo>
                <a:lnTo>
                  <a:pt x="1461259" y="1296524"/>
                </a:lnTo>
                <a:lnTo>
                  <a:pt x="1462051" y="1283466"/>
                </a:lnTo>
                <a:lnTo>
                  <a:pt x="1462446" y="1277531"/>
                </a:lnTo>
                <a:lnTo>
                  <a:pt x="1464030" y="1271991"/>
                </a:lnTo>
                <a:lnTo>
                  <a:pt x="1462051" y="1258142"/>
                </a:lnTo>
                <a:lnTo>
                  <a:pt x="1460071" y="1245480"/>
                </a:lnTo>
                <a:lnTo>
                  <a:pt x="1456905" y="1223717"/>
                </a:lnTo>
                <a:lnTo>
                  <a:pt x="1453738" y="1208681"/>
                </a:lnTo>
                <a:lnTo>
                  <a:pt x="1452550" y="1203537"/>
                </a:lnTo>
                <a:lnTo>
                  <a:pt x="1458488" y="1199975"/>
                </a:lnTo>
                <a:lnTo>
                  <a:pt x="1465217" y="1196018"/>
                </a:lnTo>
                <a:lnTo>
                  <a:pt x="1471551" y="1191270"/>
                </a:lnTo>
                <a:lnTo>
                  <a:pt x="1477884" y="1186522"/>
                </a:lnTo>
                <a:lnTo>
                  <a:pt x="1489760" y="1177421"/>
                </a:lnTo>
                <a:lnTo>
                  <a:pt x="1495302" y="1173464"/>
                </a:lnTo>
                <a:lnTo>
                  <a:pt x="1500843" y="1170299"/>
                </a:lnTo>
                <a:lnTo>
                  <a:pt x="1515490" y="1163176"/>
                </a:lnTo>
                <a:lnTo>
                  <a:pt x="1530136" y="1157241"/>
                </a:lnTo>
                <a:lnTo>
                  <a:pt x="1539636" y="1154075"/>
                </a:lnTo>
                <a:lnTo>
                  <a:pt x="1548741" y="1150910"/>
                </a:lnTo>
                <a:lnTo>
                  <a:pt x="1558241" y="1148536"/>
                </a:lnTo>
                <a:lnTo>
                  <a:pt x="1568533" y="1145766"/>
                </a:lnTo>
                <a:lnTo>
                  <a:pt x="1576450" y="1144183"/>
                </a:lnTo>
                <a:lnTo>
                  <a:pt x="1583971" y="1142996"/>
                </a:lnTo>
                <a:lnTo>
                  <a:pt x="1594658" y="1142204"/>
                </a:lnTo>
                <a:lnTo>
                  <a:pt x="1601784" y="1141413"/>
                </a:lnTo>
                <a:close/>
                <a:moveTo>
                  <a:pt x="1832358" y="1052513"/>
                </a:moveTo>
                <a:lnTo>
                  <a:pt x="1843104" y="1052513"/>
                </a:lnTo>
                <a:lnTo>
                  <a:pt x="1847083" y="1052911"/>
                </a:lnTo>
                <a:lnTo>
                  <a:pt x="1839522" y="1055300"/>
                </a:lnTo>
                <a:lnTo>
                  <a:pt x="1831960" y="1058882"/>
                </a:lnTo>
                <a:lnTo>
                  <a:pt x="1825194" y="1062067"/>
                </a:lnTo>
                <a:lnTo>
                  <a:pt x="1818428" y="1065650"/>
                </a:lnTo>
                <a:lnTo>
                  <a:pt x="1820418" y="1066446"/>
                </a:lnTo>
                <a:lnTo>
                  <a:pt x="1828776" y="1066048"/>
                </a:lnTo>
                <a:lnTo>
                  <a:pt x="1837532" y="1065650"/>
                </a:lnTo>
                <a:lnTo>
                  <a:pt x="1846685" y="1066048"/>
                </a:lnTo>
                <a:lnTo>
                  <a:pt x="1856237" y="1066446"/>
                </a:lnTo>
                <a:lnTo>
                  <a:pt x="1865789" y="1067640"/>
                </a:lnTo>
                <a:lnTo>
                  <a:pt x="1876137" y="1069631"/>
                </a:lnTo>
                <a:lnTo>
                  <a:pt x="1885688" y="1072417"/>
                </a:lnTo>
                <a:lnTo>
                  <a:pt x="1895638" y="1075602"/>
                </a:lnTo>
                <a:lnTo>
                  <a:pt x="1905588" y="1079981"/>
                </a:lnTo>
                <a:lnTo>
                  <a:pt x="1910761" y="1082369"/>
                </a:lnTo>
                <a:lnTo>
                  <a:pt x="1915139" y="1085156"/>
                </a:lnTo>
                <a:lnTo>
                  <a:pt x="1919915" y="1088340"/>
                </a:lnTo>
                <a:lnTo>
                  <a:pt x="1924691" y="1091525"/>
                </a:lnTo>
                <a:lnTo>
                  <a:pt x="1929069" y="1095506"/>
                </a:lnTo>
                <a:lnTo>
                  <a:pt x="1933845" y="1099487"/>
                </a:lnTo>
                <a:lnTo>
                  <a:pt x="1938223" y="1103468"/>
                </a:lnTo>
                <a:lnTo>
                  <a:pt x="1942202" y="1108245"/>
                </a:lnTo>
                <a:lnTo>
                  <a:pt x="1946580" y="1112623"/>
                </a:lnTo>
                <a:lnTo>
                  <a:pt x="1950162" y="1118197"/>
                </a:lnTo>
                <a:lnTo>
                  <a:pt x="1954142" y="1123770"/>
                </a:lnTo>
                <a:lnTo>
                  <a:pt x="1957724" y="1129741"/>
                </a:lnTo>
                <a:lnTo>
                  <a:pt x="1960908" y="1136110"/>
                </a:lnTo>
                <a:lnTo>
                  <a:pt x="1964490" y="1142878"/>
                </a:lnTo>
                <a:lnTo>
                  <a:pt x="1968868" y="1152830"/>
                </a:lnTo>
                <a:lnTo>
                  <a:pt x="1972847" y="1163180"/>
                </a:lnTo>
                <a:lnTo>
                  <a:pt x="1979613" y="1182288"/>
                </a:lnTo>
                <a:lnTo>
                  <a:pt x="1975633" y="1185871"/>
                </a:lnTo>
                <a:lnTo>
                  <a:pt x="1972051" y="1190249"/>
                </a:lnTo>
                <a:lnTo>
                  <a:pt x="1967674" y="1192638"/>
                </a:lnTo>
                <a:lnTo>
                  <a:pt x="1965684" y="1193832"/>
                </a:lnTo>
                <a:lnTo>
                  <a:pt x="1963694" y="1195823"/>
                </a:lnTo>
                <a:lnTo>
                  <a:pt x="1962102" y="1197415"/>
                </a:lnTo>
                <a:lnTo>
                  <a:pt x="1961306" y="1199007"/>
                </a:lnTo>
                <a:lnTo>
                  <a:pt x="1960112" y="1201396"/>
                </a:lnTo>
                <a:lnTo>
                  <a:pt x="1959316" y="1202988"/>
                </a:lnTo>
                <a:lnTo>
                  <a:pt x="1958918" y="1205377"/>
                </a:lnTo>
                <a:lnTo>
                  <a:pt x="1958918" y="1207367"/>
                </a:lnTo>
                <a:lnTo>
                  <a:pt x="1952152" y="1218115"/>
                </a:lnTo>
                <a:lnTo>
                  <a:pt x="1946580" y="1229262"/>
                </a:lnTo>
                <a:lnTo>
                  <a:pt x="1941008" y="1240806"/>
                </a:lnTo>
                <a:lnTo>
                  <a:pt x="1936233" y="1252350"/>
                </a:lnTo>
                <a:lnTo>
                  <a:pt x="1932253" y="1263895"/>
                </a:lnTo>
                <a:lnTo>
                  <a:pt x="1928273" y="1274245"/>
                </a:lnTo>
                <a:lnTo>
                  <a:pt x="1925089" y="1284993"/>
                </a:lnTo>
                <a:lnTo>
                  <a:pt x="1921905" y="1294945"/>
                </a:lnTo>
                <a:lnTo>
                  <a:pt x="1919915" y="1304897"/>
                </a:lnTo>
                <a:lnTo>
                  <a:pt x="1917925" y="1314451"/>
                </a:lnTo>
                <a:lnTo>
                  <a:pt x="1784997" y="1314451"/>
                </a:lnTo>
                <a:lnTo>
                  <a:pt x="1783007" y="1303305"/>
                </a:lnTo>
                <a:lnTo>
                  <a:pt x="1780222" y="1293353"/>
                </a:lnTo>
                <a:lnTo>
                  <a:pt x="1778630" y="1288974"/>
                </a:lnTo>
                <a:lnTo>
                  <a:pt x="1777038" y="1284993"/>
                </a:lnTo>
                <a:lnTo>
                  <a:pt x="1775446" y="1281410"/>
                </a:lnTo>
                <a:lnTo>
                  <a:pt x="1773058" y="1278226"/>
                </a:lnTo>
                <a:lnTo>
                  <a:pt x="1782609" y="1200202"/>
                </a:lnTo>
                <a:lnTo>
                  <a:pt x="1783007" y="1196619"/>
                </a:lnTo>
                <a:lnTo>
                  <a:pt x="1783007" y="1192638"/>
                </a:lnTo>
                <a:lnTo>
                  <a:pt x="1782211" y="1189453"/>
                </a:lnTo>
                <a:lnTo>
                  <a:pt x="1781416" y="1185472"/>
                </a:lnTo>
                <a:lnTo>
                  <a:pt x="1779824" y="1182288"/>
                </a:lnTo>
                <a:lnTo>
                  <a:pt x="1778232" y="1178705"/>
                </a:lnTo>
                <a:lnTo>
                  <a:pt x="1776242" y="1175919"/>
                </a:lnTo>
                <a:lnTo>
                  <a:pt x="1774252" y="1172734"/>
                </a:lnTo>
                <a:lnTo>
                  <a:pt x="1767884" y="1166763"/>
                </a:lnTo>
                <a:lnTo>
                  <a:pt x="1761516" y="1161588"/>
                </a:lnTo>
                <a:lnTo>
                  <a:pt x="1752362" y="1154422"/>
                </a:lnTo>
                <a:lnTo>
                  <a:pt x="1741219" y="1146460"/>
                </a:lnTo>
                <a:lnTo>
                  <a:pt x="1734851" y="1142480"/>
                </a:lnTo>
                <a:lnTo>
                  <a:pt x="1728085" y="1138101"/>
                </a:lnTo>
                <a:lnTo>
                  <a:pt x="1720921" y="1134518"/>
                </a:lnTo>
                <a:lnTo>
                  <a:pt x="1712564" y="1130139"/>
                </a:lnTo>
                <a:lnTo>
                  <a:pt x="1704206" y="1126158"/>
                </a:lnTo>
                <a:lnTo>
                  <a:pt x="1695450" y="1122576"/>
                </a:lnTo>
                <a:lnTo>
                  <a:pt x="1698236" y="1118197"/>
                </a:lnTo>
                <a:lnTo>
                  <a:pt x="1701420" y="1114216"/>
                </a:lnTo>
                <a:lnTo>
                  <a:pt x="1697440" y="1114614"/>
                </a:lnTo>
                <a:lnTo>
                  <a:pt x="1701420" y="1111827"/>
                </a:lnTo>
                <a:lnTo>
                  <a:pt x="1705002" y="1109041"/>
                </a:lnTo>
                <a:lnTo>
                  <a:pt x="1710176" y="1103069"/>
                </a:lnTo>
                <a:lnTo>
                  <a:pt x="1715748" y="1097894"/>
                </a:lnTo>
                <a:lnTo>
                  <a:pt x="1721319" y="1093117"/>
                </a:lnTo>
                <a:lnTo>
                  <a:pt x="1726891" y="1088340"/>
                </a:lnTo>
                <a:lnTo>
                  <a:pt x="1732463" y="1083962"/>
                </a:lnTo>
                <a:lnTo>
                  <a:pt x="1738035" y="1080379"/>
                </a:lnTo>
                <a:lnTo>
                  <a:pt x="1744005" y="1076398"/>
                </a:lnTo>
                <a:lnTo>
                  <a:pt x="1749975" y="1073611"/>
                </a:lnTo>
                <a:lnTo>
                  <a:pt x="1755944" y="1070427"/>
                </a:lnTo>
                <a:lnTo>
                  <a:pt x="1761914" y="1067640"/>
                </a:lnTo>
                <a:lnTo>
                  <a:pt x="1773456" y="1063261"/>
                </a:lnTo>
                <a:lnTo>
                  <a:pt x="1784997" y="1059679"/>
                </a:lnTo>
                <a:lnTo>
                  <a:pt x="1796539" y="1056892"/>
                </a:lnTo>
                <a:lnTo>
                  <a:pt x="1806489" y="1054902"/>
                </a:lnTo>
                <a:lnTo>
                  <a:pt x="1816438" y="1053707"/>
                </a:lnTo>
                <a:lnTo>
                  <a:pt x="1824796" y="1052911"/>
                </a:lnTo>
                <a:lnTo>
                  <a:pt x="1832358" y="1052513"/>
                </a:lnTo>
                <a:close/>
                <a:moveTo>
                  <a:pt x="861259" y="1052513"/>
                </a:moveTo>
                <a:lnTo>
                  <a:pt x="871603" y="1052513"/>
                </a:lnTo>
                <a:lnTo>
                  <a:pt x="875581" y="1052911"/>
                </a:lnTo>
                <a:lnTo>
                  <a:pt x="868022" y="1055295"/>
                </a:lnTo>
                <a:lnTo>
                  <a:pt x="860861" y="1058873"/>
                </a:lnTo>
                <a:lnTo>
                  <a:pt x="854098" y="1062053"/>
                </a:lnTo>
                <a:lnTo>
                  <a:pt x="847335" y="1065630"/>
                </a:lnTo>
                <a:lnTo>
                  <a:pt x="849324" y="1066425"/>
                </a:lnTo>
                <a:lnTo>
                  <a:pt x="857281" y="1066027"/>
                </a:lnTo>
                <a:lnTo>
                  <a:pt x="866033" y="1065630"/>
                </a:lnTo>
                <a:lnTo>
                  <a:pt x="875183" y="1066027"/>
                </a:lnTo>
                <a:lnTo>
                  <a:pt x="884732" y="1066425"/>
                </a:lnTo>
                <a:lnTo>
                  <a:pt x="894678" y="1067617"/>
                </a:lnTo>
                <a:lnTo>
                  <a:pt x="904624" y="1069605"/>
                </a:lnTo>
                <a:lnTo>
                  <a:pt x="914172" y="1072387"/>
                </a:lnTo>
                <a:lnTo>
                  <a:pt x="924516" y="1075567"/>
                </a:lnTo>
                <a:lnTo>
                  <a:pt x="934064" y="1079939"/>
                </a:lnTo>
                <a:lnTo>
                  <a:pt x="939236" y="1082324"/>
                </a:lnTo>
                <a:lnTo>
                  <a:pt x="944010" y="1085106"/>
                </a:lnTo>
                <a:lnTo>
                  <a:pt x="948784" y="1088286"/>
                </a:lnTo>
                <a:lnTo>
                  <a:pt x="953160" y="1091466"/>
                </a:lnTo>
                <a:lnTo>
                  <a:pt x="957934" y="1095441"/>
                </a:lnTo>
                <a:lnTo>
                  <a:pt x="962708" y="1099415"/>
                </a:lnTo>
                <a:lnTo>
                  <a:pt x="966687" y="1103390"/>
                </a:lnTo>
                <a:lnTo>
                  <a:pt x="971063" y="1108160"/>
                </a:lnTo>
                <a:lnTo>
                  <a:pt x="974644" y="1112532"/>
                </a:lnTo>
                <a:lnTo>
                  <a:pt x="979020" y="1118097"/>
                </a:lnTo>
                <a:lnTo>
                  <a:pt x="982998" y="1123662"/>
                </a:lnTo>
                <a:lnTo>
                  <a:pt x="986181" y="1129624"/>
                </a:lnTo>
                <a:lnTo>
                  <a:pt x="989762" y="1135983"/>
                </a:lnTo>
                <a:lnTo>
                  <a:pt x="992944" y="1142741"/>
                </a:lnTo>
                <a:lnTo>
                  <a:pt x="997321" y="1152678"/>
                </a:lnTo>
                <a:lnTo>
                  <a:pt x="1001299" y="1163012"/>
                </a:lnTo>
                <a:lnTo>
                  <a:pt x="1008062" y="1182091"/>
                </a:lnTo>
                <a:lnTo>
                  <a:pt x="1004482" y="1185668"/>
                </a:lnTo>
                <a:lnTo>
                  <a:pt x="1000105" y="1190040"/>
                </a:lnTo>
                <a:lnTo>
                  <a:pt x="996525" y="1192425"/>
                </a:lnTo>
                <a:lnTo>
                  <a:pt x="994138" y="1193618"/>
                </a:lnTo>
                <a:lnTo>
                  <a:pt x="992546" y="1195605"/>
                </a:lnTo>
                <a:lnTo>
                  <a:pt x="990955" y="1197195"/>
                </a:lnTo>
                <a:lnTo>
                  <a:pt x="989762" y="1198785"/>
                </a:lnTo>
                <a:lnTo>
                  <a:pt x="988568" y="1201170"/>
                </a:lnTo>
                <a:lnTo>
                  <a:pt x="987772" y="1202760"/>
                </a:lnTo>
                <a:lnTo>
                  <a:pt x="987375" y="1205145"/>
                </a:lnTo>
                <a:lnTo>
                  <a:pt x="987375" y="1207132"/>
                </a:lnTo>
                <a:lnTo>
                  <a:pt x="980611" y="1217864"/>
                </a:lnTo>
                <a:lnTo>
                  <a:pt x="975041" y="1228993"/>
                </a:lnTo>
                <a:lnTo>
                  <a:pt x="969870" y="1240520"/>
                </a:lnTo>
                <a:lnTo>
                  <a:pt x="965095" y="1252047"/>
                </a:lnTo>
                <a:lnTo>
                  <a:pt x="960321" y="1263574"/>
                </a:lnTo>
                <a:lnTo>
                  <a:pt x="956741" y="1273908"/>
                </a:lnTo>
                <a:lnTo>
                  <a:pt x="953558" y="1284640"/>
                </a:lnTo>
                <a:lnTo>
                  <a:pt x="950773" y="1294577"/>
                </a:lnTo>
                <a:lnTo>
                  <a:pt x="948784" y="1304514"/>
                </a:lnTo>
                <a:lnTo>
                  <a:pt x="946397" y="1314054"/>
                </a:lnTo>
                <a:lnTo>
                  <a:pt x="746283" y="1314054"/>
                </a:lnTo>
                <a:lnTo>
                  <a:pt x="745487" y="1310874"/>
                </a:lnTo>
                <a:lnTo>
                  <a:pt x="745487" y="1314054"/>
                </a:lnTo>
                <a:lnTo>
                  <a:pt x="692972" y="1314054"/>
                </a:lnTo>
                <a:lnTo>
                  <a:pt x="688994" y="1314054"/>
                </a:lnTo>
                <a:lnTo>
                  <a:pt x="685811" y="1314451"/>
                </a:lnTo>
                <a:lnTo>
                  <a:pt x="683026" y="1296565"/>
                </a:lnTo>
                <a:lnTo>
                  <a:pt x="681833" y="1287423"/>
                </a:lnTo>
                <a:lnTo>
                  <a:pt x="681435" y="1278281"/>
                </a:lnTo>
                <a:lnTo>
                  <a:pt x="681037" y="1268344"/>
                </a:lnTo>
                <a:lnTo>
                  <a:pt x="681435" y="1258804"/>
                </a:lnTo>
                <a:lnTo>
                  <a:pt x="681833" y="1249265"/>
                </a:lnTo>
                <a:lnTo>
                  <a:pt x="682628" y="1238930"/>
                </a:lnTo>
                <a:lnTo>
                  <a:pt x="684617" y="1228596"/>
                </a:lnTo>
                <a:lnTo>
                  <a:pt x="686607" y="1217466"/>
                </a:lnTo>
                <a:lnTo>
                  <a:pt x="688994" y="1205940"/>
                </a:lnTo>
                <a:lnTo>
                  <a:pt x="692176" y="1194810"/>
                </a:lnTo>
                <a:lnTo>
                  <a:pt x="696155" y="1182488"/>
                </a:lnTo>
                <a:lnTo>
                  <a:pt x="700929" y="1169769"/>
                </a:lnTo>
                <a:lnTo>
                  <a:pt x="706499" y="1156255"/>
                </a:lnTo>
                <a:lnTo>
                  <a:pt x="712466" y="1142741"/>
                </a:lnTo>
                <a:lnTo>
                  <a:pt x="716445" y="1134791"/>
                </a:lnTo>
                <a:lnTo>
                  <a:pt x="720821" y="1127636"/>
                </a:lnTo>
                <a:lnTo>
                  <a:pt x="725595" y="1120482"/>
                </a:lnTo>
                <a:lnTo>
                  <a:pt x="729971" y="1114122"/>
                </a:lnTo>
                <a:lnTo>
                  <a:pt x="726391" y="1114520"/>
                </a:lnTo>
                <a:lnTo>
                  <a:pt x="729971" y="1111737"/>
                </a:lnTo>
                <a:lnTo>
                  <a:pt x="733950" y="1108955"/>
                </a:lnTo>
                <a:lnTo>
                  <a:pt x="739122" y="1102993"/>
                </a:lnTo>
                <a:lnTo>
                  <a:pt x="744294" y="1097826"/>
                </a:lnTo>
                <a:lnTo>
                  <a:pt x="749863" y="1093056"/>
                </a:lnTo>
                <a:lnTo>
                  <a:pt x="755433" y="1088286"/>
                </a:lnTo>
                <a:lnTo>
                  <a:pt x="761401" y="1083914"/>
                </a:lnTo>
                <a:lnTo>
                  <a:pt x="766970" y="1080337"/>
                </a:lnTo>
                <a:lnTo>
                  <a:pt x="772938" y="1076362"/>
                </a:lnTo>
                <a:lnTo>
                  <a:pt x="778508" y="1073579"/>
                </a:lnTo>
                <a:lnTo>
                  <a:pt x="784475" y="1070400"/>
                </a:lnTo>
                <a:lnTo>
                  <a:pt x="790443" y="1067617"/>
                </a:lnTo>
                <a:lnTo>
                  <a:pt x="802378" y="1063245"/>
                </a:lnTo>
                <a:lnTo>
                  <a:pt x="813916" y="1059668"/>
                </a:lnTo>
                <a:lnTo>
                  <a:pt x="824658" y="1056885"/>
                </a:lnTo>
                <a:lnTo>
                  <a:pt x="835399" y="1054898"/>
                </a:lnTo>
                <a:lnTo>
                  <a:pt x="844947" y="1053705"/>
                </a:lnTo>
                <a:lnTo>
                  <a:pt x="853700" y="1052911"/>
                </a:lnTo>
                <a:lnTo>
                  <a:pt x="861259" y="1052513"/>
                </a:lnTo>
                <a:close/>
                <a:moveTo>
                  <a:pt x="1326357" y="1047750"/>
                </a:moveTo>
                <a:lnTo>
                  <a:pt x="1337469" y="1047750"/>
                </a:lnTo>
                <a:lnTo>
                  <a:pt x="1348582" y="1048148"/>
                </a:lnTo>
                <a:lnTo>
                  <a:pt x="1358901" y="1048942"/>
                </a:lnTo>
                <a:lnTo>
                  <a:pt x="1368822" y="1050532"/>
                </a:lnTo>
                <a:lnTo>
                  <a:pt x="1378347" y="1052520"/>
                </a:lnTo>
                <a:lnTo>
                  <a:pt x="1387476" y="1054904"/>
                </a:lnTo>
                <a:lnTo>
                  <a:pt x="1396604" y="1057289"/>
                </a:lnTo>
                <a:lnTo>
                  <a:pt x="1404541" y="1060469"/>
                </a:lnTo>
                <a:lnTo>
                  <a:pt x="1412479" y="1063251"/>
                </a:lnTo>
                <a:lnTo>
                  <a:pt x="1419623" y="1066828"/>
                </a:lnTo>
                <a:lnTo>
                  <a:pt x="1426766" y="1070008"/>
                </a:lnTo>
                <a:lnTo>
                  <a:pt x="1433116" y="1073983"/>
                </a:lnTo>
                <a:lnTo>
                  <a:pt x="1444626" y="1081137"/>
                </a:lnTo>
                <a:lnTo>
                  <a:pt x="1454151" y="1087894"/>
                </a:lnTo>
                <a:lnTo>
                  <a:pt x="1461691" y="1093856"/>
                </a:lnTo>
                <a:lnTo>
                  <a:pt x="1466851" y="1098228"/>
                </a:lnTo>
                <a:lnTo>
                  <a:pt x="1471613" y="1102600"/>
                </a:lnTo>
                <a:lnTo>
                  <a:pt x="1465660" y="1153079"/>
                </a:lnTo>
                <a:lnTo>
                  <a:pt x="1458913" y="1157848"/>
                </a:lnTo>
                <a:lnTo>
                  <a:pt x="1447404" y="1166195"/>
                </a:lnTo>
                <a:lnTo>
                  <a:pt x="1441848" y="1170170"/>
                </a:lnTo>
                <a:lnTo>
                  <a:pt x="1437482" y="1172555"/>
                </a:lnTo>
                <a:lnTo>
                  <a:pt x="1434704" y="1174542"/>
                </a:lnTo>
                <a:lnTo>
                  <a:pt x="1432323" y="1175734"/>
                </a:lnTo>
                <a:lnTo>
                  <a:pt x="1427560" y="1179311"/>
                </a:lnTo>
                <a:lnTo>
                  <a:pt x="1424385" y="1184081"/>
                </a:lnTo>
                <a:lnTo>
                  <a:pt x="1421210" y="1188851"/>
                </a:lnTo>
                <a:lnTo>
                  <a:pt x="1419226" y="1194018"/>
                </a:lnTo>
                <a:lnTo>
                  <a:pt x="1418035" y="1199582"/>
                </a:lnTo>
                <a:lnTo>
                  <a:pt x="1418035" y="1205544"/>
                </a:lnTo>
                <a:lnTo>
                  <a:pt x="1418432" y="1208724"/>
                </a:lnTo>
                <a:lnTo>
                  <a:pt x="1418829" y="1211506"/>
                </a:lnTo>
                <a:lnTo>
                  <a:pt x="1419623" y="1216673"/>
                </a:lnTo>
                <a:lnTo>
                  <a:pt x="1422401" y="1229392"/>
                </a:lnTo>
                <a:lnTo>
                  <a:pt x="1425576" y="1248073"/>
                </a:lnTo>
                <a:lnTo>
                  <a:pt x="1427163" y="1259202"/>
                </a:lnTo>
                <a:lnTo>
                  <a:pt x="1429148" y="1271524"/>
                </a:lnTo>
                <a:lnTo>
                  <a:pt x="1427560" y="1279076"/>
                </a:lnTo>
                <a:lnTo>
                  <a:pt x="1425973" y="1282255"/>
                </a:lnTo>
                <a:lnTo>
                  <a:pt x="1423988" y="1285832"/>
                </a:lnTo>
                <a:lnTo>
                  <a:pt x="1422401" y="1289807"/>
                </a:lnTo>
                <a:lnTo>
                  <a:pt x="1420416" y="1293782"/>
                </a:lnTo>
                <a:lnTo>
                  <a:pt x="1418035" y="1303718"/>
                </a:lnTo>
                <a:lnTo>
                  <a:pt x="1416051" y="1314450"/>
                </a:lnTo>
                <a:lnTo>
                  <a:pt x="1312863" y="1314450"/>
                </a:lnTo>
                <a:lnTo>
                  <a:pt x="1310879" y="1304911"/>
                </a:lnTo>
                <a:lnTo>
                  <a:pt x="1308894" y="1294974"/>
                </a:lnTo>
                <a:lnTo>
                  <a:pt x="1305719" y="1285038"/>
                </a:lnTo>
                <a:lnTo>
                  <a:pt x="1302544" y="1274306"/>
                </a:lnTo>
                <a:lnTo>
                  <a:pt x="1298972" y="1263972"/>
                </a:lnTo>
                <a:lnTo>
                  <a:pt x="1295004" y="1252843"/>
                </a:lnTo>
                <a:lnTo>
                  <a:pt x="1290241" y="1240919"/>
                </a:lnTo>
                <a:lnTo>
                  <a:pt x="1285082" y="1229392"/>
                </a:lnTo>
                <a:lnTo>
                  <a:pt x="1280319" y="1219456"/>
                </a:lnTo>
                <a:lnTo>
                  <a:pt x="1275160" y="1210711"/>
                </a:lnTo>
                <a:lnTo>
                  <a:pt x="1270000" y="1202365"/>
                </a:lnTo>
                <a:lnTo>
                  <a:pt x="1264047" y="1194813"/>
                </a:lnTo>
                <a:lnTo>
                  <a:pt x="1258094" y="1188056"/>
                </a:lnTo>
                <a:lnTo>
                  <a:pt x="1251744" y="1181696"/>
                </a:lnTo>
                <a:lnTo>
                  <a:pt x="1244997" y="1175734"/>
                </a:lnTo>
                <a:lnTo>
                  <a:pt x="1238250" y="1170567"/>
                </a:lnTo>
                <a:lnTo>
                  <a:pt x="1231503" y="1165400"/>
                </a:lnTo>
                <a:lnTo>
                  <a:pt x="1224757" y="1161823"/>
                </a:lnTo>
                <a:lnTo>
                  <a:pt x="1217613" y="1157848"/>
                </a:lnTo>
                <a:lnTo>
                  <a:pt x="1210469" y="1154669"/>
                </a:lnTo>
                <a:lnTo>
                  <a:pt x="1202928" y="1151886"/>
                </a:lnTo>
                <a:lnTo>
                  <a:pt x="1195785" y="1149501"/>
                </a:lnTo>
                <a:lnTo>
                  <a:pt x="1188641" y="1147912"/>
                </a:lnTo>
                <a:lnTo>
                  <a:pt x="1181497" y="1145924"/>
                </a:lnTo>
                <a:lnTo>
                  <a:pt x="1179116" y="1131218"/>
                </a:lnTo>
                <a:lnTo>
                  <a:pt x="1176735" y="1120486"/>
                </a:lnTo>
                <a:lnTo>
                  <a:pt x="1174750" y="1110152"/>
                </a:lnTo>
                <a:lnTo>
                  <a:pt x="1180703" y="1106973"/>
                </a:lnTo>
                <a:lnTo>
                  <a:pt x="1187053" y="1102998"/>
                </a:lnTo>
                <a:lnTo>
                  <a:pt x="1193800" y="1098228"/>
                </a:lnTo>
                <a:lnTo>
                  <a:pt x="1200150" y="1093856"/>
                </a:lnTo>
                <a:lnTo>
                  <a:pt x="1212453" y="1084317"/>
                </a:lnTo>
                <a:lnTo>
                  <a:pt x="1217613" y="1080342"/>
                </a:lnTo>
                <a:lnTo>
                  <a:pt x="1223169" y="1077163"/>
                </a:lnTo>
                <a:lnTo>
                  <a:pt x="1237060" y="1070406"/>
                </a:lnTo>
                <a:lnTo>
                  <a:pt x="1250950" y="1064444"/>
                </a:lnTo>
                <a:lnTo>
                  <a:pt x="1264444" y="1059674"/>
                </a:lnTo>
                <a:lnTo>
                  <a:pt x="1277541" y="1055699"/>
                </a:lnTo>
                <a:lnTo>
                  <a:pt x="1290241" y="1052520"/>
                </a:lnTo>
                <a:lnTo>
                  <a:pt x="1302941" y="1050135"/>
                </a:lnTo>
                <a:lnTo>
                  <a:pt x="1314847" y="1048545"/>
                </a:lnTo>
                <a:lnTo>
                  <a:pt x="1326357" y="1047750"/>
                </a:lnTo>
                <a:close/>
                <a:moveTo>
                  <a:pt x="525022" y="1035050"/>
                </a:moveTo>
                <a:lnTo>
                  <a:pt x="554037" y="1036676"/>
                </a:lnTo>
                <a:lnTo>
                  <a:pt x="512762" y="1068388"/>
                </a:lnTo>
                <a:lnTo>
                  <a:pt x="525022" y="1035050"/>
                </a:lnTo>
                <a:close/>
                <a:moveTo>
                  <a:pt x="174832" y="915044"/>
                </a:moveTo>
                <a:lnTo>
                  <a:pt x="50860" y="916631"/>
                </a:lnTo>
                <a:lnTo>
                  <a:pt x="57218" y="934484"/>
                </a:lnTo>
                <a:lnTo>
                  <a:pt x="174832" y="915044"/>
                </a:lnTo>
                <a:close/>
                <a:moveTo>
                  <a:pt x="403703" y="711119"/>
                </a:moveTo>
                <a:lnTo>
                  <a:pt x="403703" y="723418"/>
                </a:lnTo>
                <a:lnTo>
                  <a:pt x="512179" y="715086"/>
                </a:lnTo>
                <a:lnTo>
                  <a:pt x="403703" y="711119"/>
                </a:lnTo>
                <a:close/>
                <a:moveTo>
                  <a:pt x="773852" y="677863"/>
                </a:moveTo>
                <a:lnTo>
                  <a:pt x="777038" y="678259"/>
                </a:lnTo>
                <a:lnTo>
                  <a:pt x="778632" y="678259"/>
                </a:lnTo>
                <a:lnTo>
                  <a:pt x="779428" y="679050"/>
                </a:lnTo>
                <a:lnTo>
                  <a:pt x="780225" y="679446"/>
                </a:lnTo>
                <a:lnTo>
                  <a:pt x="780623" y="680632"/>
                </a:lnTo>
                <a:lnTo>
                  <a:pt x="780623" y="681423"/>
                </a:lnTo>
                <a:lnTo>
                  <a:pt x="780225" y="682215"/>
                </a:lnTo>
                <a:lnTo>
                  <a:pt x="779428" y="684588"/>
                </a:lnTo>
                <a:lnTo>
                  <a:pt x="777038" y="687357"/>
                </a:lnTo>
                <a:lnTo>
                  <a:pt x="774648" y="689731"/>
                </a:lnTo>
                <a:lnTo>
                  <a:pt x="771860" y="692500"/>
                </a:lnTo>
                <a:lnTo>
                  <a:pt x="767877" y="695665"/>
                </a:lnTo>
                <a:lnTo>
                  <a:pt x="763894" y="698038"/>
                </a:lnTo>
                <a:lnTo>
                  <a:pt x="760309" y="700808"/>
                </a:lnTo>
                <a:lnTo>
                  <a:pt x="755927" y="702785"/>
                </a:lnTo>
                <a:lnTo>
                  <a:pt x="752342" y="704368"/>
                </a:lnTo>
                <a:lnTo>
                  <a:pt x="748758" y="705555"/>
                </a:lnTo>
                <a:lnTo>
                  <a:pt x="745969" y="705950"/>
                </a:lnTo>
                <a:lnTo>
                  <a:pt x="742783" y="706346"/>
                </a:lnTo>
                <a:lnTo>
                  <a:pt x="740791" y="706741"/>
                </a:lnTo>
                <a:lnTo>
                  <a:pt x="738800" y="707928"/>
                </a:lnTo>
                <a:lnTo>
                  <a:pt x="737605" y="708719"/>
                </a:lnTo>
                <a:lnTo>
                  <a:pt x="736011" y="709906"/>
                </a:lnTo>
                <a:lnTo>
                  <a:pt x="735215" y="711093"/>
                </a:lnTo>
                <a:lnTo>
                  <a:pt x="734816" y="712280"/>
                </a:lnTo>
                <a:lnTo>
                  <a:pt x="734816" y="713467"/>
                </a:lnTo>
                <a:lnTo>
                  <a:pt x="735215" y="715049"/>
                </a:lnTo>
                <a:lnTo>
                  <a:pt x="736011" y="716236"/>
                </a:lnTo>
                <a:lnTo>
                  <a:pt x="738003" y="717027"/>
                </a:lnTo>
                <a:lnTo>
                  <a:pt x="739596" y="717818"/>
                </a:lnTo>
                <a:lnTo>
                  <a:pt x="741986" y="718609"/>
                </a:lnTo>
                <a:lnTo>
                  <a:pt x="745173" y="719005"/>
                </a:lnTo>
                <a:lnTo>
                  <a:pt x="748359" y="719400"/>
                </a:lnTo>
                <a:lnTo>
                  <a:pt x="752342" y="719005"/>
                </a:lnTo>
                <a:lnTo>
                  <a:pt x="760707" y="719005"/>
                </a:lnTo>
                <a:lnTo>
                  <a:pt x="763894" y="719400"/>
                </a:lnTo>
                <a:lnTo>
                  <a:pt x="767877" y="719796"/>
                </a:lnTo>
                <a:lnTo>
                  <a:pt x="770665" y="720983"/>
                </a:lnTo>
                <a:lnTo>
                  <a:pt x="773852" y="722169"/>
                </a:lnTo>
                <a:lnTo>
                  <a:pt x="776640" y="723356"/>
                </a:lnTo>
                <a:lnTo>
                  <a:pt x="779428" y="724939"/>
                </a:lnTo>
                <a:lnTo>
                  <a:pt x="781420" y="726917"/>
                </a:lnTo>
                <a:lnTo>
                  <a:pt x="783411" y="729686"/>
                </a:lnTo>
                <a:lnTo>
                  <a:pt x="785403" y="732455"/>
                </a:lnTo>
                <a:lnTo>
                  <a:pt x="786598" y="736015"/>
                </a:lnTo>
                <a:lnTo>
                  <a:pt x="787793" y="739180"/>
                </a:lnTo>
                <a:lnTo>
                  <a:pt x="788191" y="743531"/>
                </a:lnTo>
                <a:lnTo>
                  <a:pt x="788988" y="747883"/>
                </a:lnTo>
                <a:lnTo>
                  <a:pt x="788988" y="752630"/>
                </a:lnTo>
                <a:lnTo>
                  <a:pt x="788590" y="756982"/>
                </a:lnTo>
                <a:lnTo>
                  <a:pt x="787793" y="760542"/>
                </a:lnTo>
                <a:lnTo>
                  <a:pt x="786200" y="764102"/>
                </a:lnTo>
                <a:lnTo>
                  <a:pt x="783810" y="767267"/>
                </a:lnTo>
                <a:lnTo>
                  <a:pt x="781420" y="770827"/>
                </a:lnTo>
                <a:lnTo>
                  <a:pt x="778632" y="773596"/>
                </a:lnTo>
                <a:lnTo>
                  <a:pt x="775445" y="776761"/>
                </a:lnTo>
                <a:lnTo>
                  <a:pt x="771860" y="779135"/>
                </a:lnTo>
                <a:lnTo>
                  <a:pt x="767479" y="781113"/>
                </a:lnTo>
                <a:lnTo>
                  <a:pt x="763097" y="783486"/>
                </a:lnTo>
                <a:lnTo>
                  <a:pt x="753936" y="787442"/>
                </a:lnTo>
                <a:lnTo>
                  <a:pt x="744376" y="790607"/>
                </a:lnTo>
                <a:lnTo>
                  <a:pt x="734020" y="792980"/>
                </a:lnTo>
                <a:lnTo>
                  <a:pt x="724062" y="795354"/>
                </a:lnTo>
                <a:lnTo>
                  <a:pt x="714104" y="796936"/>
                </a:lnTo>
                <a:lnTo>
                  <a:pt x="704942" y="798123"/>
                </a:lnTo>
                <a:lnTo>
                  <a:pt x="696179" y="798914"/>
                </a:lnTo>
                <a:lnTo>
                  <a:pt x="684230" y="799705"/>
                </a:lnTo>
                <a:lnTo>
                  <a:pt x="679450" y="800101"/>
                </a:lnTo>
                <a:lnTo>
                  <a:pt x="682636" y="698830"/>
                </a:lnTo>
                <a:lnTo>
                  <a:pt x="683433" y="697247"/>
                </a:lnTo>
                <a:lnTo>
                  <a:pt x="683831" y="695665"/>
                </a:lnTo>
                <a:lnTo>
                  <a:pt x="684628" y="694478"/>
                </a:lnTo>
                <a:lnTo>
                  <a:pt x="685425" y="692896"/>
                </a:lnTo>
                <a:lnTo>
                  <a:pt x="688213" y="690522"/>
                </a:lnTo>
                <a:lnTo>
                  <a:pt x="692196" y="688940"/>
                </a:lnTo>
                <a:lnTo>
                  <a:pt x="696976" y="687357"/>
                </a:lnTo>
                <a:lnTo>
                  <a:pt x="701756" y="685775"/>
                </a:lnTo>
                <a:lnTo>
                  <a:pt x="707731" y="684588"/>
                </a:lnTo>
                <a:lnTo>
                  <a:pt x="714104" y="683797"/>
                </a:lnTo>
                <a:lnTo>
                  <a:pt x="727647" y="682610"/>
                </a:lnTo>
                <a:lnTo>
                  <a:pt x="741588" y="681819"/>
                </a:lnTo>
                <a:lnTo>
                  <a:pt x="755529" y="680632"/>
                </a:lnTo>
                <a:lnTo>
                  <a:pt x="762300" y="679446"/>
                </a:lnTo>
                <a:lnTo>
                  <a:pt x="768275" y="678654"/>
                </a:lnTo>
                <a:lnTo>
                  <a:pt x="773852" y="677863"/>
                </a:lnTo>
                <a:close/>
                <a:moveTo>
                  <a:pt x="425557" y="466725"/>
                </a:moveTo>
                <a:lnTo>
                  <a:pt x="429928" y="467122"/>
                </a:lnTo>
                <a:lnTo>
                  <a:pt x="434299" y="467519"/>
                </a:lnTo>
                <a:lnTo>
                  <a:pt x="438272" y="467915"/>
                </a:lnTo>
                <a:lnTo>
                  <a:pt x="442643" y="468709"/>
                </a:lnTo>
                <a:lnTo>
                  <a:pt x="446219" y="470296"/>
                </a:lnTo>
                <a:lnTo>
                  <a:pt x="453769" y="473073"/>
                </a:lnTo>
                <a:lnTo>
                  <a:pt x="461716" y="477040"/>
                </a:lnTo>
                <a:lnTo>
                  <a:pt x="468471" y="481801"/>
                </a:lnTo>
                <a:lnTo>
                  <a:pt x="475225" y="487356"/>
                </a:lnTo>
                <a:lnTo>
                  <a:pt x="481980" y="493307"/>
                </a:lnTo>
                <a:lnTo>
                  <a:pt x="487543" y="500052"/>
                </a:lnTo>
                <a:lnTo>
                  <a:pt x="493503" y="507590"/>
                </a:lnTo>
                <a:lnTo>
                  <a:pt x="499066" y="515524"/>
                </a:lnTo>
                <a:lnTo>
                  <a:pt x="504629" y="524253"/>
                </a:lnTo>
                <a:lnTo>
                  <a:pt x="509795" y="532981"/>
                </a:lnTo>
                <a:lnTo>
                  <a:pt x="514165" y="542106"/>
                </a:lnTo>
                <a:lnTo>
                  <a:pt x="518933" y="552025"/>
                </a:lnTo>
                <a:lnTo>
                  <a:pt x="523304" y="561943"/>
                </a:lnTo>
                <a:lnTo>
                  <a:pt x="526880" y="572259"/>
                </a:lnTo>
                <a:lnTo>
                  <a:pt x="530854" y="582177"/>
                </a:lnTo>
                <a:lnTo>
                  <a:pt x="534033" y="592889"/>
                </a:lnTo>
                <a:lnTo>
                  <a:pt x="540390" y="613520"/>
                </a:lnTo>
                <a:lnTo>
                  <a:pt x="545953" y="634150"/>
                </a:lnTo>
                <a:lnTo>
                  <a:pt x="550721" y="653988"/>
                </a:lnTo>
                <a:lnTo>
                  <a:pt x="554297" y="673031"/>
                </a:lnTo>
                <a:lnTo>
                  <a:pt x="557873" y="690091"/>
                </a:lnTo>
                <a:lnTo>
                  <a:pt x="559860" y="705167"/>
                </a:lnTo>
                <a:lnTo>
                  <a:pt x="592045" y="701597"/>
                </a:lnTo>
                <a:lnTo>
                  <a:pt x="621449" y="697629"/>
                </a:lnTo>
                <a:lnTo>
                  <a:pt x="647673" y="694455"/>
                </a:lnTo>
                <a:lnTo>
                  <a:pt x="669925" y="690488"/>
                </a:lnTo>
                <a:lnTo>
                  <a:pt x="669527" y="696042"/>
                </a:lnTo>
                <a:lnTo>
                  <a:pt x="669130" y="702390"/>
                </a:lnTo>
                <a:lnTo>
                  <a:pt x="668733" y="716276"/>
                </a:lnTo>
                <a:lnTo>
                  <a:pt x="668733" y="750396"/>
                </a:lnTo>
                <a:lnTo>
                  <a:pt x="669130" y="768646"/>
                </a:lnTo>
                <a:lnTo>
                  <a:pt x="668733" y="786103"/>
                </a:lnTo>
                <a:lnTo>
                  <a:pt x="667938" y="803559"/>
                </a:lnTo>
                <a:lnTo>
                  <a:pt x="667143" y="811494"/>
                </a:lnTo>
                <a:lnTo>
                  <a:pt x="666349" y="819032"/>
                </a:lnTo>
                <a:lnTo>
                  <a:pt x="645289" y="825380"/>
                </a:lnTo>
                <a:lnTo>
                  <a:pt x="620654" y="831331"/>
                </a:lnTo>
                <a:lnTo>
                  <a:pt x="593237" y="837679"/>
                </a:lnTo>
                <a:lnTo>
                  <a:pt x="563436" y="844027"/>
                </a:lnTo>
                <a:lnTo>
                  <a:pt x="561052" y="872593"/>
                </a:lnTo>
                <a:lnTo>
                  <a:pt x="558668" y="896000"/>
                </a:lnTo>
                <a:lnTo>
                  <a:pt x="557873" y="905125"/>
                </a:lnTo>
                <a:lnTo>
                  <a:pt x="557079" y="916631"/>
                </a:lnTo>
                <a:lnTo>
                  <a:pt x="556681" y="928930"/>
                </a:lnTo>
                <a:lnTo>
                  <a:pt x="556284" y="942022"/>
                </a:lnTo>
                <a:lnTo>
                  <a:pt x="556284" y="955908"/>
                </a:lnTo>
                <a:lnTo>
                  <a:pt x="556284" y="970588"/>
                </a:lnTo>
                <a:lnTo>
                  <a:pt x="557079" y="984474"/>
                </a:lnTo>
                <a:lnTo>
                  <a:pt x="558271" y="997566"/>
                </a:lnTo>
                <a:lnTo>
                  <a:pt x="558668" y="1004311"/>
                </a:lnTo>
                <a:lnTo>
                  <a:pt x="558668" y="1009469"/>
                </a:lnTo>
                <a:lnTo>
                  <a:pt x="558271" y="1014626"/>
                </a:lnTo>
                <a:lnTo>
                  <a:pt x="557079" y="1018991"/>
                </a:lnTo>
                <a:lnTo>
                  <a:pt x="555489" y="1022164"/>
                </a:lnTo>
                <a:lnTo>
                  <a:pt x="553900" y="1024942"/>
                </a:lnTo>
                <a:lnTo>
                  <a:pt x="552310" y="1026925"/>
                </a:lnTo>
                <a:lnTo>
                  <a:pt x="549926" y="1028512"/>
                </a:lnTo>
                <a:lnTo>
                  <a:pt x="547145" y="1029306"/>
                </a:lnTo>
                <a:lnTo>
                  <a:pt x="544761" y="1030099"/>
                </a:lnTo>
                <a:lnTo>
                  <a:pt x="541582" y="1030496"/>
                </a:lnTo>
                <a:lnTo>
                  <a:pt x="538801" y="1030496"/>
                </a:lnTo>
                <a:lnTo>
                  <a:pt x="532046" y="1030099"/>
                </a:lnTo>
                <a:lnTo>
                  <a:pt x="525688" y="1028909"/>
                </a:lnTo>
                <a:lnTo>
                  <a:pt x="524894" y="1028512"/>
                </a:lnTo>
                <a:lnTo>
                  <a:pt x="524099" y="1027719"/>
                </a:lnTo>
                <a:lnTo>
                  <a:pt x="522510" y="1023751"/>
                </a:lnTo>
                <a:lnTo>
                  <a:pt x="520920" y="1018594"/>
                </a:lnTo>
                <a:lnTo>
                  <a:pt x="520125" y="1011452"/>
                </a:lnTo>
                <a:lnTo>
                  <a:pt x="519331" y="1002327"/>
                </a:lnTo>
                <a:lnTo>
                  <a:pt x="518536" y="992409"/>
                </a:lnTo>
                <a:lnTo>
                  <a:pt x="517741" y="968207"/>
                </a:lnTo>
                <a:lnTo>
                  <a:pt x="517344" y="941229"/>
                </a:lnTo>
                <a:lnTo>
                  <a:pt x="516947" y="911870"/>
                </a:lnTo>
                <a:lnTo>
                  <a:pt x="516549" y="853152"/>
                </a:lnTo>
                <a:lnTo>
                  <a:pt x="513768" y="853549"/>
                </a:lnTo>
                <a:lnTo>
                  <a:pt x="513768" y="976142"/>
                </a:lnTo>
                <a:lnTo>
                  <a:pt x="508602" y="1036050"/>
                </a:lnTo>
                <a:lnTo>
                  <a:pt x="504232" y="1082469"/>
                </a:lnTo>
                <a:lnTo>
                  <a:pt x="500258" y="1124127"/>
                </a:lnTo>
                <a:lnTo>
                  <a:pt x="499861" y="1128095"/>
                </a:lnTo>
                <a:lnTo>
                  <a:pt x="497874" y="1134443"/>
                </a:lnTo>
                <a:lnTo>
                  <a:pt x="495490" y="1141187"/>
                </a:lnTo>
                <a:lnTo>
                  <a:pt x="492311" y="1147535"/>
                </a:lnTo>
                <a:lnTo>
                  <a:pt x="489530" y="1153883"/>
                </a:lnTo>
                <a:lnTo>
                  <a:pt x="485954" y="1160231"/>
                </a:lnTo>
                <a:lnTo>
                  <a:pt x="482378" y="1166579"/>
                </a:lnTo>
                <a:lnTo>
                  <a:pt x="474828" y="1178481"/>
                </a:lnTo>
                <a:lnTo>
                  <a:pt x="438670" y="1654175"/>
                </a:lnTo>
                <a:lnTo>
                  <a:pt x="342512" y="1654175"/>
                </a:lnTo>
                <a:lnTo>
                  <a:pt x="294433" y="1276080"/>
                </a:lnTo>
                <a:lnTo>
                  <a:pt x="288473" y="1276873"/>
                </a:lnTo>
                <a:lnTo>
                  <a:pt x="282115" y="1277270"/>
                </a:lnTo>
                <a:lnTo>
                  <a:pt x="281718" y="1276873"/>
                </a:lnTo>
                <a:lnTo>
                  <a:pt x="281321" y="1276873"/>
                </a:lnTo>
                <a:lnTo>
                  <a:pt x="282115" y="1275683"/>
                </a:lnTo>
                <a:lnTo>
                  <a:pt x="282115" y="1275286"/>
                </a:lnTo>
                <a:lnTo>
                  <a:pt x="281321" y="1275286"/>
                </a:lnTo>
                <a:lnTo>
                  <a:pt x="281321" y="1276873"/>
                </a:lnTo>
                <a:lnTo>
                  <a:pt x="282910" y="1650208"/>
                </a:lnTo>
                <a:lnTo>
                  <a:pt x="170859" y="1653778"/>
                </a:lnTo>
                <a:lnTo>
                  <a:pt x="119998" y="1254655"/>
                </a:lnTo>
                <a:lnTo>
                  <a:pt x="116422" y="1253069"/>
                </a:lnTo>
                <a:lnTo>
                  <a:pt x="112846" y="1251482"/>
                </a:lnTo>
                <a:lnTo>
                  <a:pt x="109667" y="1249498"/>
                </a:lnTo>
                <a:lnTo>
                  <a:pt x="106489" y="1246721"/>
                </a:lnTo>
                <a:lnTo>
                  <a:pt x="103707" y="1243943"/>
                </a:lnTo>
                <a:lnTo>
                  <a:pt x="100528" y="1240373"/>
                </a:lnTo>
                <a:lnTo>
                  <a:pt x="98144" y="1236802"/>
                </a:lnTo>
                <a:lnTo>
                  <a:pt x="96158" y="1232438"/>
                </a:lnTo>
                <a:lnTo>
                  <a:pt x="91389" y="1223710"/>
                </a:lnTo>
                <a:lnTo>
                  <a:pt x="87416" y="1214188"/>
                </a:lnTo>
                <a:lnTo>
                  <a:pt x="84237" y="1203872"/>
                </a:lnTo>
                <a:lnTo>
                  <a:pt x="81853" y="1193557"/>
                </a:lnTo>
                <a:lnTo>
                  <a:pt x="79072" y="1182845"/>
                </a:lnTo>
                <a:lnTo>
                  <a:pt x="77085" y="1172133"/>
                </a:lnTo>
                <a:lnTo>
                  <a:pt x="73906" y="1153486"/>
                </a:lnTo>
                <a:lnTo>
                  <a:pt x="71522" y="1137616"/>
                </a:lnTo>
                <a:lnTo>
                  <a:pt x="70330" y="1132062"/>
                </a:lnTo>
                <a:lnTo>
                  <a:pt x="69535" y="1128491"/>
                </a:lnTo>
                <a:lnTo>
                  <a:pt x="69138" y="1124127"/>
                </a:lnTo>
                <a:lnTo>
                  <a:pt x="63178" y="1061839"/>
                </a:lnTo>
                <a:lnTo>
                  <a:pt x="56820" y="994392"/>
                </a:lnTo>
                <a:lnTo>
                  <a:pt x="50065" y="909490"/>
                </a:lnTo>
                <a:lnTo>
                  <a:pt x="42119" y="909490"/>
                </a:lnTo>
                <a:lnTo>
                  <a:pt x="35364" y="908299"/>
                </a:lnTo>
                <a:lnTo>
                  <a:pt x="29403" y="907506"/>
                </a:lnTo>
                <a:lnTo>
                  <a:pt x="24238" y="906316"/>
                </a:lnTo>
                <a:lnTo>
                  <a:pt x="20662" y="905125"/>
                </a:lnTo>
                <a:lnTo>
                  <a:pt x="17880" y="903935"/>
                </a:lnTo>
                <a:lnTo>
                  <a:pt x="17086" y="902745"/>
                </a:lnTo>
                <a:lnTo>
                  <a:pt x="16688" y="901555"/>
                </a:lnTo>
                <a:lnTo>
                  <a:pt x="16291" y="900761"/>
                </a:lnTo>
                <a:lnTo>
                  <a:pt x="16291" y="899571"/>
                </a:lnTo>
                <a:lnTo>
                  <a:pt x="14702" y="894413"/>
                </a:lnTo>
                <a:lnTo>
                  <a:pt x="12318" y="887669"/>
                </a:lnTo>
                <a:lnTo>
                  <a:pt x="10331" y="879734"/>
                </a:lnTo>
                <a:lnTo>
                  <a:pt x="8344" y="870212"/>
                </a:lnTo>
                <a:lnTo>
                  <a:pt x="6755" y="859103"/>
                </a:lnTo>
                <a:lnTo>
                  <a:pt x="4768" y="847201"/>
                </a:lnTo>
                <a:lnTo>
                  <a:pt x="3179" y="834109"/>
                </a:lnTo>
                <a:lnTo>
                  <a:pt x="1987" y="819826"/>
                </a:lnTo>
                <a:lnTo>
                  <a:pt x="795" y="805146"/>
                </a:lnTo>
                <a:lnTo>
                  <a:pt x="397" y="789277"/>
                </a:lnTo>
                <a:lnTo>
                  <a:pt x="0" y="773010"/>
                </a:lnTo>
                <a:lnTo>
                  <a:pt x="0" y="756347"/>
                </a:lnTo>
                <a:lnTo>
                  <a:pt x="795" y="738494"/>
                </a:lnTo>
                <a:lnTo>
                  <a:pt x="1987" y="721434"/>
                </a:lnTo>
                <a:lnTo>
                  <a:pt x="3576" y="703184"/>
                </a:lnTo>
                <a:lnTo>
                  <a:pt x="5563" y="684934"/>
                </a:lnTo>
                <a:lnTo>
                  <a:pt x="9139" y="667477"/>
                </a:lnTo>
                <a:lnTo>
                  <a:pt x="12715" y="649227"/>
                </a:lnTo>
                <a:lnTo>
                  <a:pt x="17483" y="631770"/>
                </a:lnTo>
                <a:lnTo>
                  <a:pt x="22649" y="614313"/>
                </a:lnTo>
                <a:lnTo>
                  <a:pt x="25430" y="605982"/>
                </a:lnTo>
                <a:lnTo>
                  <a:pt x="29006" y="597253"/>
                </a:lnTo>
                <a:lnTo>
                  <a:pt x="32185" y="588922"/>
                </a:lnTo>
                <a:lnTo>
                  <a:pt x="36158" y="580987"/>
                </a:lnTo>
                <a:lnTo>
                  <a:pt x="40132" y="573052"/>
                </a:lnTo>
                <a:lnTo>
                  <a:pt x="44503" y="565117"/>
                </a:lnTo>
                <a:lnTo>
                  <a:pt x="48873" y="557579"/>
                </a:lnTo>
                <a:lnTo>
                  <a:pt x="53244" y="549644"/>
                </a:lnTo>
                <a:lnTo>
                  <a:pt x="58410" y="542503"/>
                </a:lnTo>
                <a:lnTo>
                  <a:pt x="63973" y="535362"/>
                </a:lnTo>
                <a:lnTo>
                  <a:pt x="69535" y="528617"/>
                </a:lnTo>
                <a:lnTo>
                  <a:pt x="75496" y="522269"/>
                </a:lnTo>
                <a:lnTo>
                  <a:pt x="81456" y="515921"/>
                </a:lnTo>
                <a:lnTo>
                  <a:pt x="87416" y="509970"/>
                </a:lnTo>
                <a:lnTo>
                  <a:pt x="94171" y="504416"/>
                </a:lnTo>
                <a:lnTo>
                  <a:pt x="101720" y="498861"/>
                </a:lnTo>
                <a:lnTo>
                  <a:pt x="108873" y="493704"/>
                </a:lnTo>
                <a:lnTo>
                  <a:pt x="116422" y="488943"/>
                </a:lnTo>
                <a:lnTo>
                  <a:pt x="124369" y="484579"/>
                </a:lnTo>
                <a:lnTo>
                  <a:pt x="132713" y="480611"/>
                </a:lnTo>
                <a:lnTo>
                  <a:pt x="141455" y="477040"/>
                </a:lnTo>
                <a:lnTo>
                  <a:pt x="150594" y="473470"/>
                </a:lnTo>
                <a:lnTo>
                  <a:pt x="159733" y="470693"/>
                </a:lnTo>
                <a:lnTo>
                  <a:pt x="169667" y="467915"/>
                </a:lnTo>
                <a:lnTo>
                  <a:pt x="172845" y="467915"/>
                </a:lnTo>
                <a:lnTo>
                  <a:pt x="179998" y="468312"/>
                </a:lnTo>
                <a:lnTo>
                  <a:pt x="200262" y="469502"/>
                </a:lnTo>
                <a:lnTo>
                  <a:pt x="231652" y="471883"/>
                </a:lnTo>
                <a:lnTo>
                  <a:pt x="312711" y="730162"/>
                </a:lnTo>
                <a:lnTo>
                  <a:pt x="329400" y="728575"/>
                </a:lnTo>
                <a:lnTo>
                  <a:pt x="327413" y="709135"/>
                </a:lnTo>
                <a:lnTo>
                  <a:pt x="322247" y="527427"/>
                </a:lnTo>
                <a:lnTo>
                  <a:pt x="315492" y="509970"/>
                </a:lnTo>
                <a:lnTo>
                  <a:pt x="329002" y="486959"/>
                </a:lnTo>
                <a:lnTo>
                  <a:pt x="359598" y="486562"/>
                </a:lnTo>
                <a:lnTo>
                  <a:pt x="371916" y="509970"/>
                </a:lnTo>
                <a:lnTo>
                  <a:pt x="366353" y="530601"/>
                </a:lnTo>
                <a:lnTo>
                  <a:pt x="393372" y="722624"/>
                </a:lnTo>
                <a:lnTo>
                  <a:pt x="402114" y="721831"/>
                </a:lnTo>
                <a:lnTo>
                  <a:pt x="397346" y="476247"/>
                </a:lnTo>
                <a:lnTo>
                  <a:pt x="403703" y="473073"/>
                </a:lnTo>
                <a:lnTo>
                  <a:pt x="408869" y="470693"/>
                </a:lnTo>
                <a:lnTo>
                  <a:pt x="411253" y="468709"/>
                </a:lnTo>
                <a:lnTo>
                  <a:pt x="412047" y="467915"/>
                </a:lnTo>
                <a:lnTo>
                  <a:pt x="416816" y="467122"/>
                </a:lnTo>
                <a:lnTo>
                  <a:pt x="421584" y="467122"/>
                </a:lnTo>
                <a:lnTo>
                  <a:pt x="425557" y="466725"/>
                </a:lnTo>
                <a:close/>
                <a:moveTo>
                  <a:pt x="2003425" y="196850"/>
                </a:moveTo>
                <a:lnTo>
                  <a:pt x="2003425" y="720725"/>
                </a:lnTo>
                <a:lnTo>
                  <a:pt x="1071562" y="720328"/>
                </a:lnTo>
                <a:lnTo>
                  <a:pt x="1251744" y="585391"/>
                </a:lnTo>
                <a:lnTo>
                  <a:pt x="1404144" y="665163"/>
                </a:lnTo>
                <a:lnTo>
                  <a:pt x="1657350" y="399256"/>
                </a:lnTo>
                <a:lnTo>
                  <a:pt x="1796653" y="458788"/>
                </a:lnTo>
                <a:lnTo>
                  <a:pt x="2003425" y="196850"/>
                </a:lnTo>
                <a:close/>
                <a:moveTo>
                  <a:pt x="140097" y="182563"/>
                </a:moveTo>
                <a:lnTo>
                  <a:pt x="138509" y="201216"/>
                </a:lnTo>
                <a:lnTo>
                  <a:pt x="137319" y="215107"/>
                </a:lnTo>
                <a:lnTo>
                  <a:pt x="137716" y="215504"/>
                </a:lnTo>
                <a:lnTo>
                  <a:pt x="138509" y="201216"/>
                </a:lnTo>
                <a:lnTo>
                  <a:pt x="139303" y="194469"/>
                </a:lnTo>
                <a:lnTo>
                  <a:pt x="140097" y="188516"/>
                </a:lnTo>
                <a:lnTo>
                  <a:pt x="140097" y="182563"/>
                </a:lnTo>
                <a:close/>
                <a:moveTo>
                  <a:pt x="164306" y="111125"/>
                </a:moveTo>
                <a:lnTo>
                  <a:pt x="162719" y="111522"/>
                </a:lnTo>
                <a:lnTo>
                  <a:pt x="161131" y="111919"/>
                </a:lnTo>
                <a:lnTo>
                  <a:pt x="159544" y="112713"/>
                </a:lnTo>
                <a:lnTo>
                  <a:pt x="158353" y="113507"/>
                </a:lnTo>
                <a:lnTo>
                  <a:pt x="155972" y="117078"/>
                </a:lnTo>
                <a:lnTo>
                  <a:pt x="153591" y="120650"/>
                </a:lnTo>
                <a:lnTo>
                  <a:pt x="158353" y="115491"/>
                </a:lnTo>
                <a:lnTo>
                  <a:pt x="161131" y="113110"/>
                </a:lnTo>
                <a:lnTo>
                  <a:pt x="164306" y="111125"/>
                </a:lnTo>
                <a:close/>
                <a:moveTo>
                  <a:pt x="988111" y="91679"/>
                </a:moveTo>
                <a:lnTo>
                  <a:pt x="984541" y="92075"/>
                </a:lnTo>
                <a:lnTo>
                  <a:pt x="980971" y="93266"/>
                </a:lnTo>
                <a:lnTo>
                  <a:pt x="977798" y="94853"/>
                </a:lnTo>
                <a:lnTo>
                  <a:pt x="975022" y="97632"/>
                </a:lnTo>
                <a:lnTo>
                  <a:pt x="972642" y="100013"/>
                </a:lnTo>
                <a:lnTo>
                  <a:pt x="971055" y="103188"/>
                </a:lnTo>
                <a:lnTo>
                  <a:pt x="970262" y="106760"/>
                </a:lnTo>
                <a:lnTo>
                  <a:pt x="969865" y="110332"/>
                </a:lnTo>
                <a:lnTo>
                  <a:pt x="969865" y="578644"/>
                </a:lnTo>
                <a:lnTo>
                  <a:pt x="1457734" y="287338"/>
                </a:lnTo>
                <a:lnTo>
                  <a:pt x="1494622" y="333375"/>
                </a:lnTo>
                <a:lnTo>
                  <a:pt x="969865" y="642938"/>
                </a:lnTo>
                <a:lnTo>
                  <a:pt x="969865" y="758032"/>
                </a:lnTo>
                <a:lnTo>
                  <a:pt x="970262" y="762001"/>
                </a:lnTo>
                <a:lnTo>
                  <a:pt x="971055" y="765176"/>
                </a:lnTo>
                <a:lnTo>
                  <a:pt x="972642" y="768747"/>
                </a:lnTo>
                <a:lnTo>
                  <a:pt x="975022" y="771129"/>
                </a:lnTo>
                <a:lnTo>
                  <a:pt x="977798" y="773510"/>
                </a:lnTo>
                <a:lnTo>
                  <a:pt x="980971" y="775494"/>
                </a:lnTo>
                <a:lnTo>
                  <a:pt x="984541" y="776685"/>
                </a:lnTo>
                <a:lnTo>
                  <a:pt x="988111" y="776685"/>
                </a:lnTo>
                <a:lnTo>
                  <a:pt x="2043178" y="776685"/>
                </a:lnTo>
                <a:lnTo>
                  <a:pt x="2047144" y="776685"/>
                </a:lnTo>
                <a:lnTo>
                  <a:pt x="2050714" y="775494"/>
                </a:lnTo>
                <a:lnTo>
                  <a:pt x="2053887" y="773510"/>
                </a:lnTo>
                <a:lnTo>
                  <a:pt x="2056663" y="771129"/>
                </a:lnTo>
                <a:lnTo>
                  <a:pt x="2059043" y="768747"/>
                </a:lnTo>
                <a:lnTo>
                  <a:pt x="2060630" y="765176"/>
                </a:lnTo>
                <a:lnTo>
                  <a:pt x="2061820" y="762001"/>
                </a:lnTo>
                <a:lnTo>
                  <a:pt x="2062216" y="758032"/>
                </a:lnTo>
                <a:lnTo>
                  <a:pt x="2062216" y="110332"/>
                </a:lnTo>
                <a:lnTo>
                  <a:pt x="2061820" y="106760"/>
                </a:lnTo>
                <a:lnTo>
                  <a:pt x="2060630" y="103188"/>
                </a:lnTo>
                <a:lnTo>
                  <a:pt x="2059043" y="100013"/>
                </a:lnTo>
                <a:lnTo>
                  <a:pt x="2056663" y="97632"/>
                </a:lnTo>
                <a:lnTo>
                  <a:pt x="2053887" y="94853"/>
                </a:lnTo>
                <a:lnTo>
                  <a:pt x="2050714" y="93266"/>
                </a:lnTo>
                <a:lnTo>
                  <a:pt x="2047144" y="92075"/>
                </a:lnTo>
                <a:lnTo>
                  <a:pt x="2043178" y="91679"/>
                </a:lnTo>
                <a:lnTo>
                  <a:pt x="988111" y="91679"/>
                </a:lnTo>
                <a:close/>
                <a:moveTo>
                  <a:pt x="273050" y="38100"/>
                </a:moveTo>
                <a:lnTo>
                  <a:pt x="286544" y="38497"/>
                </a:lnTo>
                <a:lnTo>
                  <a:pt x="299641" y="38894"/>
                </a:lnTo>
                <a:lnTo>
                  <a:pt x="312341" y="40085"/>
                </a:lnTo>
                <a:lnTo>
                  <a:pt x="323850" y="42466"/>
                </a:lnTo>
                <a:lnTo>
                  <a:pt x="335756" y="44847"/>
                </a:lnTo>
                <a:lnTo>
                  <a:pt x="347266" y="47229"/>
                </a:lnTo>
                <a:lnTo>
                  <a:pt x="357981" y="50800"/>
                </a:lnTo>
                <a:lnTo>
                  <a:pt x="368697" y="53975"/>
                </a:lnTo>
                <a:lnTo>
                  <a:pt x="378222" y="57944"/>
                </a:lnTo>
                <a:lnTo>
                  <a:pt x="387747" y="61516"/>
                </a:lnTo>
                <a:lnTo>
                  <a:pt x="396478" y="65881"/>
                </a:lnTo>
                <a:lnTo>
                  <a:pt x="404813" y="70247"/>
                </a:lnTo>
                <a:lnTo>
                  <a:pt x="412750" y="74216"/>
                </a:lnTo>
                <a:lnTo>
                  <a:pt x="419894" y="78582"/>
                </a:lnTo>
                <a:lnTo>
                  <a:pt x="432197" y="86519"/>
                </a:lnTo>
                <a:lnTo>
                  <a:pt x="442516" y="93266"/>
                </a:lnTo>
                <a:lnTo>
                  <a:pt x="449660" y="99219"/>
                </a:lnTo>
                <a:lnTo>
                  <a:pt x="455613" y="104378"/>
                </a:lnTo>
                <a:lnTo>
                  <a:pt x="454025" y="107553"/>
                </a:lnTo>
                <a:lnTo>
                  <a:pt x="451644" y="111522"/>
                </a:lnTo>
                <a:lnTo>
                  <a:pt x="448866" y="116285"/>
                </a:lnTo>
                <a:lnTo>
                  <a:pt x="444897" y="122238"/>
                </a:lnTo>
                <a:lnTo>
                  <a:pt x="440532" y="128588"/>
                </a:lnTo>
                <a:lnTo>
                  <a:pt x="434578" y="134938"/>
                </a:lnTo>
                <a:lnTo>
                  <a:pt x="427832" y="141288"/>
                </a:lnTo>
                <a:lnTo>
                  <a:pt x="423863" y="144066"/>
                </a:lnTo>
                <a:lnTo>
                  <a:pt x="420291" y="146844"/>
                </a:lnTo>
                <a:lnTo>
                  <a:pt x="415925" y="149225"/>
                </a:lnTo>
                <a:lnTo>
                  <a:pt x="411163" y="151607"/>
                </a:lnTo>
                <a:lnTo>
                  <a:pt x="406797" y="153591"/>
                </a:lnTo>
                <a:lnTo>
                  <a:pt x="401638" y="155179"/>
                </a:lnTo>
                <a:lnTo>
                  <a:pt x="396082" y="156369"/>
                </a:lnTo>
                <a:lnTo>
                  <a:pt x="390525" y="157560"/>
                </a:lnTo>
                <a:lnTo>
                  <a:pt x="384572" y="157957"/>
                </a:lnTo>
                <a:lnTo>
                  <a:pt x="379016" y="157957"/>
                </a:lnTo>
                <a:lnTo>
                  <a:pt x="372666" y="157560"/>
                </a:lnTo>
                <a:lnTo>
                  <a:pt x="365919" y="155973"/>
                </a:lnTo>
                <a:lnTo>
                  <a:pt x="358775" y="154385"/>
                </a:lnTo>
                <a:lnTo>
                  <a:pt x="351235" y="152003"/>
                </a:lnTo>
                <a:lnTo>
                  <a:pt x="343694" y="148828"/>
                </a:lnTo>
                <a:lnTo>
                  <a:pt x="335756" y="145257"/>
                </a:lnTo>
                <a:lnTo>
                  <a:pt x="327025" y="140891"/>
                </a:lnTo>
                <a:lnTo>
                  <a:pt x="317103" y="136525"/>
                </a:lnTo>
                <a:lnTo>
                  <a:pt x="355203" y="155179"/>
                </a:lnTo>
                <a:lnTo>
                  <a:pt x="373063" y="163116"/>
                </a:lnTo>
                <a:lnTo>
                  <a:pt x="381397" y="166688"/>
                </a:lnTo>
                <a:lnTo>
                  <a:pt x="389335" y="169466"/>
                </a:lnTo>
                <a:lnTo>
                  <a:pt x="397272" y="172244"/>
                </a:lnTo>
                <a:lnTo>
                  <a:pt x="404813" y="173832"/>
                </a:lnTo>
                <a:lnTo>
                  <a:pt x="411957" y="175023"/>
                </a:lnTo>
                <a:lnTo>
                  <a:pt x="418703" y="175419"/>
                </a:lnTo>
                <a:lnTo>
                  <a:pt x="425053" y="175023"/>
                </a:lnTo>
                <a:lnTo>
                  <a:pt x="428228" y="174625"/>
                </a:lnTo>
                <a:lnTo>
                  <a:pt x="431007" y="173832"/>
                </a:lnTo>
                <a:lnTo>
                  <a:pt x="434182" y="173038"/>
                </a:lnTo>
                <a:lnTo>
                  <a:pt x="436563" y="171847"/>
                </a:lnTo>
                <a:lnTo>
                  <a:pt x="438944" y="169863"/>
                </a:lnTo>
                <a:lnTo>
                  <a:pt x="441722" y="168276"/>
                </a:lnTo>
                <a:lnTo>
                  <a:pt x="442913" y="180976"/>
                </a:lnTo>
                <a:lnTo>
                  <a:pt x="443310" y="192882"/>
                </a:lnTo>
                <a:lnTo>
                  <a:pt x="443310" y="203994"/>
                </a:lnTo>
                <a:lnTo>
                  <a:pt x="442913" y="215107"/>
                </a:lnTo>
                <a:lnTo>
                  <a:pt x="444500" y="213122"/>
                </a:lnTo>
                <a:lnTo>
                  <a:pt x="445691" y="212328"/>
                </a:lnTo>
                <a:lnTo>
                  <a:pt x="446882" y="212328"/>
                </a:lnTo>
                <a:lnTo>
                  <a:pt x="447675" y="212726"/>
                </a:lnTo>
                <a:lnTo>
                  <a:pt x="448072" y="213519"/>
                </a:lnTo>
                <a:lnTo>
                  <a:pt x="448866" y="216297"/>
                </a:lnTo>
                <a:lnTo>
                  <a:pt x="448866" y="221457"/>
                </a:lnTo>
                <a:lnTo>
                  <a:pt x="448866" y="228204"/>
                </a:lnTo>
                <a:lnTo>
                  <a:pt x="447675" y="244079"/>
                </a:lnTo>
                <a:lnTo>
                  <a:pt x="445294" y="262335"/>
                </a:lnTo>
                <a:lnTo>
                  <a:pt x="443310" y="279797"/>
                </a:lnTo>
                <a:lnTo>
                  <a:pt x="440928" y="294482"/>
                </a:lnTo>
                <a:lnTo>
                  <a:pt x="439738" y="300038"/>
                </a:lnTo>
                <a:lnTo>
                  <a:pt x="438547" y="303213"/>
                </a:lnTo>
                <a:lnTo>
                  <a:pt x="437753" y="304800"/>
                </a:lnTo>
                <a:lnTo>
                  <a:pt x="437357" y="304800"/>
                </a:lnTo>
                <a:lnTo>
                  <a:pt x="436960" y="304007"/>
                </a:lnTo>
                <a:lnTo>
                  <a:pt x="435769" y="313929"/>
                </a:lnTo>
                <a:lnTo>
                  <a:pt x="434182" y="323057"/>
                </a:lnTo>
                <a:lnTo>
                  <a:pt x="432197" y="332185"/>
                </a:lnTo>
                <a:lnTo>
                  <a:pt x="429816" y="341313"/>
                </a:lnTo>
                <a:lnTo>
                  <a:pt x="427435" y="349647"/>
                </a:lnTo>
                <a:lnTo>
                  <a:pt x="424260" y="357982"/>
                </a:lnTo>
                <a:lnTo>
                  <a:pt x="421482" y="365919"/>
                </a:lnTo>
                <a:lnTo>
                  <a:pt x="417513" y="373460"/>
                </a:lnTo>
                <a:lnTo>
                  <a:pt x="413941" y="381397"/>
                </a:lnTo>
                <a:lnTo>
                  <a:pt x="409972" y="388938"/>
                </a:lnTo>
                <a:lnTo>
                  <a:pt x="406003" y="395685"/>
                </a:lnTo>
                <a:lnTo>
                  <a:pt x="401241" y="402432"/>
                </a:lnTo>
                <a:lnTo>
                  <a:pt x="396875" y="408782"/>
                </a:lnTo>
                <a:lnTo>
                  <a:pt x="391716" y="415132"/>
                </a:lnTo>
                <a:lnTo>
                  <a:pt x="386953" y="420688"/>
                </a:lnTo>
                <a:lnTo>
                  <a:pt x="381794" y="426244"/>
                </a:lnTo>
                <a:lnTo>
                  <a:pt x="376635" y="431801"/>
                </a:lnTo>
                <a:lnTo>
                  <a:pt x="371078" y="436563"/>
                </a:lnTo>
                <a:lnTo>
                  <a:pt x="365919" y="440929"/>
                </a:lnTo>
                <a:lnTo>
                  <a:pt x="360363" y="445691"/>
                </a:lnTo>
                <a:lnTo>
                  <a:pt x="354806" y="449660"/>
                </a:lnTo>
                <a:lnTo>
                  <a:pt x="349250" y="453232"/>
                </a:lnTo>
                <a:lnTo>
                  <a:pt x="343297" y="456804"/>
                </a:lnTo>
                <a:lnTo>
                  <a:pt x="337741" y="459582"/>
                </a:lnTo>
                <a:lnTo>
                  <a:pt x="332185" y="462757"/>
                </a:lnTo>
                <a:lnTo>
                  <a:pt x="326628" y="464741"/>
                </a:lnTo>
                <a:lnTo>
                  <a:pt x="320675" y="466726"/>
                </a:lnTo>
                <a:lnTo>
                  <a:pt x="315119" y="468313"/>
                </a:lnTo>
                <a:lnTo>
                  <a:pt x="309563" y="469901"/>
                </a:lnTo>
                <a:lnTo>
                  <a:pt x="304403" y="470694"/>
                </a:lnTo>
                <a:lnTo>
                  <a:pt x="298847" y="471091"/>
                </a:lnTo>
                <a:lnTo>
                  <a:pt x="293688" y="471488"/>
                </a:lnTo>
                <a:lnTo>
                  <a:pt x="288925" y="471091"/>
                </a:lnTo>
                <a:lnTo>
                  <a:pt x="284956" y="470694"/>
                </a:lnTo>
                <a:lnTo>
                  <a:pt x="280194" y="469901"/>
                </a:lnTo>
                <a:lnTo>
                  <a:pt x="275034" y="467916"/>
                </a:lnTo>
                <a:lnTo>
                  <a:pt x="270669" y="466329"/>
                </a:lnTo>
                <a:lnTo>
                  <a:pt x="265509" y="464344"/>
                </a:lnTo>
                <a:lnTo>
                  <a:pt x="259953" y="462360"/>
                </a:lnTo>
                <a:lnTo>
                  <a:pt x="254794" y="459185"/>
                </a:lnTo>
                <a:lnTo>
                  <a:pt x="244078" y="452438"/>
                </a:lnTo>
                <a:lnTo>
                  <a:pt x="232966" y="444898"/>
                </a:lnTo>
                <a:lnTo>
                  <a:pt x="221853" y="435769"/>
                </a:lnTo>
                <a:lnTo>
                  <a:pt x="211534" y="425450"/>
                </a:lnTo>
                <a:lnTo>
                  <a:pt x="200819" y="413941"/>
                </a:lnTo>
                <a:lnTo>
                  <a:pt x="190500" y="402035"/>
                </a:lnTo>
                <a:lnTo>
                  <a:pt x="185737" y="395685"/>
                </a:lnTo>
                <a:lnTo>
                  <a:pt x="180578" y="388938"/>
                </a:lnTo>
                <a:lnTo>
                  <a:pt x="176609" y="381794"/>
                </a:lnTo>
                <a:lnTo>
                  <a:pt x="171847" y="374651"/>
                </a:lnTo>
                <a:lnTo>
                  <a:pt x="167481" y="367507"/>
                </a:lnTo>
                <a:lnTo>
                  <a:pt x="163512" y="359569"/>
                </a:lnTo>
                <a:lnTo>
                  <a:pt x="159544" y="351632"/>
                </a:lnTo>
                <a:lnTo>
                  <a:pt x="156369" y="343694"/>
                </a:lnTo>
                <a:lnTo>
                  <a:pt x="152797" y="335757"/>
                </a:lnTo>
                <a:lnTo>
                  <a:pt x="150019" y="327422"/>
                </a:lnTo>
                <a:lnTo>
                  <a:pt x="147241" y="318691"/>
                </a:lnTo>
                <a:lnTo>
                  <a:pt x="144859" y="310357"/>
                </a:lnTo>
                <a:lnTo>
                  <a:pt x="142875" y="316310"/>
                </a:lnTo>
                <a:lnTo>
                  <a:pt x="140494" y="320676"/>
                </a:lnTo>
                <a:lnTo>
                  <a:pt x="139700" y="322263"/>
                </a:lnTo>
                <a:lnTo>
                  <a:pt x="138509" y="323057"/>
                </a:lnTo>
                <a:lnTo>
                  <a:pt x="137319" y="323851"/>
                </a:lnTo>
                <a:lnTo>
                  <a:pt x="136128" y="324247"/>
                </a:lnTo>
                <a:lnTo>
                  <a:pt x="134541" y="323851"/>
                </a:lnTo>
                <a:lnTo>
                  <a:pt x="133350" y="323057"/>
                </a:lnTo>
                <a:lnTo>
                  <a:pt x="132159" y="321866"/>
                </a:lnTo>
                <a:lnTo>
                  <a:pt x="130969" y="319485"/>
                </a:lnTo>
                <a:lnTo>
                  <a:pt x="128587" y="314722"/>
                </a:lnTo>
                <a:lnTo>
                  <a:pt x="126603" y="308372"/>
                </a:lnTo>
                <a:lnTo>
                  <a:pt x="125016" y="300038"/>
                </a:lnTo>
                <a:lnTo>
                  <a:pt x="123825" y="290513"/>
                </a:lnTo>
                <a:lnTo>
                  <a:pt x="123031" y="280591"/>
                </a:lnTo>
                <a:lnTo>
                  <a:pt x="122634" y="269478"/>
                </a:lnTo>
                <a:lnTo>
                  <a:pt x="123031" y="259557"/>
                </a:lnTo>
                <a:lnTo>
                  <a:pt x="123428" y="250032"/>
                </a:lnTo>
                <a:lnTo>
                  <a:pt x="124619" y="241300"/>
                </a:lnTo>
                <a:lnTo>
                  <a:pt x="125809" y="233760"/>
                </a:lnTo>
                <a:lnTo>
                  <a:pt x="127397" y="227013"/>
                </a:lnTo>
                <a:lnTo>
                  <a:pt x="129778" y="221854"/>
                </a:lnTo>
                <a:lnTo>
                  <a:pt x="131762" y="217488"/>
                </a:lnTo>
                <a:lnTo>
                  <a:pt x="132953" y="216297"/>
                </a:lnTo>
                <a:lnTo>
                  <a:pt x="134144" y="215504"/>
                </a:lnTo>
                <a:lnTo>
                  <a:pt x="130572" y="211138"/>
                </a:lnTo>
                <a:lnTo>
                  <a:pt x="127000" y="207169"/>
                </a:lnTo>
                <a:lnTo>
                  <a:pt x="124619" y="202407"/>
                </a:lnTo>
                <a:lnTo>
                  <a:pt x="122634" y="197247"/>
                </a:lnTo>
                <a:lnTo>
                  <a:pt x="120253" y="192485"/>
                </a:lnTo>
                <a:lnTo>
                  <a:pt x="119062" y="186928"/>
                </a:lnTo>
                <a:lnTo>
                  <a:pt x="118269" y="181372"/>
                </a:lnTo>
                <a:lnTo>
                  <a:pt x="117475" y="175816"/>
                </a:lnTo>
                <a:lnTo>
                  <a:pt x="117475" y="170260"/>
                </a:lnTo>
                <a:lnTo>
                  <a:pt x="117475" y="164704"/>
                </a:lnTo>
                <a:lnTo>
                  <a:pt x="117872" y="158751"/>
                </a:lnTo>
                <a:lnTo>
                  <a:pt x="118269" y="152797"/>
                </a:lnTo>
                <a:lnTo>
                  <a:pt x="120253" y="140891"/>
                </a:lnTo>
                <a:lnTo>
                  <a:pt x="123428" y="129381"/>
                </a:lnTo>
                <a:lnTo>
                  <a:pt x="126603" y="118666"/>
                </a:lnTo>
                <a:lnTo>
                  <a:pt x="130969" y="107951"/>
                </a:lnTo>
                <a:lnTo>
                  <a:pt x="135334" y="98426"/>
                </a:lnTo>
                <a:lnTo>
                  <a:pt x="139700" y="90091"/>
                </a:lnTo>
                <a:lnTo>
                  <a:pt x="144066" y="82154"/>
                </a:lnTo>
                <a:lnTo>
                  <a:pt x="148034" y="76597"/>
                </a:lnTo>
                <a:lnTo>
                  <a:pt x="152003" y="72231"/>
                </a:lnTo>
                <a:lnTo>
                  <a:pt x="153194" y="70644"/>
                </a:lnTo>
                <a:lnTo>
                  <a:pt x="154781" y="69850"/>
                </a:lnTo>
                <a:lnTo>
                  <a:pt x="170656" y="61913"/>
                </a:lnTo>
                <a:lnTo>
                  <a:pt x="186134" y="55960"/>
                </a:lnTo>
                <a:lnTo>
                  <a:pt x="201216" y="50403"/>
                </a:lnTo>
                <a:lnTo>
                  <a:pt x="216297" y="46038"/>
                </a:lnTo>
                <a:lnTo>
                  <a:pt x="230981" y="42863"/>
                </a:lnTo>
                <a:lnTo>
                  <a:pt x="245269" y="40482"/>
                </a:lnTo>
                <a:lnTo>
                  <a:pt x="259556" y="38894"/>
                </a:lnTo>
                <a:lnTo>
                  <a:pt x="273050" y="38100"/>
                </a:lnTo>
                <a:close/>
                <a:moveTo>
                  <a:pt x="982954" y="0"/>
                </a:moveTo>
                <a:lnTo>
                  <a:pt x="988111" y="0"/>
                </a:lnTo>
                <a:lnTo>
                  <a:pt x="2043178" y="0"/>
                </a:lnTo>
                <a:lnTo>
                  <a:pt x="2049127" y="0"/>
                </a:lnTo>
                <a:lnTo>
                  <a:pt x="2054680" y="397"/>
                </a:lnTo>
                <a:lnTo>
                  <a:pt x="2060233" y="1191"/>
                </a:lnTo>
                <a:lnTo>
                  <a:pt x="2065786" y="1985"/>
                </a:lnTo>
                <a:lnTo>
                  <a:pt x="2070942" y="3572"/>
                </a:lnTo>
                <a:lnTo>
                  <a:pt x="2076099" y="5160"/>
                </a:lnTo>
                <a:lnTo>
                  <a:pt x="2081255" y="6747"/>
                </a:lnTo>
                <a:lnTo>
                  <a:pt x="2086411" y="8732"/>
                </a:lnTo>
                <a:lnTo>
                  <a:pt x="2091171" y="11113"/>
                </a:lnTo>
                <a:lnTo>
                  <a:pt x="2095931" y="13494"/>
                </a:lnTo>
                <a:lnTo>
                  <a:pt x="2100691" y="16272"/>
                </a:lnTo>
                <a:lnTo>
                  <a:pt x="2105054" y="19050"/>
                </a:lnTo>
                <a:lnTo>
                  <a:pt x="2109417" y="21828"/>
                </a:lnTo>
                <a:lnTo>
                  <a:pt x="2113780" y="25401"/>
                </a:lnTo>
                <a:lnTo>
                  <a:pt x="2121713" y="32544"/>
                </a:lnTo>
                <a:lnTo>
                  <a:pt x="2128852" y="40085"/>
                </a:lnTo>
                <a:lnTo>
                  <a:pt x="2131629" y="44451"/>
                </a:lnTo>
                <a:lnTo>
                  <a:pt x="2135198" y="48816"/>
                </a:lnTo>
                <a:lnTo>
                  <a:pt x="2137578" y="53182"/>
                </a:lnTo>
                <a:lnTo>
                  <a:pt x="2140751" y="57944"/>
                </a:lnTo>
                <a:lnTo>
                  <a:pt x="2143131" y="62707"/>
                </a:lnTo>
                <a:lnTo>
                  <a:pt x="2145114" y="67469"/>
                </a:lnTo>
                <a:lnTo>
                  <a:pt x="2147494" y="72628"/>
                </a:lnTo>
                <a:lnTo>
                  <a:pt x="2149081" y="77788"/>
                </a:lnTo>
                <a:lnTo>
                  <a:pt x="2150271" y="82947"/>
                </a:lnTo>
                <a:lnTo>
                  <a:pt x="2151461" y="88107"/>
                </a:lnTo>
                <a:lnTo>
                  <a:pt x="2152254" y="93663"/>
                </a:lnTo>
                <a:lnTo>
                  <a:pt x="2153444" y="99219"/>
                </a:lnTo>
                <a:lnTo>
                  <a:pt x="2153841" y="105172"/>
                </a:lnTo>
                <a:lnTo>
                  <a:pt x="2154237" y="110332"/>
                </a:lnTo>
                <a:lnTo>
                  <a:pt x="2154237" y="758032"/>
                </a:lnTo>
                <a:lnTo>
                  <a:pt x="2153841" y="763588"/>
                </a:lnTo>
                <a:lnTo>
                  <a:pt x="2153444" y="769144"/>
                </a:lnTo>
                <a:lnTo>
                  <a:pt x="2152254" y="775097"/>
                </a:lnTo>
                <a:lnTo>
                  <a:pt x="2151461" y="779860"/>
                </a:lnTo>
                <a:lnTo>
                  <a:pt x="2150271" y="785416"/>
                </a:lnTo>
                <a:lnTo>
                  <a:pt x="2149081" y="790972"/>
                </a:lnTo>
                <a:lnTo>
                  <a:pt x="2147494" y="796132"/>
                </a:lnTo>
                <a:lnTo>
                  <a:pt x="2145114" y="800894"/>
                </a:lnTo>
                <a:lnTo>
                  <a:pt x="2143131" y="805657"/>
                </a:lnTo>
                <a:lnTo>
                  <a:pt x="2140751" y="810816"/>
                </a:lnTo>
                <a:lnTo>
                  <a:pt x="2137578" y="815579"/>
                </a:lnTo>
                <a:lnTo>
                  <a:pt x="2135198" y="819547"/>
                </a:lnTo>
                <a:lnTo>
                  <a:pt x="2131629" y="824310"/>
                </a:lnTo>
                <a:lnTo>
                  <a:pt x="2128852" y="827882"/>
                </a:lnTo>
                <a:lnTo>
                  <a:pt x="2124886" y="832247"/>
                </a:lnTo>
                <a:lnTo>
                  <a:pt x="2121713" y="836216"/>
                </a:lnTo>
                <a:lnTo>
                  <a:pt x="2117350" y="839788"/>
                </a:lnTo>
                <a:lnTo>
                  <a:pt x="2113780" y="843360"/>
                </a:lnTo>
                <a:lnTo>
                  <a:pt x="2109417" y="846535"/>
                </a:lnTo>
                <a:lnTo>
                  <a:pt x="2105054" y="849710"/>
                </a:lnTo>
                <a:lnTo>
                  <a:pt x="2100691" y="852488"/>
                </a:lnTo>
                <a:lnTo>
                  <a:pt x="2095931" y="854869"/>
                </a:lnTo>
                <a:lnTo>
                  <a:pt x="2091171" y="857647"/>
                </a:lnTo>
                <a:lnTo>
                  <a:pt x="2086411" y="859632"/>
                </a:lnTo>
                <a:lnTo>
                  <a:pt x="2081255" y="861616"/>
                </a:lnTo>
                <a:lnTo>
                  <a:pt x="2076099" y="863601"/>
                </a:lnTo>
                <a:lnTo>
                  <a:pt x="2070942" y="865188"/>
                </a:lnTo>
                <a:lnTo>
                  <a:pt x="2065786" y="866379"/>
                </a:lnTo>
                <a:lnTo>
                  <a:pt x="2060233" y="867172"/>
                </a:lnTo>
                <a:lnTo>
                  <a:pt x="2054680" y="867966"/>
                </a:lnTo>
                <a:lnTo>
                  <a:pt x="2049127" y="868363"/>
                </a:lnTo>
                <a:lnTo>
                  <a:pt x="2043178" y="868363"/>
                </a:lnTo>
                <a:lnTo>
                  <a:pt x="988111" y="868363"/>
                </a:lnTo>
                <a:lnTo>
                  <a:pt x="982954" y="868363"/>
                </a:lnTo>
                <a:lnTo>
                  <a:pt x="977401" y="867966"/>
                </a:lnTo>
                <a:lnTo>
                  <a:pt x="971452" y="867172"/>
                </a:lnTo>
                <a:lnTo>
                  <a:pt x="966295" y="866379"/>
                </a:lnTo>
                <a:lnTo>
                  <a:pt x="960742" y="865188"/>
                </a:lnTo>
                <a:lnTo>
                  <a:pt x="955586" y="863601"/>
                </a:lnTo>
                <a:lnTo>
                  <a:pt x="950430" y="861616"/>
                </a:lnTo>
                <a:lnTo>
                  <a:pt x="945273" y="859632"/>
                </a:lnTo>
                <a:lnTo>
                  <a:pt x="940514" y="857647"/>
                </a:lnTo>
                <a:lnTo>
                  <a:pt x="935754" y="854869"/>
                </a:lnTo>
                <a:lnTo>
                  <a:pt x="930994" y="852488"/>
                </a:lnTo>
                <a:lnTo>
                  <a:pt x="926631" y="849710"/>
                </a:lnTo>
                <a:lnTo>
                  <a:pt x="922268" y="846535"/>
                </a:lnTo>
                <a:lnTo>
                  <a:pt x="918302" y="843360"/>
                </a:lnTo>
                <a:lnTo>
                  <a:pt x="913939" y="839788"/>
                </a:lnTo>
                <a:lnTo>
                  <a:pt x="910369" y="836216"/>
                </a:lnTo>
                <a:lnTo>
                  <a:pt x="906402" y="832247"/>
                </a:lnTo>
                <a:lnTo>
                  <a:pt x="903229" y="827882"/>
                </a:lnTo>
                <a:lnTo>
                  <a:pt x="899659" y="824310"/>
                </a:lnTo>
                <a:lnTo>
                  <a:pt x="896883" y="819547"/>
                </a:lnTo>
                <a:lnTo>
                  <a:pt x="893710" y="815579"/>
                </a:lnTo>
                <a:lnTo>
                  <a:pt x="891330" y="810816"/>
                </a:lnTo>
                <a:lnTo>
                  <a:pt x="888950" y="805657"/>
                </a:lnTo>
                <a:lnTo>
                  <a:pt x="886570" y="800894"/>
                </a:lnTo>
                <a:lnTo>
                  <a:pt x="884587" y="796132"/>
                </a:lnTo>
                <a:lnTo>
                  <a:pt x="883001" y="790972"/>
                </a:lnTo>
                <a:lnTo>
                  <a:pt x="881414" y="785416"/>
                </a:lnTo>
                <a:lnTo>
                  <a:pt x="879827" y="779860"/>
                </a:lnTo>
                <a:lnTo>
                  <a:pt x="879034" y="775097"/>
                </a:lnTo>
                <a:lnTo>
                  <a:pt x="878241" y="769144"/>
                </a:lnTo>
                <a:lnTo>
                  <a:pt x="877844" y="763588"/>
                </a:lnTo>
                <a:lnTo>
                  <a:pt x="877844" y="758032"/>
                </a:lnTo>
                <a:lnTo>
                  <a:pt x="877844" y="696913"/>
                </a:lnTo>
                <a:lnTo>
                  <a:pt x="833420" y="723504"/>
                </a:lnTo>
                <a:lnTo>
                  <a:pt x="804862" y="676672"/>
                </a:lnTo>
                <a:lnTo>
                  <a:pt x="877844" y="633413"/>
                </a:lnTo>
                <a:lnTo>
                  <a:pt x="877844" y="110332"/>
                </a:lnTo>
                <a:lnTo>
                  <a:pt x="877844" y="105172"/>
                </a:lnTo>
                <a:lnTo>
                  <a:pt x="878241" y="99219"/>
                </a:lnTo>
                <a:lnTo>
                  <a:pt x="879034" y="93663"/>
                </a:lnTo>
                <a:lnTo>
                  <a:pt x="879827" y="88107"/>
                </a:lnTo>
                <a:lnTo>
                  <a:pt x="881414" y="82947"/>
                </a:lnTo>
                <a:lnTo>
                  <a:pt x="883001" y="77788"/>
                </a:lnTo>
                <a:lnTo>
                  <a:pt x="884587" y="72628"/>
                </a:lnTo>
                <a:lnTo>
                  <a:pt x="886570" y="67469"/>
                </a:lnTo>
                <a:lnTo>
                  <a:pt x="888950" y="62707"/>
                </a:lnTo>
                <a:lnTo>
                  <a:pt x="891330" y="57944"/>
                </a:lnTo>
                <a:lnTo>
                  <a:pt x="893710" y="53182"/>
                </a:lnTo>
                <a:lnTo>
                  <a:pt x="896883" y="48816"/>
                </a:lnTo>
                <a:lnTo>
                  <a:pt x="899659" y="44451"/>
                </a:lnTo>
                <a:lnTo>
                  <a:pt x="903229" y="40085"/>
                </a:lnTo>
                <a:lnTo>
                  <a:pt x="910369" y="32544"/>
                </a:lnTo>
                <a:lnTo>
                  <a:pt x="918302" y="25401"/>
                </a:lnTo>
                <a:lnTo>
                  <a:pt x="922268" y="21828"/>
                </a:lnTo>
                <a:lnTo>
                  <a:pt x="926631" y="19050"/>
                </a:lnTo>
                <a:lnTo>
                  <a:pt x="930994" y="16272"/>
                </a:lnTo>
                <a:lnTo>
                  <a:pt x="935754" y="13494"/>
                </a:lnTo>
                <a:lnTo>
                  <a:pt x="940514" y="11113"/>
                </a:lnTo>
                <a:lnTo>
                  <a:pt x="945273" y="8732"/>
                </a:lnTo>
                <a:lnTo>
                  <a:pt x="950430" y="6747"/>
                </a:lnTo>
                <a:lnTo>
                  <a:pt x="955586" y="5160"/>
                </a:lnTo>
                <a:lnTo>
                  <a:pt x="960742" y="3572"/>
                </a:lnTo>
                <a:lnTo>
                  <a:pt x="966295" y="1985"/>
                </a:lnTo>
                <a:lnTo>
                  <a:pt x="971452" y="1191"/>
                </a:lnTo>
                <a:lnTo>
                  <a:pt x="977401" y="397"/>
                </a:lnTo>
                <a:lnTo>
                  <a:pt x="982954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latin typeface="Georgia" panose="02040502050405020303" charset="0"/>
              <a:ea typeface="Arial" panose="020B0604020202020204" pitchFamily="34" charset="0"/>
              <a:cs typeface="Georgia" panose="02040502050405020303" charset="0"/>
            </a:endParaRPr>
          </a:p>
        </p:txBody>
      </p:sp>
      <p:sp>
        <p:nvSpPr>
          <p:cNvPr id="37" name="圆角矩形 38" descr="#clear#"/>
          <p:cNvSpPr/>
          <p:nvPr/>
        </p:nvSpPr>
        <p:spPr>
          <a:xfrm>
            <a:off x="6095365" y="762635"/>
            <a:ext cx="5427980" cy="1494790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>
              <a:lnSpc>
                <a:spcPct val="150000"/>
              </a:lnSpc>
            </a:pPr>
            <a:r>
              <a:rPr lang="en-US" altLang="en-US" sz="1800" b="1" dirty="0">
                <a:solidFill>
                  <a:schemeClr val="tx1"/>
                </a:solidFill>
                <a:latin typeface="Georgia" panose="02040502050405020303" charset="0"/>
                <a:ea typeface="Arial" panose="020B0604020202020204" pitchFamily="34" charset="0"/>
                <a:cs typeface="Georgia" panose="02040502050405020303" charset="0"/>
              </a:rPr>
              <a:t>Scalability for Larger Institutions :</a:t>
            </a:r>
            <a:endParaRPr lang="en-US" altLang="en-US" sz="1800" b="1" dirty="0">
              <a:solidFill>
                <a:schemeClr val="tx1"/>
              </a:solidFill>
              <a:latin typeface="Georgia" panose="02040502050405020303" charset="0"/>
              <a:ea typeface="Arial" panose="020B0604020202020204" pitchFamily="34" charset="0"/>
              <a:cs typeface="Georgia" panose="02040502050405020303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en-US" sz="1800" dirty="0">
                <a:solidFill>
                  <a:schemeClr val="tx1"/>
                </a:solidFill>
                <a:latin typeface="Georgia" panose="02040502050405020303" charset="0"/>
                <a:ea typeface="Arial" panose="020B0604020202020204" pitchFamily="34" charset="0"/>
                <a:cs typeface="Georgia" panose="02040502050405020303" charset="0"/>
              </a:rPr>
              <a:t>The system will be scaled to handle even more users and data as the institution grows</a:t>
            </a:r>
            <a:endParaRPr lang="en-US" altLang="en-US" sz="1800" dirty="0">
              <a:solidFill>
                <a:schemeClr val="tx1"/>
              </a:solidFill>
              <a:latin typeface="Georgia" panose="02040502050405020303" charset="0"/>
              <a:ea typeface="Arial" panose="020B0604020202020204" pitchFamily="34" charset="0"/>
              <a:cs typeface="Georgia" panose="02040502050405020303" charset="0"/>
            </a:endParaRPr>
          </a:p>
        </p:txBody>
      </p:sp>
      <p:cxnSp>
        <p:nvCxnSpPr>
          <p:cNvPr id="38" name="直接连接符 37"/>
          <p:cNvCxnSpPr/>
          <p:nvPr/>
        </p:nvCxnSpPr>
        <p:spPr>
          <a:xfrm flipV="1">
            <a:off x="5376339" y="2417000"/>
            <a:ext cx="6135370" cy="1397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圆角矩形 44" descr="#clear#"/>
          <p:cNvSpPr/>
          <p:nvPr/>
        </p:nvSpPr>
        <p:spPr>
          <a:xfrm>
            <a:off x="6530491" y="3660472"/>
            <a:ext cx="4931206" cy="1279397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>
              <a:lnSpc>
                <a:spcPct val="150000"/>
              </a:lnSpc>
            </a:pPr>
            <a:endParaRPr lang="zh-CN" altLang="zh-CN" sz="1800" dirty="0">
              <a:solidFill>
                <a:schemeClr val="tx1"/>
              </a:solidFill>
              <a:latin typeface="Georgia" panose="02040502050405020303" charset="0"/>
              <a:ea typeface="Arial" panose="020B0604020202020204" pitchFamily="34" charset="0"/>
              <a:cs typeface="Georgia" panose="02040502050405020303" charset="0"/>
            </a:endParaRPr>
          </a:p>
        </p:txBody>
      </p:sp>
      <p:cxnSp>
        <p:nvCxnSpPr>
          <p:cNvPr id="40" name="直接连接符 39"/>
          <p:cNvCxnSpPr/>
          <p:nvPr/>
        </p:nvCxnSpPr>
        <p:spPr>
          <a:xfrm flipV="1">
            <a:off x="5376339" y="4523576"/>
            <a:ext cx="6179820" cy="17145"/>
          </a:xfrm>
          <a:prstGeom prst="line">
            <a:avLst/>
          </a:prstGeom>
          <a:ln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圆角矩形 47" descr="#clear#"/>
          <p:cNvSpPr/>
          <p:nvPr/>
        </p:nvSpPr>
        <p:spPr>
          <a:xfrm>
            <a:off x="6530491" y="5049498"/>
            <a:ext cx="4931206" cy="1279397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>
              <a:lnSpc>
                <a:spcPct val="150000"/>
              </a:lnSpc>
            </a:pPr>
            <a:endParaRPr lang="zh-CN" altLang="zh-CN" sz="1800" dirty="0">
              <a:solidFill>
                <a:schemeClr val="tx1"/>
              </a:solidFill>
              <a:latin typeface="Georgia" panose="02040502050405020303" charset="0"/>
              <a:ea typeface="Arial" panose="020B0604020202020204" pitchFamily="34" charset="0"/>
              <a:cs typeface="Georgia" panose="02040502050405020303" charset="0"/>
            </a:endParaRPr>
          </a:p>
        </p:txBody>
      </p:sp>
      <p:cxnSp>
        <p:nvCxnSpPr>
          <p:cNvPr id="42" name="直接连接符 41"/>
          <p:cNvCxnSpPr/>
          <p:nvPr/>
        </p:nvCxnSpPr>
        <p:spPr>
          <a:xfrm>
            <a:off x="5376339" y="6539347"/>
            <a:ext cx="6206490" cy="14605"/>
          </a:xfrm>
          <a:prstGeom prst="line">
            <a:avLst/>
          </a:prstGeom>
          <a:ln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KSO_Shape"/>
          <p:cNvSpPr/>
          <p:nvPr/>
        </p:nvSpPr>
        <p:spPr bwMode="auto">
          <a:xfrm>
            <a:off x="5479209" y="1420818"/>
            <a:ext cx="528637" cy="836892"/>
          </a:xfrm>
          <a:custGeom>
            <a:avLst/>
            <a:gdLst>
              <a:gd name="T0" fmla="*/ 2147483646 w 3864"/>
              <a:gd name="T1" fmla="*/ 1817606605 h 6111"/>
              <a:gd name="T2" fmla="*/ 2147483646 w 3864"/>
              <a:gd name="T3" fmla="*/ 2147483646 h 6111"/>
              <a:gd name="T4" fmla="*/ 2147483646 w 3864"/>
              <a:gd name="T5" fmla="*/ 2147483646 h 6111"/>
              <a:gd name="T6" fmla="*/ 2147483646 w 3864"/>
              <a:gd name="T7" fmla="*/ 2147483646 h 6111"/>
              <a:gd name="T8" fmla="*/ 2147483646 w 3864"/>
              <a:gd name="T9" fmla="*/ 2147483646 h 6111"/>
              <a:gd name="T10" fmla="*/ 2147483646 w 3864"/>
              <a:gd name="T11" fmla="*/ 2147483646 h 6111"/>
              <a:gd name="T12" fmla="*/ 2147483646 w 3864"/>
              <a:gd name="T13" fmla="*/ 2147483646 h 6111"/>
              <a:gd name="T14" fmla="*/ 2147483646 w 3864"/>
              <a:gd name="T15" fmla="*/ 2147483646 h 6111"/>
              <a:gd name="T16" fmla="*/ 2147483646 w 3864"/>
              <a:gd name="T17" fmla="*/ 2147483646 h 6111"/>
              <a:gd name="T18" fmla="*/ 2147483646 w 3864"/>
              <a:gd name="T19" fmla="*/ 2147483646 h 6111"/>
              <a:gd name="T20" fmla="*/ 2147483646 w 3864"/>
              <a:gd name="T21" fmla="*/ 2147483646 h 6111"/>
              <a:gd name="T22" fmla="*/ 2147483646 w 3864"/>
              <a:gd name="T23" fmla="*/ 2147483646 h 6111"/>
              <a:gd name="T24" fmla="*/ 2147483646 w 3864"/>
              <a:gd name="T25" fmla="*/ 2147483646 h 6111"/>
              <a:gd name="T26" fmla="*/ 2147483646 w 3864"/>
              <a:gd name="T27" fmla="*/ 2147483646 h 6111"/>
              <a:gd name="T28" fmla="*/ 2147483646 w 3864"/>
              <a:gd name="T29" fmla="*/ 2147483646 h 6111"/>
              <a:gd name="T30" fmla="*/ 2147483646 w 3864"/>
              <a:gd name="T31" fmla="*/ 2147483646 h 6111"/>
              <a:gd name="T32" fmla="*/ 2147483646 w 3864"/>
              <a:gd name="T33" fmla="*/ 2147483646 h 6111"/>
              <a:gd name="T34" fmla="*/ 2147483646 w 3864"/>
              <a:gd name="T35" fmla="*/ 2147483646 h 6111"/>
              <a:gd name="T36" fmla="*/ 574134261 w 3864"/>
              <a:gd name="T37" fmla="*/ 2147483646 h 6111"/>
              <a:gd name="T38" fmla="*/ 906491754 w 3864"/>
              <a:gd name="T39" fmla="*/ 2147483646 h 6111"/>
              <a:gd name="T40" fmla="*/ 2147483646 w 3864"/>
              <a:gd name="T41" fmla="*/ 2147483646 h 6111"/>
              <a:gd name="T42" fmla="*/ 2147483646 w 3864"/>
              <a:gd name="T43" fmla="*/ 2147483646 h 6111"/>
              <a:gd name="T44" fmla="*/ 2147483646 w 3864"/>
              <a:gd name="T45" fmla="*/ 2147483646 h 6111"/>
              <a:gd name="T46" fmla="*/ 2147483646 w 3864"/>
              <a:gd name="T47" fmla="*/ 1817606605 h 6111"/>
              <a:gd name="T48" fmla="*/ 2147483646 w 3864"/>
              <a:gd name="T49" fmla="*/ 2147483646 h 6111"/>
              <a:gd name="T50" fmla="*/ 2147483646 w 3864"/>
              <a:gd name="T51" fmla="*/ 2147483646 h 6111"/>
              <a:gd name="T52" fmla="*/ 2147483646 w 3864"/>
              <a:gd name="T53" fmla="*/ 2147483646 h 6111"/>
              <a:gd name="T54" fmla="*/ 2147483646 w 3864"/>
              <a:gd name="T55" fmla="*/ 2147483646 h 6111"/>
              <a:gd name="T56" fmla="*/ 2147483646 w 3864"/>
              <a:gd name="T57" fmla="*/ 2147483646 h 6111"/>
              <a:gd name="T58" fmla="*/ 2147483646 w 3864"/>
              <a:gd name="T59" fmla="*/ 2147483646 h 6111"/>
              <a:gd name="T60" fmla="*/ 2147483646 w 3864"/>
              <a:gd name="T61" fmla="*/ 2147483646 h 6111"/>
              <a:gd name="T62" fmla="*/ 2147483646 w 3864"/>
              <a:gd name="T63" fmla="*/ 2147483646 h 6111"/>
              <a:gd name="T64" fmla="*/ 2147483646 w 3864"/>
              <a:gd name="T65" fmla="*/ 2147483646 h 6111"/>
              <a:gd name="T66" fmla="*/ 2147483646 w 3864"/>
              <a:gd name="T67" fmla="*/ 2147483646 h 6111"/>
              <a:gd name="T68" fmla="*/ 2147483646 w 3864"/>
              <a:gd name="T69" fmla="*/ 2147483646 h 6111"/>
              <a:gd name="T70" fmla="*/ 2147483646 w 3864"/>
              <a:gd name="T71" fmla="*/ 2147483646 h 6111"/>
              <a:gd name="T72" fmla="*/ 2147483646 w 3864"/>
              <a:gd name="T73" fmla="*/ 2147483646 h 6111"/>
              <a:gd name="T74" fmla="*/ 2147483646 w 3864"/>
              <a:gd name="T75" fmla="*/ 2147483646 h 6111"/>
              <a:gd name="T76" fmla="*/ 2147483646 w 3864"/>
              <a:gd name="T77" fmla="*/ 2147483646 h 6111"/>
              <a:gd name="T78" fmla="*/ 2147483646 w 3864"/>
              <a:gd name="T79" fmla="*/ 2147483646 h 6111"/>
              <a:gd name="T80" fmla="*/ 2147483646 w 3864"/>
              <a:gd name="T81" fmla="*/ 2147483646 h 6111"/>
              <a:gd name="T82" fmla="*/ 2147483646 w 3864"/>
              <a:gd name="T83" fmla="*/ 2147483646 h 6111"/>
              <a:gd name="T84" fmla="*/ 2147483646 w 3864"/>
              <a:gd name="T85" fmla="*/ 2147483646 h 6111"/>
              <a:gd name="T86" fmla="*/ 2147483646 w 3864"/>
              <a:gd name="T87" fmla="*/ 2147483646 h 6111"/>
              <a:gd name="T88" fmla="*/ 2147483646 w 3864"/>
              <a:gd name="T89" fmla="*/ 2147483646 h 6111"/>
              <a:gd name="T90" fmla="*/ 2147483646 w 3864"/>
              <a:gd name="T91" fmla="*/ 2147483646 h 6111"/>
              <a:gd name="T92" fmla="*/ 2147483646 w 3864"/>
              <a:gd name="T93" fmla="*/ 2147483646 h 6111"/>
              <a:gd name="T94" fmla="*/ 2147483646 w 3864"/>
              <a:gd name="T95" fmla="*/ 2147483646 h 6111"/>
              <a:gd name="T96" fmla="*/ 2147483646 w 3864"/>
              <a:gd name="T97" fmla="*/ 2147483646 h 6111"/>
              <a:gd name="T98" fmla="*/ 2147483646 w 3864"/>
              <a:gd name="T99" fmla="*/ 2147483646 h 6111"/>
              <a:gd name="T100" fmla="*/ 2147483646 w 3864"/>
              <a:gd name="T101" fmla="*/ 2147483646 h 6111"/>
              <a:gd name="T102" fmla="*/ 2147483646 w 3864"/>
              <a:gd name="T103" fmla="*/ 2147483646 h 6111"/>
              <a:gd name="T104" fmla="*/ 2147483646 w 3864"/>
              <a:gd name="T105" fmla="*/ 2147483646 h 6111"/>
              <a:gd name="T106" fmla="*/ 2147483646 w 3864"/>
              <a:gd name="T107" fmla="*/ 2147483646 h 6111"/>
              <a:gd name="T108" fmla="*/ 2147483646 w 3864"/>
              <a:gd name="T109" fmla="*/ 2147483646 h 6111"/>
              <a:gd name="T110" fmla="*/ 2147483646 w 3864"/>
              <a:gd name="T111" fmla="*/ 2147483646 h 6111"/>
              <a:gd name="T112" fmla="*/ 2147483646 w 3864"/>
              <a:gd name="T113" fmla="*/ 2147483646 h 6111"/>
              <a:gd name="T114" fmla="*/ 2147483646 w 3864"/>
              <a:gd name="T115" fmla="*/ 2147483646 h 6111"/>
              <a:gd name="T116" fmla="*/ 2147483646 w 3864"/>
              <a:gd name="T117" fmla="*/ 2147483646 h 6111"/>
              <a:gd name="T118" fmla="*/ 2147483646 w 3864"/>
              <a:gd name="T119" fmla="*/ 2147483646 h 6111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60000 65536"/>
              <a:gd name="T178" fmla="*/ 0 60000 65536"/>
              <a:gd name="T179" fmla="*/ 0 60000 65536"/>
            </a:gdLst>
            <a:ahLst/>
            <a:cxnLst>
              <a:cxn ang="T120">
                <a:pos x="T0" y="T1"/>
              </a:cxn>
              <a:cxn ang="T121">
                <a:pos x="T2" y="T3"/>
              </a:cxn>
              <a:cxn ang="T122">
                <a:pos x="T4" y="T5"/>
              </a:cxn>
              <a:cxn ang="T123">
                <a:pos x="T6" y="T7"/>
              </a:cxn>
              <a:cxn ang="T124">
                <a:pos x="T8" y="T9"/>
              </a:cxn>
              <a:cxn ang="T125">
                <a:pos x="T10" y="T11"/>
              </a:cxn>
              <a:cxn ang="T126">
                <a:pos x="T12" y="T13"/>
              </a:cxn>
              <a:cxn ang="T127">
                <a:pos x="T14" y="T15"/>
              </a:cxn>
              <a:cxn ang="T128">
                <a:pos x="T16" y="T17"/>
              </a:cxn>
              <a:cxn ang="T129">
                <a:pos x="T18" y="T19"/>
              </a:cxn>
              <a:cxn ang="T130">
                <a:pos x="T20" y="T21"/>
              </a:cxn>
              <a:cxn ang="T131">
                <a:pos x="T22" y="T23"/>
              </a:cxn>
              <a:cxn ang="T132">
                <a:pos x="T24" y="T25"/>
              </a:cxn>
              <a:cxn ang="T133">
                <a:pos x="T26" y="T27"/>
              </a:cxn>
              <a:cxn ang="T134">
                <a:pos x="T28" y="T29"/>
              </a:cxn>
              <a:cxn ang="T135">
                <a:pos x="T30" y="T31"/>
              </a:cxn>
              <a:cxn ang="T136">
                <a:pos x="T32" y="T33"/>
              </a:cxn>
              <a:cxn ang="T137">
                <a:pos x="T34" y="T35"/>
              </a:cxn>
              <a:cxn ang="T138">
                <a:pos x="T36" y="T37"/>
              </a:cxn>
              <a:cxn ang="T139">
                <a:pos x="T38" y="T39"/>
              </a:cxn>
              <a:cxn ang="T140">
                <a:pos x="T40" y="T41"/>
              </a:cxn>
              <a:cxn ang="T141">
                <a:pos x="T42" y="T43"/>
              </a:cxn>
              <a:cxn ang="T142">
                <a:pos x="T44" y="T45"/>
              </a:cxn>
              <a:cxn ang="T143">
                <a:pos x="T46" y="T47"/>
              </a:cxn>
              <a:cxn ang="T144">
                <a:pos x="T48" y="T49"/>
              </a:cxn>
              <a:cxn ang="T145">
                <a:pos x="T50" y="T51"/>
              </a:cxn>
              <a:cxn ang="T146">
                <a:pos x="T52" y="T53"/>
              </a:cxn>
              <a:cxn ang="T147">
                <a:pos x="T54" y="T55"/>
              </a:cxn>
              <a:cxn ang="T148">
                <a:pos x="T56" y="T57"/>
              </a:cxn>
              <a:cxn ang="T149">
                <a:pos x="T58" y="T59"/>
              </a:cxn>
              <a:cxn ang="T150">
                <a:pos x="T60" y="T61"/>
              </a:cxn>
              <a:cxn ang="T151">
                <a:pos x="T62" y="T63"/>
              </a:cxn>
              <a:cxn ang="T152">
                <a:pos x="T64" y="T65"/>
              </a:cxn>
              <a:cxn ang="T153">
                <a:pos x="T66" y="T67"/>
              </a:cxn>
              <a:cxn ang="T154">
                <a:pos x="T68" y="T69"/>
              </a:cxn>
              <a:cxn ang="T155">
                <a:pos x="T70" y="T71"/>
              </a:cxn>
              <a:cxn ang="T156">
                <a:pos x="T72" y="T73"/>
              </a:cxn>
              <a:cxn ang="T157">
                <a:pos x="T74" y="T75"/>
              </a:cxn>
              <a:cxn ang="T158">
                <a:pos x="T76" y="T77"/>
              </a:cxn>
              <a:cxn ang="T159">
                <a:pos x="T78" y="T79"/>
              </a:cxn>
              <a:cxn ang="T160">
                <a:pos x="T80" y="T81"/>
              </a:cxn>
              <a:cxn ang="T161">
                <a:pos x="T82" y="T83"/>
              </a:cxn>
              <a:cxn ang="T162">
                <a:pos x="T84" y="T85"/>
              </a:cxn>
              <a:cxn ang="T163">
                <a:pos x="T86" y="T87"/>
              </a:cxn>
              <a:cxn ang="T164">
                <a:pos x="T88" y="T89"/>
              </a:cxn>
              <a:cxn ang="T165">
                <a:pos x="T90" y="T91"/>
              </a:cxn>
              <a:cxn ang="T166">
                <a:pos x="T92" y="T93"/>
              </a:cxn>
              <a:cxn ang="T167">
                <a:pos x="T94" y="T95"/>
              </a:cxn>
              <a:cxn ang="T168">
                <a:pos x="T96" y="T97"/>
              </a:cxn>
              <a:cxn ang="T169">
                <a:pos x="T98" y="T99"/>
              </a:cxn>
              <a:cxn ang="T170">
                <a:pos x="T100" y="T101"/>
              </a:cxn>
              <a:cxn ang="T171">
                <a:pos x="T102" y="T103"/>
              </a:cxn>
              <a:cxn ang="T172">
                <a:pos x="T104" y="T105"/>
              </a:cxn>
              <a:cxn ang="T173">
                <a:pos x="T106" y="T107"/>
              </a:cxn>
              <a:cxn ang="T174">
                <a:pos x="T108" y="T109"/>
              </a:cxn>
              <a:cxn ang="T175">
                <a:pos x="T110" y="T111"/>
              </a:cxn>
              <a:cxn ang="T176">
                <a:pos x="T112" y="T113"/>
              </a:cxn>
              <a:cxn ang="T177">
                <a:pos x="T114" y="T115"/>
              </a:cxn>
              <a:cxn ang="T178">
                <a:pos x="T116" y="T117"/>
              </a:cxn>
              <a:cxn ang="T179">
                <a:pos x="T118" y="T119"/>
              </a:cxn>
            </a:cxnLst>
            <a:rect l="0" t="0" r="r" b="b"/>
            <a:pathLst>
              <a:path w="3864" h="6111">
                <a:moveTo>
                  <a:pt x="1932" y="0"/>
                </a:moveTo>
                <a:lnTo>
                  <a:pt x="1932" y="0"/>
                </a:lnTo>
                <a:lnTo>
                  <a:pt x="1982" y="0"/>
                </a:lnTo>
                <a:lnTo>
                  <a:pt x="2031" y="2"/>
                </a:lnTo>
                <a:lnTo>
                  <a:pt x="2081" y="5"/>
                </a:lnTo>
                <a:lnTo>
                  <a:pt x="2129" y="9"/>
                </a:lnTo>
                <a:lnTo>
                  <a:pt x="2178" y="15"/>
                </a:lnTo>
                <a:lnTo>
                  <a:pt x="2226" y="22"/>
                </a:lnTo>
                <a:lnTo>
                  <a:pt x="2273" y="30"/>
                </a:lnTo>
                <a:lnTo>
                  <a:pt x="2321" y="39"/>
                </a:lnTo>
                <a:lnTo>
                  <a:pt x="2367" y="48"/>
                </a:lnTo>
                <a:lnTo>
                  <a:pt x="2415" y="60"/>
                </a:lnTo>
                <a:lnTo>
                  <a:pt x="2460" y="73"/>
                </a:lnTo>
                <a:lnTo>
                  <a:pt x="2507" y="87"/>
                </a:lnTo>
                <a:lnTo>
                  <a:pt x="2551" y="101"/>
                </a:lnTo>
                <a:lnTo>
                  <a:pt x="2596" y="117"/>
                </a:lnTo>
                <a:lnTo>
                  <a:pt x="2640" y="133"/>
                </a:lnTo>
                <a:lnTo>
                  <a:pt x="2683" y="152"/>
                </a:lnTo>
                <a:lnTo>
                  <a:pt x="2727" y="170"/>
                </a:lnTo>
                <a:lnTo>
                  <a:pt x="2769" y="190"/>
                </a:lnTo>
                <a:lnTo>
                  <a:pt x="2811" y="211"/>
                </a:lnTo>
                <a:lnTo>
                  <a:pt x="2853" y="233"/>
                </a:lnTo>
                <a:lnTo>
                  <a:pt x="2893" y="255"/>
                </a:lnTo>
                <a:lnTo>
                  <a:pt x="2934" y="279"/>
                </a:lnTo>
                <a:lnTo>
                  <a:pt x="2973" y="304"/>
                </a:lnTo>
                <a:lnTo>
                  <a:pt x="3012" y="329"/>
                </a:lnTo>
                <a:lnTo>
                  <a:pt x="3050" y="356"/>
                </a:lnTo>
                <a:lnTo>
                  <a:pt x="3087" y="383"/>
                </a:lnTo>
                <a:lnTo>
                  <a:pt x="3124" y="412"/>
                </a:lnTo>
                <a:lnTo>
                  <a:pt x="3160" y="441"/>
                </a:lnTo>
                <a:lnTo>
                  <a:pt x="3196" y="471"/>
                </a:lnTo>
                <a:lnTo>
                  <a:pt x="3231" y="501"/>
                </a:lnTo>
                <a:lnTo>
                  <a:pt x="3265" y="532"/>
                </a:lnTo>
                <a:lnTo>
                  <a:pt x="3297" y="565"/>
                </a:lnTo>
                <a:lnTo>
                  <a:pt x="3330" y="599"/>
                </a:lnTo>
                <a:lnTo>
                  <a:pt x="3362" y="632"/>
                </a:lnTo>
                <a:lnTo>
                  <a:pt x="3393" y="667"/>
                </a:lnTo>
                <a:lnTo>
                  <a:pt x="3423" y="702"/>
                </a:lnTo>
                <a:lnTo>
                  <a:pt x="3452" y="739"/>
                </a:lnTo>
                <a:lnTo>
                  <a:pt x="3480" y="775"/>
                </a:lnTo>
                <a:lnTo>
                  <a:pt x="3507" y="813"/>
                </a:lnTo>
                <a:lnTo>
                  <a:pt x="3534" y="852"/>
                </a:lnTo>
                <a:lnTo>
                  <a:pt x="3560" y="890"/>
                </a:lnTo>
                <a:lnTo>
                  <a:pt x="3584" y="930"/>
                </a:lnTo>
                <a:lnTo>
                  <a:pt x="3607" y="970"/>
                </a:lnTo>
                <a:lnTo>
                  <a:pt x="3631" y="1011"/>
                </a:lnTo>
                <a:lnTo>
                  <a:pt x="3653" y="1051"/>
                </a:lnTo>
                <a:lnTo>
                  <a:pt x="3674" y="1094"/>
                </a:lnTo>
                <a:lnTo>
                  <a:pt x="3693" y="1136"/>
                </a:lnTo>
                <a:lnTo>
                  <a:pt x="3712" y="1179"/>
                </a:lnTo>
                <a:lnTo>
                  <a:pt x="3729" y="1223"/>
                </a:lnTo>
                <a:lnTo>
                  <a:pt x="3747" y="1267"/>
                </a:lnTo>
                <a:lnTo>
                  <a:pt x="3762" y="1312"/>
                </a:lnTo>
                <a:lnTo>
                  <a:pt x="3777" y="1357"/>
                </a:lnTo>
                <a:lnTo>
                  <a:pt x="3791" y="1402"/>
                </a:lnTo>
                <a:lnTo>
                  <a:pt x="3802" y="1449"/>
                </a:lnTo>
                <a:lnTo>
                  <a:pt x="3814" y="1495"/>
                </a:lnTo>
                <a:lnTo>
                  <a:pt x="3824" y="1543"/>
                </a:lnTo>
                <a:lnTo>
                  <a:pt x="3834" y="1589"/>
                </a:lnTo>
                <a:lnTo>
                  <a:pt x="3842" y="1638"/>
                </a:lnTo>
                <a:lnTo>
                  <a:pt x="3848" y="1685"/>
                </a:lnTo>
                <a:lnTo>
                  <a:pt x="3853" y="1734"/>
                </a:lnTo>
                <a:lnTo>
                  <a:pt x="3858" y="1783"/>
                </a:lnTo>
                <a:lnTo>
                  <a:pt x="3862" y="1832"/>
                </a:lnTo>
                <a:lnTo>
                  <a:pt x="3863" y="1882"/>
                </a:lnTo>
                <a:lnTo>
                  <a:pt x="3864" y="1932"/>
                </a:lnTo>
                <a:lnTo>
                  <a:pt x="3863" y="1999"/>
                </a:lnTo>
                <a:lnTo>
                  <a:pt x="3859" y="2065"/>
                </a:lnTo>
                <a:lnTo>
                  <a:pt x="3853" y="2130"/>
                </a:lnTo>
                <a:lnTo>
                  <a:pt x="3845" y="2195"/>
                </a:lnTo>
                <a:lnTo>
                  <a:pt x="3836" y="2260"/>
                </a:lnTo>
                <a:lnTo>
                  <a:pt x="3823" y="2324"/>
                </a:lnTo>
                <a:lnTo>
                  <a:pt x="3809" y="2387"/>
                </a:lnTo>
                <a:lnTo>
                  <a:pt x="3793" y="2449"/>
                </a:lnTo>
                <a:lnTo>
                  <a:pt x="3776" y="2511"/>
                </a:lnTo>
                <a:lnTo>
                  <a:pt x="3755" y="2571"/>
                </a:lnTo>
                <a:lnTo>
                  <a:pt x="3733" y="2631"/>
                </a:lnTo>
                <a:lnTo>
                  <a:pt x="3709" y="2690"/>
                </a:lnTo>
                <a:lnTo>
                  <a:pt x="3683" y="2747"/>
                </a:lnTo>
                <a:lnTo>
                  <a:pt x="3656" y="2804"/>
                </a:lnTo>
                <a:lnTo>
                  <a:pt x="3626" y="2859"/>
                </a:lnTo>
                <a:lnTo>
                  <a:pt x="3596" y="2914"/>
                </a:lnTo>
                <a:lnTo>
                  <a:pt x="3566" y="2963"/>
                </a:lnTo>
                <a:lnTo>
                  <a:pt x="3534" y="3011"/>
                </a:lnTo>
                <a:lnTo>
                  <a:pt x="3502" y="3058"/>
                </a:lnTo>
                <a:lnTo>
                  <a:pt x="3467" y="3103"/>
                </a:lnTo>
                <a:lnTo>
                  <a:pt x="3432" y="3148"/>
                </a:lnTo>
                <a:lnTo>
                  <a:pt x="3395" y="3193"/>
                </a:lnTo>
                <a:lnTo>
                  <a:pt x="3358" y="3234"/>
                </a:lnTo>
                <a:lnTo>
                  <a:pt x="3318" y="3276"/>
                </a:lnTo>
                <a:lnTo>
                  <a:pt x="3278" y="3317"/>
                </a:lnTo>
                <a:lnTo>
                  <a:pt x="3237" y="3356"/>
                </a:lnTo>
                <a:lnTo>
                  <a:pt x="3194" y="3393"/>
                </a:lnTo>
                <a:lnTo>
                  <a:pt x="3150" y="3431"/>
                </a:lnTo>
                <a:lnTo>
                  <a:pt x="3106" y="3465"/>
                </a:lnTo>
                <a:lnTo>
                  <a:pt x="3059" y="3500"/>
                </a:lnTo>
                <a:lnTo>
                  <a:pt x="3013" y="3533"/>
                </a:lnTo>
                <a:lnTo>
                  <a:pt x="2965" y="3564"/>
                </a:lnTo>
                <a:lnTo>
                  <a:pt x="2965" y="3763"/>
                </a:lnTo>
                <a:lnTo>
                  <a:pt x="3040" y="3756"/>
                </a:lnTo>
                <a:lnTo>
                  <a:pt x="3184" y="3744"/>
                </a:lnTo>
                <a:lnTo>
                  <a:pt x="3240" y="3879"/>
                </a:lnTo>
                <a:lnTo>
                  <a:pt x="3257" y="3921"/>
                </a:lnTo>
                <a:lnTo>
                  <a:pt x="3272" y="3961"/>
                </a:lnTo>
                <a:lnTo>
                  <a:pt x="3283" y="4003"/>
                </a:lnTo>
                <a:lnTo>
                  <a:pt x="3293" y="4044"/>
                </a:lnTo>
                <a:lnTo>
                  <a:pt x="3301" y="4084"/>
                </a:lnTo>
                <a:lnTo>
                  <a:pt x="3305" y="4125"/>
                </a:lnTo>
                <a:lnTo>
                  <a:pt x="3309" y="4166"/>
                </a:lnTo>
                <a:lnTo>
                  <a:pt x="3310" y="4206"/>
                </a:lnTo>
                <a:lnTo>
                  <a:pt x="3309" y="4248"/>
                </a:lnTo>
                <a:lnTo>
                  <a:pt x="3305" y="4289"/>
                </a:lnTo>
                <a:lnTo>
                  <a:pt x="3300" y="4329"/>
                </a:lnTo>
                <a:lnTo>
                  <a:pt x="3292" y="4370"/>
                </a:lnTo>
                <a:lnTo>
                  <a:pt x="3282" y="4409"/>
                </a:lnTo>
                <a:lnTo>
                  <a:pt x="3269" y="4449"/>
                </a:lnTo>
                <a:lnTo>
                  <a:pt x="3256" y="4487"/>
                </a:lnTo>
                <a:lnTo>
                  <a:pt x="3239" y="4527"/>
                </a:lnTo>
                <a:lnTo>
                  <a:pt x="3224" y="4560"/>
                </a:lnTo>
                <a:lnTo>
                  <a:pt x="3240" y="4600"/>
                </a:lnTo>
                <a:lnTo>
                  <a:pt x="3257" y="4642"/>
                </a:lnTo>
                <a:lnTo>
                  <a:pt x="3272" y="4682"/>
                </a:lnTo>
                <a:lnTo>
                  <a:pt x="3283" y="4724"/>
                </a:lnTo>
                <a:lnTo>
                  <a:pt x="3293" y="4765"/>
                </a:lnTo>
                <a:lnTo>
                  <a:pt x="3301" y="4805"/>
                </a:lnTo>
                <a:lnTo>
                  <a:pt x="3305" y="4846"/>
                </a:lnTo>
                <a:lnTo>
                  <a:pt x="3309" y="4888"/>
                </a:lnTo>
                <a:lnTo>
                  <a:pt x="3310" y="4927"/>
                </a:lnTo>
                <a:lnTo>
                  <a:pt x="3309" y="4969"/>
                </a:lnTo>
                <a:lnTo>
                  <a:pt x="3305" y="5010"/>
                </a:lnTo>
                <a:lnTo>
                  <a:pt x="3300" y="5050"/>
                </a:lnTo>
                <a:lnTo>
                  <a:pt x="3292" y="5091"/>
                </a:lnTo>
                <a:lnTo>
                  <a:pt x="3282" y="5130"/>
                </a:lnTo>
                <a:lnTo>
                  <a:pt x="3269" y="5170"/>
                </a:lnTo>
                <a:lnTo>
                  <a:pt x="3256" y="5209"/>
                </a:lnTo>
                <a:lnTo>
                  <a:pt x="3239" y="5248"/>
                </a:lnTo>
                <a:lnTo>
                  <a:pt x="3191" y="5356"/>
                </a:lnTo>
                <a:lnTo>
                  <a:pt x="3073" y="5366"/>
                </a:lnTo>
                <a:lnTo>
                  <a:pt x="886" y="5559"/>
                </a:lnTo>
                <a:lnTo>
                  <a:pt x="735" y="5573"/>
                </a:lnTo>
                <a:lnTo>
                  <a:pt x="681" y="5430"/>
                </a:lnTo>
                <a:lnTo>
                  <a:pt x="668" y="5395"/>
                </a:lnTo>
                <a:lnTo>
                  <a:pt x="656" y="5359"/>
                </a:lnTo>
                <a:lnTo>
                  <a:pt x="646" y="5323"/>
                </a:lnTo>
                <a:lnTo>
                  <a:pt x="636" y="5286"/>
                </a:lnTo>
                <a:lnTo>
                  <a:pt x="628" y="5249"/>
                </a:lnTo>
                <a:lnTo>
                  <a:pt x="623" y="5210"/>
                </a:lnTo>
                <a:lnTo>
                  <a:pt x="618" y="5172"/>
                </a:lnTo>
                <a:lnTo>
                  <a:pt x="616" y="5133"/>
                </a:lnTo>
                <a:lnTo>
                  <a:pt x="614" y="5091"/>
                </a:lnTo>
                <a:lnTo>
                  <a:pt x="617" y="5049"/>
                </a:lnTo>
                <a:lnTo>
                  <a:pt x="621" y="5006"/>
                </a:lnTo>
                <a:lnTo>
                  <a:pt x="628" y="4963"/>
                </a:lnTo>
                <a:lnTo>
                  <a:pt x="633" y="4941"/>
                </a:lnTo>
                <a:lnTo>
                  <a:pt x="638" y="4919"/>
                </a:lnTo>
                <a:lnTo>
                  <a:pt x="645" y="4897"/>
                </a:lnTo>
                <a:lnTo>
                  <a:pt x="652" y="4875"/>
                </a:lnTo>
                <a:lnTo>
                  <a:pt x="659" y="4853"/>
                </a:lnTo>
                <a:lnTo>
                  <a:pt x="668" y="4831"/>
                </a:lnTo>
                <a:lnTo>
                  <a:pt x="677" y="4808"/>
                </a:lnTo>
                <a:lnTo>
                  <a:pt x="688" y="4786"/>
                </a:lnTo>
                <a:lnTo>
                  <a:pt x="700" y="4759"/>
                </a:lnTo>
                <a:lnTo>
                  <a:pt x="681" y="4709"/>
                </a:lnTo>
                <a:lnTo>
                  <a:pt x="668" y="4674"/>
                </a:lnTo>
                <a:lnTo>
                  <a:pt x="656" y="4638"/>
                </a:lnTo>
                <a:lnTo>
                  <a:pt x="646" y="4602"/>
                </a:lnTo>
                <a:lnTo>
                  <a:pt x="636" y="4565"/>
                </a:lnTo>
                <a:lnTo>
                  <a:pt x="628" y="4528"/>
                </a:lnTo>
                <a:lnTo>
                  <a:pt x="623" y="4489"/>
                </a:lnTo>
                <a:lnTo>
                  <a:pt x="618" y="4451"/>
                </a:lnTo>
                <a:lnTo>
                  <a:pt x="616" y="4412"/>
                </a:lnTo>
                <a:lnTo>
                  <a:pt x="614" y="4370"/>
                </a:lnTo>
                <a:lnTo>
                  <a:pt x="617" y="4327"/>
                </a:lnTo>
                <a:lnTo>
                  <a:pt x="621" y="4285"/>
                </a:lnTo>
                <a:lnTo>
                  <a:pt x="628" y="4242"/>
                </a:lnTo>
                <a:lnTo>
                  <a:pt x="633" y="4220"/>
                </a:lnTo>
                <a:lnTo>
                  <a:pt x="638" y="4198"/>
                </a:lnTo>
                <a:lnTo>
                  <a:pt x="645" y="4176"/>
                </a:lnTo>
                <a:lnTo>
                  <a:pt x="652" y="4154"/>
                </a:lnTo>
                <a:lnTo>
                  <a:pt x="659" y="4132"/>
                </a:lnTo>
                <a:lnTo>
                  <a:pt x="668" y="4110"/>
                </a:lnTo>
                <a:lnTo>
                  <a:pt x="677" y="4087"/>
                </a:lnTo>
                <a:lnTo>
                  <a:pt x="688" y="4064"/>
                </a:lnTo>
                <a:lnTo>
                  <a:pt x="736" y="3960"/>
                </a:lnTo>
                <a:lnTo>
                  <a:pt x="851" y="3950"/>
                </a:lnTo>
                <a:lnTo>
                  <a:pt x="934" y="3943"/>
                </a:lnTo>
                <a:lnTo>
                  <a:pt x="934" y="3586"/>
                </a:lnTo>
                <a:lnTo>
                  <a:pt x="885" y="3555"/>
                </a:lnTo>
                <a:lnTo>
                  <a:pt x="836" y="3522"/>
                </a:lnTo>
                <a:lnTo>
                  <a:pt x="789" y="3489"/>
                </a:lnTo>
                <a:lnTo>
                  <a:pt x="742" y="3454"/>
                </a:lnTo>
                <a:lnTo>
                  <a:pt x="697" y="3417"/>
                </a:lnTo>
                <a:lnTo>
                  <a:pt x="653" y="3378"/>
                </a:lnTo>
                <a:lnTo>
                  <a:pt x="610" y="3340"/>
                </a:lnTo>
                <a:lnTo>
                  <a:pt x="568" y="3299"/>
                </a:lnTo>
                <a:lnTo>
                  <a:pt x="527" y="3258"/>
                </a:lnTo>
                <a:lnTo>
                  <a:pt x="488" y="3215"/>
                </a:lnTo>
                <a:lnTo>
                  <a:pt x="450" y="3170"/>
                </a:lnTo>
                <a:lnTo>
                  <a:pt x="414" y="3125"/>
                </a:lnTo>
                <a:lnTo>
                  <a:pt x="378" y="3079"/>
                </a:lnTo>
                <a:lnTo>
                  <a:pt x="344" y="3031"/>
                </a:lnTo>
                <a:lnTo>
                  <a:pt x="311" y="2982"/>
                </a:lnTo>
                <a:lnTo>
                  <a:pt x="280" y="2934"/>
                </a:lnTo>
                <a:lnTo>
                  <a:pt x="248" y="2878"/>
                </a:lnTo>
                <a:lnTo>
                  <a:pt x="217" y="2821"/>
                </a:lnTo>
                <a:lnTo>
                  <a:pt x="188" y="2763"/>
                </a:lnTo>
                <a:lnTo>
                  <a:pt x="162" y="2705"/>
                </a:lnTo>
                <a:lnTo>
                  <a:pt x="136" y="2644"/>
                </a:lnTo>
                <a:lnTo>
                  <a:pt x="113" y="2584"/>
                </a:lnTo>
                <a:lnTo>
                  <a:pt x="92" y="2523"/>
                </a:lnTo>
                <a:lnTo>
                  <a:pt x="73" y="2460"/>
                </a:lnTo>
                <a:lnTo>
                  <a:pt x="56" y="2396"/>
                </a:lnTo>
                <a:lnTo>
                  <a:pt x="42" y="2332"/>
                </a:lnTo>
                <a:lnTo>
                  <a:pt x="29" y="2267"/>
                </a:lnTo>
                <a:lnTo>
                  <a:pt x="19" y="2201"/>
                </a:lnTo>
                <a:lnTo>
                  <a:pt x="11" y="2135"/>
                </a:lnTo>
                <a:lnTo>
                  <a:pt x="5" y="2067"/>
                </a:lnTo>
                <a:lnTo>
                  <a:pt x="1" y="2000"/>
                </a:lnTo>
                <a:lnTo>
                  <a:pt x="0" y="1932"/>
                </a:lnTo>
                <a:lnTo>
                  <a:pt x="0" y="1882"/>
                </a:lnTo>
                <a:lnTo>
                  <a:pt x="3" y="1832"/>
                </a:lnTo>
                <a:lnTo>
                  <a:pt x="5" y="1783"/>
                </a:lnTo>
                <a:lnTo>
                  <a:pt x="10" y="1734"/>
                </a:lnTo>
                <a:lnTo>
                  <a:pt x="15" y="1685"/>
                </a:lnTo>
                <a:lnTo>
                  <a:pt x="22" y="1638"/>
                </a:lnTo>
                <a:lnTo>
                  <a:pt x="30" y="1589"/>
                </a:lnTo>
                <a:lnTo>
                  <a:pt x="39" y="1543"/>
                </a:lnTo>
                <a:lnTo>
                  <a:pt x="49" y="1495"/>
                </a:lnTo>
                <a:lnTo>
                  <a:pt x="61" y="1449"/>
                </a:lnTo>
                <a:lnTo>
                  <a:pt x="73" y="1402"/>
                </a:lnTo>
                <a:lnTo>
                  <a:pt x="86" y="1357"/>
                </a:lnTo>
                <a:lnTo>
                  <a:pt x="101" y="1312"/>
                </a:lnTo>
                <a:lnTo>
                  <a:pt x="118" y="1267"/>
                </a:lnTo>
                <a:lnTo>
                  <a:pt x="134" y="1223"/>
                </a:lnTo>
                <a:lnTo>
                  <a:pt x="151" y="1179"/>
                </a:lnTo>
                <a:lnTo>
                  <a:pt x="171" y="1136"/>
                </a:lnTo>
                <a:lnTo>
                  <a:pt x="191" y="1094"/>
                </a:lnTo>
                <a:lnTo>
                  <a:pt x="212" y="1051"/>
                </a:lnTo>
                <a:lnTo>
                  <a:pt x="232" y="1011"/>
                </a:lnTo>
                <a:lnTo>
                  <a:pt x="256" y="970"/>
                </a:lnTo>
                <a:lnTo>
                  <a:pt x="279" y="930"/>
                </a:lnTo>
                <a:lnTo>
                  <a:pt x="304" y="890"/>
                </a:lnTo>
                <a:lnTo>
                  <a:pt x="330" y="852"/>
                </a:lnTo>
                <a:lnTo>
                  <a:pt x="357" y="813"/>
                </a:lnTo>
                <a:lnTo>
                  <a:pt x="383" y="775"/>
                </a:lnTo>
                <a:lnTo>
                  <a:pt x="411" y="739"/>
                </a:lnTo>
                <a:lnTo>
                  <a:pt x="441" y="702"/>
                </a:lnTo>
                <a:lnTo>
                  <a:pt x="470" y="667"/>
                </a:lnTo>
                <a:lnTo>
                  <a:pt x="502" y="632"/>
                </a:lnTo>
                <a:lnTo>
                  <a:pt x="533" y="599"/>
                </a:lnTo>
                <a:lnTo>
                  <a:pt x="566" y="565"/>
                </a:lnTo>
                <a:lnTo>
                  <a:pt x="599" y="532"/>
                </a:lnTo>
                <a:lnTo>
                  <a:pt x="633" y="501"/>
                </a:lnTo>
                <a:lnTo>
                  <a:pt x="668" y="471"/>
                </a:lnTo>
                <a:lnTo>
                  <a:pt x="703" y="441"/>
                </a:lnTo>
                <a:lnTo>
                  <a:pt x="739" y="412"/>
                </a:lnTo>
                <a:lnTo>
                  <a:pt x="776" y="383"/>
                </a:lnTo>
                <a:lnTo>
                  <a:pt x="813" y="356"/>
                </a:lnTo>
                <a:lnTo>
                  <a:pt x="851" y="329"/>
                </a:lnTo>
                <a:lnTo>
                  <a:pt x="891" y="304"/>
                </a:lnTo>
                <a:lnTo>
                  <a:pt x="930" y="279"/>
                </a:lnTo>
                <a:lnTo>
                  <a:pt x="970" y="255"/>
                </a:lnTo>
                <a:lnTo>
                  <a:pt x="1010" y="233"/>
                </a:lnTo>
                <a:lnTo>
                  <a:pt x="1052" y="211"/>
                </a:lnTo>
                <a:lnTo>
                  <a:pt x="1094" y="190"/>
                </a:lnTo>
                <a:lnTo>
                  <a:pt x="1137" y="170"/>
                </a:lnTo>
                <a:lnTo>
                  <a:pt x="1180" y="152"/>
                </a:lnTo>
                <a:lnTo>
                  <a:pt x="1224" y="133"/>
                </a:lnTo>
                <a:lnTo>
                  <a:pt x="1268" y="117"/>
                </a:lnTo>
                <a:lnTo>
                  <a:pt x="1312" y="101"/>
                </a:lnTo>
                <a:lnTo>
                  <a:pt x="1357" y="87"/>
                </a:lnTo>
                <a:lnTo>
                  <a:pt x="1403" y="73"/>
                </a:lnTo>
                <a:lnTo>
                  <a:pt x="1449" y="60"/>
                </a:lnTo>
                <a:lnTo>
                  <a:pt x="1496" y="48"/>
                </a:lnTo>
                <a:lnTo>
                  <a:pt x="1542" y="39"/>
                </a:lnTo>
                <a:lnTo>
                  <a:pt x="1590" y="30"/>
                </a:lnTo>
                <a:lnTo>
                  <a:pt x="1637" y="22"/>
                </a:lnTo>
                <a:lnTo>
                  <a:pt x="1686" y="15"/>
                </a:lnTo>
                <a:lnTo>
                  <a:pt x="1735" y="9"/>
                </a:lnTo>
                <a:lnTo>
                  <a:pt x="1783" y="5"/>
                </a:lnTo>
                <a:lnTo>
                  <a:pt x="1832" y="2"/>
                </a:lnTo>
                <a:lnTo>
                  <a:pt x="1882" y="0"/>
                </a:lnTo>
                <a:lnTo>
                  <a:pt x="1932" y="0"/>
                </a:lnTo>
                <a:close/>
                <a:moveTo>
                  <a:pt x="1507" y="2300"/>
                </a:moveTo>
                <a:lnTo>
                  <a:pt x="1507" y="2300"/>
                </a:lnTo>
                <a:lnTo>
                  <a:pt x="1533" y="2310"/>
                </a:lnTo>
                <a:lnTo>
                  <a:pt x="1557" y="2318"/>
                </a:lnTo>
                <a:lnTo>
                  <a:pt x="1569" y="2321"/>
                </a:lnTo>
                <a:lnTo>
                  <a:pt x="1580" y="2323"/>
                </a:lnTo>
                <a:lnTo>
                  <a:pt x="1592" y="2324"/>
                </a:lnTo>
                <a:lnTo>
                  <a:pt x="1604" y="2324"/>
                </a:lnTo>
                <a:lnTo>
                  <a:pt x="1619" y="2324"/>
                </a:lnTo>
                <a:lnTo>
                  <a:pt x="1633" y="2322"/>
                </a:lnTo>
                <a:lnTo>
                  <a:pt x="1648" y="2318"/>
                </a:lnTo>
                <a:lnTo>
                  <a:pt x="1663" y="2314"/>
                </a:lnTo>
                <a:lnTo>
                  <a:pt x="1677" y="2308"/>
                </a:lnTo>
                <a:lnTo>
                  <a:pt x="1691" y="2300"/>
                </a:lnTo>
                <a:lnTo>
                  <a:pt x="1705" y="2289"/>
                </a:lnTo>
                <a:lnTo>
                  <a:pt x="1718" y="2279"/>
                </a:lnTo>
                <a:lnTo>
                  <a:pt x="1750" y="2251"/>
                </a:lnTo>
                <a:lnTo>
                  <a:pt x="1782" y="2276"/>
                </a:lnTo>
                <a:lnTo>
                  <a:pt x="1801" y="2290"/>
                </a:lnTo>
                <a:lnTo>
                  <a:pt x="1819" y="2303"/>
                </a:lnTo>
                <a:lnTo>
                  <a:pt x="1838" y="2314"/>
                </a:lnTo>
                <a:lnTo>
                  <a:pt x="1855" y="2323"/>
                </a:lnTo>
                <a:lnTo>
                  <a:pt x="1873" y="2330"/>
                </a:lnTo>
                <a:lnTo>
                  <a:pt x="1890" y="2336"/>
                </a:lnTo>
                <a:lnTo>
                  <a:pt x="1908" y="2339"/>
                </a:lnTo>
                <a:lnTo>
                  <a:pt x="1924" y="2340"/>
                </a:lnTo>
                <a:lnTo>
                  <a:pt x="1939" y="2340"/>
                </a:lnTo>
                <a:lnTo>
                  <a:pt x="1954" y="2338"/>
                </a:lnTo>
                <a:lnTo>
                  <a:pt x="1969" y="2333"/>
                </a:lnTo>
                <a:lnTo>
                  <a:pt x="1984" y="2328"/>
                </a:lnTo>
                <a:lnTo>
                  <a:pt x="1999" y="2319"/>
                </a:lnTo>
                <a:lnTo>
                  <a:pt x="2013" y="2309"/>
                </a:lnTo>
                <a:lnTo>
                  <a:pt x="2028" y="2296"/>
                </a:lnTo>
                <a:lnTo>
                  <a:pt x="2044" y="2282"/>
                </a:lnTo>
                <a:lnTo>
                  <a:pt x="2077" y="2246"/>
                </a:lnTo>
                <a:lnTo>
                  <a:pt x="2113" y="2279"/>
                </a:lnTo>
                <a:lnTo>
                  <a:pt x="2134" y="2295"/>
                </a:lnTo>
                <a:lnTo>
                  <a:pt x="2154" y="2308"/>
                </a:lnTo>
                <a:lnTo>
                  <a:pt x="2175" y="2319"/>
                </a:lnTo>
                <a:lnTo>
                  <a:pt x="2194" y="2326"/>
                </a:lnTo>
                <a:lnTo>
                  <a:pt x="2215" y="2332"/>
                </a:lnTo>
                <a:lnTo>
                  <a:pt x="2235" y="2336"/>
                </a:lnTo>
                <a:lnTo>
                  <a:pt x="2255" y="2337"/>
                </a:lnTo>
                <a:lnTo>
                  <a:pt x="2275" y="2336"/>
                </a:lnTo>
                <a:lnTo>
                  <a:pt x="2291" y="2333"/>
                </a:lnTo>
                <a:lnTo>
                  <a:pt x="2308" y="2330"/>
                </a:lnTo>
                <a:lnTo>
                  <a:pt x="2324" y="2325"/>
                </a:lnTo>
                <a:lnTo>
                  <a:pt x="2342" y="2319"/>
                </a:lnTo>
                <a:lnTo>
                  <a:pt x="2359" y="2314"/>
                </a:lnTo>
                <a:lnTo>
                  <a:pt x="2377" y="2307"/>
                </a:lnTo>
                <a:lnTo>
                  <a:pt x="2412" y="2290"/>
                </a:lnTo>
                <a:lnTo>
                  <a:pt x="2484" y="2175"/>
                </a:lnTo>
                <a:lnTo>
                  <a:pt x="2653" y="2281"/>
                </a:lnTo>
                <a:lnTo>
                  <a:pt x="2239" y="2948"/>
                </a:lnTo>
                <a:lnTo>
                  <a:pt x="2239" y="3826"/>
                </a:lnTo>
                <a:lnTo>
                  <a:pt x="2564" y="3799"/>
                </a:lnTo>
                <a:lnTo>
                  <a:pt x="2564" y="3450"/>
                </a:lnTo>
                <a:lnTo>
                  <a:pt x="2564" y="3332"/>
                </a:lnTo>
                <a:lnTo>
                  <a:pt x="2668" y="3274"/>
                </a:lnTo>
                <a:lnTo>
                  <a:pt x="2712" y="3248"/>
                </a:lnTo>
                <a:lnTo>
                  <a:pt x="2756" y="3222"/>
                </a:lnTo>
                <a:lnTo>
                  <a:pt x="2799" y="3194"/>
                </a:lnTo>
                <a:lnTo>
                  <a:pt x="2841" y="3163"/>
                </a:lnTo>
                <a:lnTo>
                  <a:pt x="2882" y="3132"/>
                </a:lnTo>
                <a:lnTo>
                  <a:pt x="2921" y="3100"/>
                </a:lnTo>
                <a:lnTo>
                  <a:pt x="2960" y="3066"/>
                </a:lnTo>
                <a:lnTo>
                  <a:pt x="2997" y="3031"/>
                </a:lnTo>
                <a:lnTo>
                  <a:pt x="3033" y="2995"/>
                </a:lnTo>
                <a:lnTo>
                  <a:pt x="3067" y="2958"/>
                </a:lnTo>
                <a:lnTo>
                  <a:pt x="3101" y="2918"/>
                </a:lnTo>
                <a:lnTo>
                  <a:pt x="3134" y="2879"/>
                </a:lnTo>
                <a:lnTo>
                  <a:pt x="3165" y="2838"/>
                </a:lnTo>
                <a:lnTo>
                  <a:pt x="3195" y="2797"/>
                </a:lnTo>
                <a:lnTo>
                  <a:pt x="3223" y="2754"/>
                </a:lnTo>
                <a:lnTo>
                  <a:pt x="3250" y="2711"/>
                </a:lnTo>
                <a:lnTo>
                  <a:pt x="3275" y="2667"/>
                </a:lnTo>
                <a:lnTo>
                  <a:pt x="3299" y="2624"/>
                </a:lnTo>
                <a:lnTo>
                  <a:pt x="3319" y="2578"/>
                </a:lnTo>
                <a:lnTo>
                  <a:pt x="3340" y="2533"/>
                </a:lnTo>
                <a:lnTo>
                  <a:pt x="3359" y="2487"/>
                </a:lnTo>
                <a:lnTo>
                  <a:pt x="3376" y="2439"/>
                </a:lnTo>
                <a:lnTo>
                  <a:pt x="3393" y="2391"/>
                </a:lnTo>
                <a:lnTo>
                  <a:pt x="3406" y="2343"/>
                </a:lnTo>
                <a:lnTo>
                  <a:pt x="3419" y="2293"/>
                </a:lnTo>
                <a:lnTo>
                  <a:pt x="3431" y="2243"/>
                </a:lnTo>
                <a:lnTo>
                  <a:pt x="3440" y="2193"/>
                </a:lnTo>
                <a:lnTo>
                  <a:pt x="3448" y="2142"/>
                </a:lnTo>
                <a:lnTo>
                  <a:pt x="3454" y="2089"/>
                </a:lnTo>
                <a:lnTo>
                  <a:pt x="3459" y="2037"/>
                </a:lnTo>
                <a:lnTo>
                  <a:pt x="3461" y="1985"/>
                </a:lnTo>
                <a:lnTo>
                  <a:pt x="3462" y="1932"/>
                </a:lnTo>
                <a:lnTo>
                  <a:pt x="3462" y="1892"/>
                </a:lnTo>
                <a:lnTo>
                  <a:pt x="3460" y="1853"/>
                </a:lnTo>
                <a:lnTo>
                  <a:pt x="3458" y="1814"/>
                </a:lnTo>
                <a:lnTo>
                  <a:pt x="3454" y="1775"/>
                </a:lnTo>
                <a:lnTo>
                  <a:pt x="3449" y="1737"/>
                </a:lnTo>
                <a:lnTo>
                  <a:pt x="3445" y="1698"/>
                </a:lnTo>
                <a:lnTo>
                  <a:pt x="3438" y="1661"/>
                </a:lnTo>
                <a:lnTo>
                  <a:pt x="3431" y="1623"/>
                </a:lnTo>
                <a:lnTo>
                  <a:pt x="3423" y="1586"/>
                </a:lnTo>
                <a:lnTo>
                  <a:pt x="3415" y="1548"/>
                </a:lnTo>
                <a:lnTo>
                  <a:pt x="3404" y="1512"/>
                </a:lnTo>
                <a:lnTo>
                  <a:pt x="3394" y="1476"/>
                </a:lnTo>
                <a:lnTo>
                  <a:pt x="3382" y="1440"/>
                </a:lnTo>
                <a:lnTo>
                  <a:pt x="3369" y="1406"/>
                </a:lnTo>
                <a:lnTo>
                  <a:pt x="3357" y="1371"/>
                </a:lnTo>
                <a:lnTo>
                  <a:pt x="3341" y="1336"/>
                </a:lnTo>
                <a:lnTo>
                  <a:pt x="3328" y="1301"/>
                </a:lnTo>
                <a:lnTo>
                  <a:pt x="3311" y="1267"/>
                </a:lnTo>
                <a:lnTo>
                  <a:pt x="3295" y="1235"/>
                </a:lnTo>
                <a:lnTo>
                  <a:pt x="3278" y="1202"/>
                </a:lnTo>
                <a:lnTo>
                  <a:pt x="3259" y="1170"/>
                </a:lnTo>
                <a:lnTo>
                  <a:pt x="3240" y="1137"/>
                </a:lnTo>
                <a:lnTo>
                  <a:pt x="3221" y="1106"/>
                </a:lnTo>
                <a:lnTo>
                  <a:pt x="3201" y="1076"/>
                </a:lnTo>
                <a:lnTo>
                  <a:pt x="3180" y="1046"/>
                </a:lnTo>
                <a:lnTo>
                  <a:pt x="3158" y="1015"/>
                </a:lnTo>
                <a:lnTo>
                  <a:pt x="3136" y="986"/>
                </a:lnTo>
                <a:lnTo>
                  <a:pt x="3113" y="957"/>
                </a:lnTo>
                <a:lnTo>
                  <a:pt x="3090" y="930"/>
                </a:lnTo>
                <a:lnTo>
                  <a:pt x="3065" y="902"/>
                </a:lnTo>
                <a:lnTo>
                  <a:pt x="3040" y="875"/>
                </a:lnTo>
                <a:lnTo>
                  <a:pt x="3014" y="849"/>
                </a:lnTo>
                <a:lnTo>
                  <a:pt x="2987" y="824"/>
                </a:lnTo>
                <a:lnTo>
                  <a:pt x="2961" y="798"/>
                </a:lnTo>
                <a:lnTo>
                  <a:pt x="2934" y="774"/>
                </a:lnTo>
                <a:lnTo>
                  <a:pt x="2905" y="751"/>
                </a:lnTo>
                <a:lnTo>
                  <a:pt x="2877" y="728"/>
                </a:lnTo>
                <a:lnTo>
                  <a:pt x="2848" y="704"/>
                </a:lnTo>
                <a:lnTo>
                  <a:pt x="2818" y="683"/>
                </a:lnTo>
                <a:lnTo>
                  <a:pt x="2788" y="663"/>
                </a:lnTo>
                <a:lnTo>
                  <a:pt x="2756" y="642"/>
                </a:lnTo>
                <a:lnTo>
                  <a:pt x="2725" y="622"/>
                </a:lnTo>
                <a:lnTo>
                  <a:pt x="2694" y="603"/>
                </a:lnTo>
                <a:lnTo>
                  <a:pt x="2661" y="586"/>
                </a:lnTo>
                <a:lnTo>
                  <a:pt x="2629" y="568"/>
                </a:lnTo>
                <a:lnTo>
                  <a:pt x="2595" y="552"/>
                </a:lnTo>
                <a:lnTo>
                  <a:pt x="2561" y="536"/>
                </a:lnTo>
                <a:lnTo>
                  <a:pt x="2528" y="521"/>
                </a:lnTo>
                <a:lnTo>
                  <a:pt x="2493" y="507"/>
                </a:lnTo>
                <a:lnTo>
                  <a:pt x="2458" y="494"/>
                </a:lnTo>
                <a:lnTo>
                  <a:pt x="2423" y="481"/>
                </a:lnTo>
                <a:lnTo>
                  <a:pt x="2387" y="470"/>
                </a:lnTo>
                <a:lnTo>
                  <a:pt x="2351" y="459"/>
                </a:lnTo>
                <a:lnTo>
                  <a:pt x="2314" y="449"/>
                </a:lnTo>
                <a:lnTo>
                  <a:pt x="2277" y="440"/>
                </a:lnTo>
                <a:lnTo>
                  <a:pt x="2240" y="431"/>
                </a:lnTo>
                <a:lnTo>
                  <a:pt x="2203" y="424"/>
                </a:lnTo>
                <a:lnTo>
                  <a:pt x="2164" y="419"/>
                </a:lnTo>
                <a:lnTo>
                  <a:pt x="2127" y="413"/>
                </a:lnTo>
                <a:lnTo>
                  <a:pt x="2088" y="408"/>
                </a:lnTo>
                <a:lnTo>
                  <a:pt x="2049" y="405"/>
                </a:lnTo>
                <a:lnTo>
                  <a:pt x="2011" y="402"/>
                </a:lnTo>
                <a:lnTo>
                  <a:pt x="1972" y="401"/>
                </a:lnTo>
                <a:lnTo>
                  <a:pt x="1932" y="401"/>
                </a:lnTo>
                <a:lnTo>
                  <a:pt x="1893" y="401"/>
                </a:lnTo>
                <a:lnTo>
                  <a:pt x="1853" y="402"/>
                </a:lnTo>
                <a:lnTo>
                  <a:pt x="1814" y="405"/>
                </a:lnTo>
                <a:lnTo>
                  <a:pt x="1775" y="408"/>
                </a:lnTo>
                <a:lnTo>
                  <a:pt x="1737" y="413"/>
                </a:lnTo>
                <a:lnTo>
                  <a:pt x="1699" y="419"/>
                </a:lnTo>
                <a:lnTo>
                  <a:pt x="1660" y="424"/>
                </a:lnTo>
                <a:lnTo>
                  <a:pt x="1623" y="431"/>
                </a:lnTo>
                <a:lnTo>
                  <a:pt x="1586" y="440"/>
                </a:lnTo>
                <a:lnTo>
                  <a:pt x="1549" y="449"/>
                </a:lnTo>
                <a:lnTo>
                  <a:pt x="1513" y="459"/>
                </a:lnTo>
                <a:lnTo>
                  <a:pt x="1477" y="470"/>
                </a:lnTo>
                <a:lnTo>
                  <a:pt x="1441" y="481"/>
                </a:lnTo>
                <a:lnTo>
                  <a:pt x="1405" y="494"/>
                </a:lnTo>
                <a:lnTo>
                  <a:pt x="1370" y="507"/>
                </a:lnTo>
                <a:lnTo>
                  <a:pt x="1335" y="521"/>
                </a:lnTo>
                <a:lnTo>
                  <a:pt x="1302" y="536"/>
                </a:lnTo>
                <a:lnTo>
                  <a:pt x="1268" y="552"/>
                </a:lnTo>
                <a:lnTo>
                  <a:pt x="1234" y="568"/>
                </a:lnTo>
                <a:lnTo>
                  <a:pt x="1202" y="586"/>
                </a:lnTo>
                <a:lnTo>
                  <a:pt x="1169" y="603"/>
                </a:lnTo>
                <a:lnTo>
                  <a:pt x="1138" y="622"/>
                </a:lnTo>
                <a:lnTo>
                  <a:pt x="1107" y="642"/>
                </a:lnTo>
                <a:lnTo>
                  <a:pt x="1076" y="663"/>
                </a:lnTo>
                <a:lnTo>
                  <a:pt x="1045" y="683"/>
                </a:lnTo>
                <a:lnTo>
                  <a:pt x="1016" y="704"/>
                </a:lnTo>
                <a:lnTo>
                  <a:pt x="987" y="728"/>
                </a:lnTo>
                <a:lnTo>
                  <a:pt x="958" y="751"/>
                </a:lnTo>
                <a:lnTo>
                  <a:pt x="930" y="774"/>
                </a:lnTo>
                <a:lnTo>
                  <a:pt x="902" y="798"/>
                </a:lnTo>
                <a:lnTo>
                  <a:pt x="876" y="824"/>
                </a:lnTo>
                <a:lnTo>
                  <a:pt x="849" y="849"/>
                </a:lnTo>
                <a:lnTo>
                  <a:pt x="823" y="875"/>
                </a:lnTo>
                <a:lnTo>
                  <a:pt x="799" y="902"/>
                </a:lnTo>
                <a:lnTo>
                  <a:pt x="775" y="930"/>
                </a:lnTo>
                <a:lnTo>
                  <a:pt x="750" y="957"/>
                </a:lnTo>
                <a:lnTo>
                  <a:pt x="728" y="986"/>
                </a:lnTo>
                <a:lnTo>
                  <a:pt x="705" y="1015"/>
                </a:lnTo>
                <a:lnTo>
                  <a:pt x="684" y="1046"/>
                </a:lnTo>
                <a:lnTo>
                  <a:pt x="662" y="1076"/>
                </a:lnTo>
                <a:lnTo>
                  <a:pt x="642" y="1106"/>
                </a:lnTo>
                <a:lnTo>
                  <a:pt x="623" y="1137"/>
                </a:lnTo>
                <a:lnTo>
                  <a:pt x="604" y="1170"/>
                </a:lnTo>
                <a:lnTo>
                  <a:pt x="585" y="1202"/>
                </a:lnTo>
                <a:lnTo>
                  <a:pt x="569" y="1235"/>
                </a:lnTo>
                <a:lnTo>
                  <a:pt x="552" y="1267"/>
                </a:lnTo>
                <a:lnTo>
                  <a:pt x="537" y="1301"/>
                </a:lnTo>
                <a:lnTo>
                  <a:pt x="522" y="1336"/>
                </a:lnTo>
                <a:lnTo>
                  <a:pt x="508" y="1371"/>
                </a:lnTo>
                <a:lnTo>
                  <a:pt x="494" y="1406"/>
                </a:lnTo>
                <a:lnTo>
                  <a:pt x="482" y="1440"/>
                </a:lnTo>
                <a:lnTo>
                  <a:pt x="470" y="1476"/>
                </a:lnTo>
                <a:lnTo>
                  <a:pt x="459" y="1512"/>
                </a:lnTo>
                <a:lnTo>
                  <a:pt x="450" y="1548"/>
                </a:lnTo>
                <a:lnTo>
                  <a:pt x="440" y="1586"/>
                </a:lnTo>
                <a:lnTo>
                  <a:pt x="432" y="1623"/>
                </a:lnTo>
                <a:lnTo>
                  <a:pt x="425" y="1661"/>
                </a:lnTo>
                <a:lnTo>
                  <a:pt x="418" y="1698"/>
                </a:lnTo>
                <a:lnTo>
                  <a:pt x="414" y="1737"/>
                </a:lnTo>
                <a:lnTo>
                  <a:pt x="409" y="1775"/>
                </a:lnTo>
                <a:lnTo>
                  <a:pt x="405" y="1814"/>
                </a:lnTo>
                <a:lnTo>
                  <a:pt x="403" y="1853"/>
                </a:lnTo>
                <a:lnTo>
                  <a:pt x="402" y="1892"/>
                </a:lnTo>
                <a:lnTo>
                  <a:pt x="401" y="1932"/>
                </a:lnTo>
                <a:lnTo>
                  <a:pt x="402" y="1986"/>
                </a:lnTo>
                <a:lnTo>
                  <a:pt x="405" y="2040"/>
                </a:lnTo>
                <a:lnTo>
                  <a:pt x="410" y="2093"/>
                </a:lnTo>
                <a:lnTo>
                  <a:pt x="416" y="2146"/>
                </a:lnTo>
                <a:lnTo>
                  <a:pt x="424" y="2199"/>
                </a:lnTo>
                <a:lnTo>
                  <a:pt x="434" y="2251"/>
                </a:lnTo>
                <a:lnTo>
                  <a:pt x="446" y="2301"/>
                </a:lnTo>
                <a:lnTo>
                  <a:pt x="459" y="2352"/>
                </a:lnTo>
                <a:lnTo>
                  <a:pt x="474" y="2402"/>
                </a:lnTo>
                <a:lnTo>
                  <a:pt x="490" y="2451"/>
                </a:lnTo>
                <a:lnTo>
                  <a:pt x="509" y="2498"/>
                </a:lnTo>
                <a:lnTo>
                  <a:pt x="529" y="2546"/>
                </a:lnTo>
                <a:lnTo>
                  <a:pt x="549" y="2592"/>
                </a:lnTo>
                <a:lnTo>
                  <a:pt x="573" y="2638"/>
                </a:lnTo>
                <a:lnTo>
                  <a:pt x="597" y="2682"/>
                </a:lnTo>
                <a:lnTo>
                  <a:pt x="623" y="2726"/>
                </a:lnTo>
                <a:lnTo>
                  <a:pt x="650" y="2770"/>
                </a:lnTo>
                <a:lnTo>
                  <a:pt x="679" y="2814"/>
                </a:lnTo>
                <a:lnTo>
                  <a:pt x="711" y="2856"/>
                </a:lnTo>
                <a:lnTo>
                  <a:pt x="743" y="2896"/>
                </a:lnTo>
                <a:lnTo>
                  <a:pt x="777" y="2937"/>
                </a:lnTo>
                <a:lnTo>
                  <a:pt x="812" y="2975"/>
                </a:lnTo>
                <a:lnTo>
                  <a:pt x="848" y="3014"/>
                </a:lnTo>
                <a:lnTo>
                  <a:pt x="885" y="3050"/>
                </a:lnTo>
                <a:lnTo>
                  <a:pt x="924" y="3085"/>
                </a:lnTo>
                <a:lnTo>
                  <a:pt x="964" y="3118"/>
                </a:lnTo>
                <a:lnTo>
                  <a:pt x="1004" y="3151"/>
                </a:lnTo>
                <a:lnTo>
                  <a:pt x="1047" y="3182"/>
                </a:lnTo>
                <a:lnTo>
                  <a:pt x="1090" y="3211"/>
                </a:lnTo>
                <a:lnTo>
                  <a:pt x="1135" y="3239"/>
                </a:lnTo>
                <a:lnTo>
                  <a:pt x="1180" y="3266"/>
                </a:lnTo>
                <a:lnTo>
                  <a:pt x="1226" y="3291"/>
                </a:lnTo>
                <a:lnTo>
                  <a:pt x="1335" y="3348"/>
                </a:lnTo>
                <a:lnTo>
                  <a:pt x="1335" y="3469"/>
                </a:lnTo>
                <a:lnTo>
                  <a:pt x="1335" y="3838"/>
                </a:lnTo>
                <a:lnTo>
                  <a:pt x="1674" y="3838"/>
                </a:lnTo>
                <a:lnTo>
                  <a:pt x="1674" y="2948"/>
                </a:lnTo>
                <a:lnTo>
                  <a:pt x="1260" y="2281"/>
                </a:lnTo>
                <a:lnTo>
                  <a:pt x="1431" y="2175"/>
                </a:lnTo>
                <a:lnTo>
                  <a:pt x="1507" y="2300"/>
                </a:lnTo>
                <a:close/>
                <a:moveTo>
                  <a:pt x="2326" y="2429"/>
                </a:moveTo>
                <a:lnTo>
                  <a:pt x="2326" y="2429"/>
                </a:lnTo>
                <a:lnTo>
                  <a:pt x="2305" y="2432"/>
                </a:lnTo>
                <a:lnTo>
                  <a:pt x="2284" y="2435"/>
                </a:lnTo>
                <a:lnTo>
                  <a:pt x="2258" y="2437"/>
                </a:lnTo>
                <a:lnTo>
                  <a:pt x="2234" y="2437"/>
                </a:lnTo>
                <a:lnTo>
                  <a:pt x="2208" y="2433"/>
                </a:lnTo>
                <a:lnTo>
                  <a:pt x="2184" y="2429"/>
                </a:lnTo>
                <a:lnTo>
                  <a:pt x="2158" y="2420"/>
                </a:lnTo>
                <a:lnTo>
                  <a:pt x="2134" y="2411"/>
                </a:lnTo>
                <a:lnTo>
                  <a:pt x="2109" y="2397"/>
                </a:lnTo>
                <a:lnTo>
                  <a:pt x="2083" y="2382"/>
                </a:lnTo>
                <a:lnTo>
                  <a:pt x="2063" y="2396"/>
                </a:lnTo>
                <a:lnTo>
                  <a:pt x="2045" y="2409"/>
                </a:lnTo>
                <a:lnTo>
                  <a:pt x="2024" y="2419"/>
                </a:lnTo>
                <a:lnTo>
                  <a:pt x="2004" y="2427"/>
                </a:lnTo>
                <a:lnTo>
                  <a:pt x="1983" y="2434"/>
                </a:lnTo>
                <a:lnTo>
                  <a:pt x="1962" y="2438"/>
                </a:lnTo>
                <a:lnTo>
                  <a:pt x="1941" y="2440"/>
                </a:lnTo>
                <a:lnTo>
                  <a:pt x="1920" y="2440"/>
                </a:lnTo>
                <a:lnTo>
                  <a:pt x="1900" y="2439"/>
                </a:lnTo>
                <a:lnTo>
                  <a:pt x="1879" y="2435"/>
                </a:lnTo>
                <a:lnTo>
                  <a:pt x="1858" y="2430"/>
                </a:lnTo>
                <a:lnTo>
                  <a:pt x="1837" y="2423"/>
                </a:lnTo>
                <a:lnTo>
                  <a:pt x="1816" y="2415"/>
                </a:lnTo>
                <a:lnTo>
                  <a:pt x="1794" y="2404"/>
                </a:lnTo>
                <a:lnTo>
                  <a:pt x="1773" y="2393"/>
                </a:lnTo>
                <a:lnTo>
                  <a:pt x="1752" y="2379"/>
                </a:lnTo>
                <a:lnTo>
                  <a:pt x="1735" y="2390"/>
                </a:lnTo>
                <a:lnTo>
                  <a:pt x="1716" y="2399"/>
                </a:lnTo>
                <a:lnTo>
                  <a:pt x="1699" y="2408"/>
                </a:lnTo>
                <a:lnTo>
                  <a:pt x="1679" y="2413"/>
                </a:lnTo>
                <a:lnTo>
                  <a:pt x="1660" y="2418"/>
                </a:lnTo>
                <a:lnTo>
                  <a:pt x="1642" y="2422"/>
                </a:lnTo>
                <a:lnTo>
                  <a:pt x="1622" y="2424"/>
                </a:lnTo>
                <a:lnTo>
                  <a:pt x="1602" y="2424"/>
                </a:lnTo>
                <a:lnTo>
                  <a:pt x="1585" y="2424"/>
                </a:lnTo>
                <a:lnTo>
                  <a:pt x="1860" y="2866"/>
                </a:lnTo>
                <a:lnTo>
                  <a:pt x="1875" y="2891"/>
                </a:lnTo>
                <a:lnTo>
                  <a:pt x="1875" y="2918"/>
                </a:lnTo>
                <a:lnTo>
                  <a:pt x="1875" y="3838"/>
                </a:lnTo>
                <a:lnTo>
                  <a:pt x="2038" y="3838"/>
                </a:lnTo>
                <a:lnTo>
                  <a:pt x="2038" y="2918"/>
                </a:lnTo>
                <a:lnTo>
                  <a:pt x="2038" y="2891"/>
                </a:lnTo>
                <a:lnTo>
                  <a:pt x="2053" y="2866"/>
                </a:lnTo>
                <a:lnTo>
                  <a:pt x="2326" y="2429"/>
                </a:lnTo>
                <a:close/>
                <a:moveTo>
                  <a:pt x="2506" y="5533"/>
                </a:moveTo>
                <a:lnTo>
                  <a:pt x="1402" y="5631"/>
                </a:lnTo>
                <a:lnTo>
                  <a:pt x="1405" y="5656"/>
                </a:lnTo>
                <a:lnTo>
                  <a:pt x="1410" y="5681"/>
                </a:lnTo>
                <a:lnTo>
                  <a:pt x="1417" y="5705"/>
                </a:lnTo>
                <a:lnTo>
                  <a:pt x="1424" y="5729"/>
                </a:lnTo>
                <a:lnTo>
                  <a:pt x="1432" y="5753"/>
                </a:lnTo>
                <a:lnTo>
                  <a:pt x="1441" y="5776"/>
                </a:lnTo>
                <a:lnTo>
                  <a:pt x="1451" y="5798"/>
                </a:lnTo>
                <a:lnTo>
                  <a:pt x="1463" y="5820"/>
                </a:lnTo>
                <a:lnTo>
                  <a:pt x="1475" y="5842"/>
                </a:lnTo>
                <a:lnTo>
                  <a:pt x="1489" y="5862"/>
                </a:lnTo>
                <a:lnTo>
                  <a:pt x="1503" y="5883"/>
                </a:lnTo>
                <a:lnTo>
                  <a:pt x="1516" y="5902"/>
                </a:lnTo>
                <a:lnTo>
                  <a:pt x="1533" y="5921"/>
                </a:lnTo>
                <a:lnTo>
                  <a:pt x="1549" y="5938"/>
                </a:lnTo>
                <a:lnTo>
                  <a:pt x="1566" y="5956"/>
                </a:lnTo>
                <a:lnTo>
                  <a:pt x="1584" y="5973"/>
                </a:lnTo>
                <a:lnTo>
                  <a:pt x="1602" y="5988"/>
                </a:lnTo>
                <a:lnTo>
                  <a:pt x="1622" y="6003"/>
                </a:lnTo>
                <a:lnTo>
                  <a:pt x="1642" y="6017"/>
                </a:lnTo>
                <a:lnTo>
                  <a:pt x="1663" y="6031"/>
                </a:lnTo>
                <a:lnTo>
                  <a:pt x="1685" y="6043"/>
                </a:lnTo>
                <a:lnTo>
                  <a:pt x="1706" y="6055"/>
                </a:lnTo>
                <a:lnTo>
                  <a:pt x="1729" y="6065"/>
                </a:lnTo>
                <a:lnTo>
                  <a:pt x="1752" y="6074"/>
                </a:lnTo>
                <a:lnTo>
                  <a:pt x="1775" y="6082"/>
                </a:lnTo>
                <a:lnTo>
                  <a:pt x="1799" y="6091"/>
                </a:lnTo>
                <a:lnTo>
                  <a:pt x="1823" y="6096"/>
                </a:lnTo>
                <a:lnTo>
                  <a:pt x="1849" y="6102"/>
                </a:lnTo>
                <a:lnTo>
                  <a:pt x="1873" y="6106"/>
                </a:lnTo>
                <a:lnTo>
                  <a:pt x="1900" y="6109"/>
                </a:lnTo>
                <a:lnTo>
                  <a:pt x="1925" y="6110"/>
                </a:lnTo>
                <a:lnTo>
                  <a:pt x="1951" y="6111"/>
                </a:lnTo>
                <a:lnTo>
                  <a:pt x="1980" y="6110"/>
                </a:lnTo>
                <a:lnTo>
                  <a:pt x="2008" y="6109"/>
                </a:lnTo>
                <a:lnTo>
                  <a:pt x="2035" y="6106"/>
                </a:lnTo>
                <a:lnTo>
                  <a:pt x="2063" y="6100"/>
                </a:lnTo>
                <a:lnTo>
                  <a:pt x="2090" y="6094"/>
                </a:lnTo>
                <a:lnTo>
                  <a:pt x="2117" y="6087"/>
                </a:lnTo>
                <a:lnTo>
                  <a:pt x="2142" y="6078"/>
                </a:lnTo>
                <a:lnTo>
                  <a:pt x="2168" y="6067"/>
                </a:lnTo>
                <a:lnTo>
                  <a:pt x="2192" y="6057"/>
                </a:lnTo>
                <a:lnTo>
                  <a:pt x="2215" y="6044"/>
                </a:lnTo>
                <a:lnTo>
                  <a:pt x="2239" y="6031"/>
                </a:lnTo>
                <a:lnTo>
                  <a:pt x="2262" y="6016"/>
                </a:lnTo>
                <a:lnTo>
                  <a:pt x="2284" y="6001"/>
                </a:lnTo>
                <a:lnTo>
                  <a:pt x="2305" y="5985"/>
                </a:lnTo>
                <a:lnTo>
                  <a:pt x="2324" y="5968"/>
                </a:lnTo>
                <a:lnTo>
                  <a:pt x="2344" y="5949"/>
                </a:lnTo>
                <a:lnTo>
                  <a:pt x="2362" y="5929"/>
                </a:lnTo>
                <a:lnTo>
                  <a:pt x="2379" y="5909"/>
                </a:lnTo>
                <a:lnTo>
                  <a:pt x="2396" y="5889"/>
                </a:lnTo>
                <a:lnTo>
                  <a:pt x="2412" y="5866"/>
                </a:lnTo>
                <a:lnTo>
                  <a:pt x="2425" y="5844"/>
                </a:lnTo>
                <a:lnTo>
                  <a:pt x="2439" y="5821"/>
                </a:lnTo>
                <a:lnTo>
                  <a:pt x="2451" y="5797"/>
                </a:lnTo>
                <a:lnTo>
                  <a:pt x="2463" y="5772"/>
                </a:lnTo>
                <a:lnTo>
                  <a:pt x="2473" y="5747"/>
                </a:lnTo>
                <a:lnTo>
                  <a:pt x="2481" y="5721"/>
                </a:lnTo>
                <a:lnTo>
                  <a:pt x="2489" y="5695"/>
                </a:lnTo>
                <a:lnTo>
                  <a:pt x="2495" y="5668"/>
                </a:lnTo>
                <a:lnTo>
                  <a:pt x="2500" y="5641"/>
                </a:lnTo>
                <a:lnTo>
                  <a:pt x="2503" y="5613"/>
                </a:lnTo>
                <a:lnTo>
                  <a:pt x="2506" y="5584"/>
                </a:lnTo>
                <a:lnTo>
                  <a:pt x="2507" y="5556"/>
                </a:lnTo>
                <a:lnTo>
                  <a:pt x="2506" y="5533"/>
                </a:lnTo>
                <a:close/>
                <a:moveTo>
                  <a:pt x="2908" y="4892"/>
                </a:moveTo>
                <a:lnTo>
                  <a:pt x="1018" y="5060"/>
                </a:lnTo>
                <a:lnTo>
                  <a:pt x="1015" y="5089"/>
                </a:lnTo>
                <a:lnTo>
                  <a:pt x="1015" y="5118"/>
                </a:lnTo>
                <a:lnTo>
                  <a:pt x="1017" y="5144"/>
                </a:lnTo>
                <a:lnTo>
                  <a:pt x="2906" y="4978"/>
                </a:lnTo>
                <a:lnTo>
                  <a:pt x="2908" y="4953"/>
                </a:lnTo>
                <a:lnTo>
                  <a:pt x="2910" y="4927"/>
                </a:lnTo>
                <a:lnTo>
                  <a:pt x="2910" y="4910"/>
                </a:lnTo>
                <a:lnTo>
                  <a:pt x="2908" y="4892"/>
                </a:lnTo>
                <a:close/>
                <a:moveTo>
                  <a:pt x="2908" y="4171"/>
                </a:moveTo>
                <a:lnTo>
                  <a:pt x="1018" y="4337"/>
                </a:lnTo>
                <a:lnTo>
                  <a:pt x="1015" y="4368"/>
                </a:lnTo>
                <a:lnTo>
                  <a:pt x="1015" y="4397"/>
                </a:lnTo>
                <a:lnTo>
                  <a:pt x="1017" y="4423"/>
                </a:lnTo>
                <a:lnTo>
                  <a:pt x="2906" y="4257"/>
                </a:lnTo>
                <a:lnTo>
                  <a:pt x="2908" y="4232"/>
                </a:lnTo>
                <a:lnTo>
                  <a:pt x="2910" y="4206"/>
                </a:lnTo>
                <a:lnTo>
                  <a:pt x="2910" y="4189"/>
                </a:lnTo>
                <a:lnTo>
                  <a:pt x="2908" y="417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="ctr">
            <a:scene3d>
              <a:camera prst="orthographicFront"/>
              <a:lightRig rig="threePt" dir="t"/>
            </a:scene3d>
            <a:sp3d>
              <a:contourClr>
                <a:srgbClr val="FFFFFF"/>
              </a:contourClr>
            </a:sp3d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  <a:cs typeface="+mn-cs"/>
              </a:defRPr>
            </a:lvl9pPr>
          </a:lstStyle>
          <a:p>
            <a:pPr algn="ctr">
              <a:defRPr/>
            </a:pPr>
            <a:endParaRPr lang="zh-CN" altLang="en-US">
              <a:solidFill>
                <a:srgbClr val="FFFFFF"/>
              </a:solidFill>
              <a:latin typeface="Georgia" panose="02040502050405020303" charset="0"/>
              <a:cs typeface="Georgia" panose="02040502050405020303" charset="0"/>
            </a:endParaRPr>
          </a:p>
        </p:txBody>
      </p:sp>
      <p:sp>
        <p:nvSpPr>
          <p:cNvPr id="44" name="KSO_Shape"/>
          <p:cNvSpPr/>
          <p:nvPr/>
        </p:nvSpPr>
        <p:spPr bwMode="auto">
          <a:xfrm>
            <a:off x="5479209" y="3516599"/>
            <a:ext cx="528637" cy="836892"/>
          </a:xfrm>
          <a:custGeom>
            <a:avLst/>
            <a:gdLst>
              <a:gd name="T0" fmla="*/ 2147483646 w 3864"/>
              <a:gd name="T1" fmla="*/ 1817606605 h 6111"/>
              <a:gd name="T2" fmla="*/ 2147483646 w 3864"/>
              <a:gd name="T3" fmla="*/ 2147483646 h 6111"/>
              <a:gd name="T4" fmla="*/ 2147483646 w 3864"/>
              <a:gd name="T5" fmla="*/ 2147483646 h 6111"/>
              <a:gd name="T6" fmla="*/ 2147483646 w 3864"/>
              <a:gd name="T7" fmla="*/ 2147483646 h 6111"/>
              <a:gd name="T8" fmla="*/ 2147483646 w 3864"/>
              <a:gd name="T9" fmla="*/ 2147483646 h 6111"/>
              <a:gd name="T10" fmla="*/ 2147483646 w 3864"/>
              <a:gd name="T11" fmla="*/ 2147483646 h 6111"/>
              <a:gd name="T12" fmla="*/ 2147483646 w 3864"/>
              <a:gd name="T13" fmla="*/ 2147483646 h 6111"/>
              <a:gd name="T14" fmla="*/ 2147483646 w 3864"/>
              <a:gd name="T15" fmla="*/ 2147483646 h 6111"/>
              <a:gd name="T16" fmla="*/ 2147483646 w 3864"/>
              <a:gd name="T17" fmla="*/ 2147483646 h 6111"/>
              <a:gd name="T18" fmla="*/ 2147483646 w 3864"/>
              <a:gd name="T19" fmla="*/ 2147483646 h 6111"/>
              <a:gd name="T20" fmla="*/ 2147483646 w 3864"/>
              <a:gd name="T21" fmla="*/ 2147483646 h 6111"/>
              <a:gd name="T22" fmla="*/ 2147483646 w 3864"/>
              <a:gd name="T23" fmla="*/ 2147483646 h 6111"/>
              <a:gd name="T24" fmla="*/ 2147483646 w 3864"/>
              <a:gd name="T25" fmla="*/ 2147483646 h 6111"/>
              <a:gd name="T26" fmla="*/ 2147483646 w 3864"/>
              <a:gd name="T27" fmla="*/ 2147483646 h 6111"/>
              <a:gd name="T28" fmla="*/ 2147483646 w 3864"/>
              <a:gd name="T29" fmla="*/ 2147483646 h 6111"/>
              <a:gd name="T30" fmla="*/ 2147483646 w 3864"/>
              <a:gd name="T31" fmla="*/ 2147483646 h 6111"/>
              <a:gd name="T32" fmla="*/ 2147483646 w 3864"/>
              <a:gd name="T33" fmla="*/ 2147483646 h 6111"/>
              <a:gd name="T34" fmla="*/ 2147483646 w 3864"/>
              <a:gd name="T35" fmla="*/ 2147483646 h 6111"/>
              <a:gd name="T36" fmla="*/ 574134261 w 3864"/>
              <a:gd name="T37" fmla="*/ 2147483646 h 6111"/>
              <a:gd name="T38" fmla="*/ 906491754 w 3864"/>
              <a:gd name="T39" fmla="*/ 2147483646 h 6111"/>
              <a:gd name="T40" fmla="*/ 2147483646 w 3864"/>
              <a:gd name="T41" fmla="*/ 2147483646 h 6111"/>
              <a:gd name="T42" fmla="*/ 2147483646 w 3864"/>
              <a:gd name="T43" fmla="*/ 2147483646 h 6111"/>
              <a:gd name="T44" fmla="*/ 2147483646 w 3864"/>
              <a:gd name="T45" fmla="*/ 2147483646 h 6111"/>
              <a:gd name="T46" fmla="*/ 2147483646 w 3864"/>
              <a:gd name="T47" fmla="*/ 1817606605 h 6111"/>
              <a:gd name="T48" fmla="*/ 2147483646 w 3864"/>
              <a:gd name="T49" fmla="*/ 2147483646 h 6111"/>
              <a:gd name="T50" fmla="*/ 2147483646 w 3864"/>
              <a:gd name="T51" fmla="*/ 2147483646 h 6111"/>
              <a:gd name="T52" fmla="*/ 2147483646 w 3864"/>
              <a:gd name="T53" fmla="*/ 2147483646 h 6111"/>
              <a:gd name="T54" fmla="*/ 2147483646 w 3864"/>
              <a:gd name="T55" fmla="*/ 2147483646 h 6111"/>
              <a:gd name="T56" fmla="*/ 2147483646 w 3864"/>
              <a:gd name="T57" fmla="*/ 2147483646 h 6111"/>
              <a:gd name="T58" fmla="*/ 2147483646 w 3864"/>
              <a:gd name="T59" fmla="*/ 2147483646 h 6111"/>
              <a:gd name="T60" fmla="*/ 2147483646 w 3864"/>
              <a:gd name="T61" fmla="*/ 2147483646 h 6111"/>
              <a:gd name="T62" fmla="*/ 2147483646 w 3864"/>
              <a:gd name="T63" fmla="*/ 2147483646 h 6111"/>
              <a:gd name="T64" fmla="*/ 2147483646 w 3864"/>
              <a:gd name="T65" fmla="*/ 2147483646 h 6111"/>
              <a:gd name="T66" fmla="*/ 2147483646 w 3864"/>
              <a:gd name="T67" fmla="*/ 2147483646 h 6111"/>
              <a:gd name="T68" fmla="*/ 2147483646 w 3864"/>
              <a:gd name="T69" fmla="*/ 2147483646 h 6111"/>
              <a:gd name="T70" fmla="*/ 2147483646 w 3864"/>
              <a:gd name="T71" fmla="*/ 2147483646 h 6111"/>
              <a:gd name="T72" fmla="*/ 2147483646 w 3864"/>
              <a:gd name="T73" fmla="*/ 2147483646 h 6111"/>
              <a:gd name="T74" fmla="*/ 2147483646 w 3864"/>
              <a:gd name="T75" fmla="*/ 2147483646 h 6111"/>
              <a:gd name="T76" fmla="*/ 2147483646 w 3864"/>
              <a:gd name="T77" fmla="*/ 2147483646 h 6111"/>
              <a:gd name="T78" fmla="*/ 2147483646 w 3864"/>
              <a:gd name="T79" fmla="*/ 2147483646 h 6111"/>
              <a:gd name="T80" fmla="*/ 2147483646 w 3864"/>
              <a:gd name="T81" fmla="*/ 2147483646 h 6111"/>
              <a:gd name="T82" fmla="*/ 2147483646 w 3864"/>
              <a:gd name="T83" fmla="*/ 2147483646 h 6111"/>
              <a:gd name="T84" fmla="*/ 2147483646 w 3864"/>
              <a:gd name="T85" fmla="*/ 2147483646 h 6111"/>
              <a:gd name="T86" fmla="*/ 2147483646 w 3864"/>
              <a:gd name="T87" fmla="*/ 2147483646 h 6111"/>
              <a:gd name="T88" fmla="*/ 2147483646 w 3864"/>
              <a:gd name="T89" fmla="*/ 2147483646 h 6111"/>
              <a:gd name="T90" fmla="*/ 2147483646 w 3864"/>
              <a:gd name="T91" fmla="*/ 2147483646 h 6111"/>
              <a:gd name="T92" fmla="*/ 2147483646 w 3864"/>
              <a:gd name="T93" fmla="*/ 2147483646 h 6111"/>
              <a:gd name="T94" fmla="*/ 2147483646 w 3864"/>
              <a:gd name="T95" fmla="*/ 2147483646 h 6111"/>
              <a:gd name="T96" fmla="*/ 2147483646 w 3864"/>
              <a:gd name="T97" fmla="*/ 2147483646 h 6111"/>
              <a:gd name="T98" fmla="*/ 2147483646 w 3864"/>
              <a:gd name="T99" fmla="*/ 2147483646 h 6111"/>
              <a:gd name="T100" fmla="*/ 2147483646 w 3864"/>
              <a:gd name="T101" fmla="*/ 2147483646 h 6111"/>
              <a:gd name="T102" fmla="*/ 2147483646 w 3864"/>
              <a:gd name="T103" fmla="*/ 2147483646 h 6111"/>
              <a:gd name="T104" fmla="*/ 2147483646 w 3864"/>
              <a:gd name="T105" fmla="*/ 2147483646 h 6111"/>
              <a:gd name="T106" fmla="*/ 2147483646 w 3864"/>
              <a:gd name="T107" fmla="*/ 2147483646 h 6111"/>
              <a:gd name="T108" fmla="*/ 2147483646 w 3864"/>
              <a:gd name="T109" fmla="*/ 2147483646 h 6111"/>
              <a:gd name="T110" fmla="*/ 2147483646 w 3864"/>
              <a:gd name="T111" fmla="*/ 2147483646 h 6111"/>
              <a:gd name="T112" fmla="*/ 2147483646 w 3864"/>
              <a:gd name="T113" fmla="*/ 2147483646 h 6111"/>
              <a:gd name="T114" fmla="*/ 2147483646 w 3864"/>
              <a:gd name="T115" fmla="*/ 2147483646 h 6111"/>
              <a:gd name="T116" fmla="*/ 2147483646 w 3864"/>
              <a:gd name="T117" fmla="*/ 2147483646 h 6111"/>
              <a:gd name="T118" fmla="*/ 2147483646 w 3864"/>
              <a:gd name="T119" fmla="*/ 2147483646 h 6111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60000 65536"/>
              <a:gd name="T178" fmla="*/ 0 60000 65536"/>
              <a:gd name="T179" fmla="*/ 0 60000 65536"/>
            </a:gdLst>
            <a:ahLst/>
            <a:cxnLst>
              <a:cxn ang="T120">
                <a:pos x="T0" y="T1"/>
              </a:cxn>
              <a:cxn ang="T121">
                <a:pos x="T2" y="T3"/>
              </a:cxn>
              <a:cxn ang="T122">
                <a:pos x="T4" y="T5"/>
              </a:cxn>
              <a:cxn ang="T123">
                <a:pos x="T6" y="T7"/>
              </a:cxn>
              <a:cxn ang="T124">
                <a:pos x="T8" y="T9"/>
              </a:cxn>
              <a:cxn ang="T125">
                <a:pos x="T10" y="T11"/>
              </a:cxn>
              <a:cxn ang="T126">
                <a:pos x="T12" y="T13"/>
              </a:cxn>
              <a:cxn ang="T127">
                <a:pos x="T14" y="T15"/>
              </a:cxn>
              <a:cxn ang="T128">
                <a:pos x="T16" y="T17"/>
              </a:cxn>
              <a:cxn ang="T129">
                <a:pos x="T18" y="T19"/>
              </a:cxn>
              <a:cxn ang="T130">
                <a:pos x="T20" y="T21"/>
              </a:cxn>
              <a:cxn ang="T131">
                <a:pos x="T22" y="T23"/>
              </a:cxn>
              <a:cxn ang="T132">
                <a:pos x="T24" y="T25"/>
              </a:cxn>
              <a:cxn ang="T133">
                <a:pos x="T26" y="T27"/>
              </a:cxn>
              <a:cxn ang="T134">
                <a:pos x="T28" y="T29"/>
              </a:cxn>
              <a:cxn ang="T135">
                <a:pos x="T30" y="T31"/>
              </a:cxn>
              <a:cxn ang="T136">
                <a:pos x="T32" y="T33"/>
              </a:cxn>
              <a:cxn ang="T137">
                <a:pos x="T34" y="T35"/>
              </a:cxn>
              <a:cxn ang="T138">
                <a:pos x="T36" y="T37"/>
              </a:cxn>
              <a:cxn ang="T139">
                <a:pos x="T38" y="T39"/>
              </a:cxn>
              <a:cxn ang="T140">
                <a:pos x="T40" y="T41"/>
              </a:cxn>
              <a:cxn ang="T141">
                <a:pos x="T42" y="T43"/>
              </a:cxn>
              <a:cxn ang="T142">
                <a:pos x="T44" y="T45"/>
              </a:cxn>
              <a:cxn ang="T143">
                <a:pos x="T46" y="T47"/>
              </a:cxn>
              <a:cxn ang="T144">
                <a:pos x="T48" y="T49"/>
              </a:cxn>
              <a:cxn ang="T145">
                <a:pos x="T50" y="T51"/>
              </a:cxn>
              <a:cxn ang="T146">
                <a:pos x="T52" y="T53"/>
              </a:cxn>
              <a:cxn ang="T147">
                <a:pos x="T54" y="T55"/>
              </a:cxn>
              <a:cxn ang="T148">
                <a:pos x="T56" y="T57"/>
              </a:cxn>
              <a:cxn ang="T149">
                <a:pos x="T58" y="T59"/>
              </a:cxn>
              <a:cxn ang="T150">
                <a:pos x="T60" y="T61"/>
              </a:cxn>
              <a:cxn ang="T151">
                <a:pos x="T62" y="T63"/>
              </a:cxn>
              <a:cxn ang="T152">
                <a:pos x="T64" y="T65"/>
              </a:cxn>
              <a:cxn ang="T153">
                <a:pos x="T66" y="T67"/>
              </a:cxn>
              <a:cxn ang="T154">
                <a:pos x="T68" y="T69"/>
              </a:cxn>
              <a:cxn ang="T155">
                <a:pos x="T70" y="T71"/>
              </a:cxn>
              <a:cxn ang="T156">
                <a:pos x="T72" y="T73"/>
              </a:cxn>
              <a:cxn ang="T157">
                <a:pos x="T74" y="T75"/>
              </a:cxn>
              <a:cxn ang="T158">
                <a:pos x="T76" y="T77"/>
              </a:cxn>
              <a:cxn ang="T159">
                <a:pos x="T78" y="T79"/>
              </a:cxn>
              <a:cxn ang="T160">
                <a:pos x="T80" y="T81"/>
              </a:cxn>
              <a:cxn ang="T161">
                <a:pos x="T82" y="T83"/>
              </a:cxn>
              <a:cxn ang="T162">
                <a:pos x="T84" y="T85"/>
              </a:cxn>
              <a:cxn ang="T163">
                <a:pos x="T86" y="T87"/>
              </a:cxn>
              <a:cxn ang="T164">
                <a:pos x="T88" y="T89"/>
              </a:cxn>
              <a:cxn ang="T165">
                <a:pos x="T90" y="T91"/>
              </a:cxn>
              <a:cxn ang="T166">
                <a:pos x="T92" y="T93"/>
              </a:cxn>
              <a:cxn ang="T167">
                <a:pos x="T94" y="T95"/>
              </a:cxn>
              <a:cxn ang="T168">
                <a:pos x="T96" y="T97"/>
              </a:cxn>
              <a:cxn ang="T169">
                <a:pos x="T98" y="T99"/>
              </a:cxn>
              <a:cxn ang="T170">
                <a:pos x="T100" y="T101"/>
              </a:cxn>
              <a:cxn ang="T171">
                <a:pos x="T102" y="T103"/>
              </a:cxn>
              <a:cxn ang="T172">
                <a:pos x="T104" y="T105"/>
              </a:cxn>
              <a:cxn ang="T173">
                <a:pos x="T106" y="T107"/>
              </a:cxn>
              <a:cxn ang="T174">
                <a:pos x="T108" y="T109"/>
              </a:cxn>
              <a:cxn ang="T175">
                <a:pos x="T110" y="T111"/>
              </a:cxn>
              <a:cxn ang="T176">
                <a:pos x="T112" y="T113"/>
              </a:cxn>
              <a:cxn ang="T177">
                <a:pos x="T114" y="T115"/>
              </a:cxn>
              <a:cxn ang="T178">
                <a:pos x="T116" y="T117"/>
              </a:cxn>
              <a:cxn ang="T179">
                <a:pos x="T118" y="T119"/>
              </a:cxn>
            </a:cxnLst>
            <a:rect l="0" t="0" r="r" b="b"/>
            <a:pathLst>
              <a:path w="3864" h="6111">
                <a:moveTo>
                  <a:pt x="1932" y="0"/>
                </a:moveTo>
                <a:lnTo>
                  <a:pt x="1932" y="0"/>
                </a:lnTo>
                <a:lnTo>
                  <a:pt x="1982" y="0"/>
                </a:lnTo>
                <a:lnTo>
                  <a:pt x="2031" y="2"/>
                </a:lnTo>
                <a:lnTo>
                  <a:pt x="2081" y="5"/>
                </a:lnTo>
                <a:lnTo>
                  <a:pt x="2129" y="9"/>
                </a:lnTo>
                <a:lnTo>
                  <a:pt x="2178" y="15"/>
                </a:lnTo>
                <a:lnTo>
                  <a:pt x="2226" y="22"/>
                </a:lnTo>
                <a:lnTo>
                  <a:pt x="2273" y="30"/>
                </a:lnTo>
                <a:lnTo>
                  <a:pt x="2321" y="39"/>
                </a:lnTo>
                <a:lnTo>
                  <a:pt x="2367" y="48"/>
                </a:lnTo>
                <a:lnTo>
                  <a:pt x="2415" y="60"/>
                </a:lnTo>
                <a:lnTo>
                  <a:pt x="2460" y="73"/>
                </a:lnTo>
                <a:lnTo>
                  <a:pt x="2507" y="87"/>
                </a:lnTo>
                <a:lnTo>
                  <a:pt x="2551" y="101"/>
                </a:lnTo>
                <a:lnTo>
                  <a:pt x="2596" y="117"/>
                </a:lnTo>
                <a:lnTo>
                  <a:pt x="2640" y="133"/>
                </a:lnTo>
                <a:lnTo>
                  <a:pt x="2683" y="152"/>
                </a:lnTo>
                <a:lnTo>
                  <a:pt x="2727" y="170"/>
                </a:lnTo>
                <a:lnTo>
                  <a:pt x="2769" y="190"/>
                </a:lnTo>
                <a:lnTo>
                  <a:pt x="2811" y="211"/>
                </a:lnTo>
                <a:lnTo>
                  <a:pt x="2853" y="233"/>
                </a:lnTo>
                <a:lnTo>
                  <a:pt x="2893" y="255"/>
                </a:lnTo>
                <a:lnTo>
                  <a:pt x="2934" y="279"/>
                </a:lnTo>
                <a:lnTo>
                  <a:pt x="2973" y="304"/>
                </a:lnTo>
                <a:lnTo>
                  <a:pt x="3012" y="329"/>
                </a:lnTo>
                <a:lnTo>
                  <a:pt x="3050" y="356"/>
                </a:lnTo>
                <a:lnTo>
                  <a:pt x="3087" y="383"/>
                </a:lnTo>
                <a:lnTo>
                  <a:pt x="3124" y="412"/>
                </a:lnTo>
                <a:lnTo>
                  <a:pt x="3160" y="441"/>
                </a:lnTo>
                <a:lnTo>
                  <a:pt x="3196" y="471"/>
                </a:lnTo>
                <a:lnTo>
                  <a:pt x="3231" y="501"/>
                </a:lnTo>
                <a:lnTo>
                  <a:pt x="3265" y="532"/>
                </a:lnTo>
                <a:lnTo>
                  <a:pt x="3297" y="565"/>
                </a:lnTo>
                <a:lnTo>
                  <a:pt x="3330" y="599"/>
                </a:lnTo>
                <a:lnTo>
                  <a:pt x="3362" y="632"/>
                </a:lnTo>
                <a:lnTo>
                  <a:pt x="3393" y="667"/>
                </a:lnTo>
                <a:lnTo>
                  <a:pt x="3423" y="702"/>
                </a:lnTo>
                <a:lnTo>
                  <a:pt x="3452" y="739"/>
                </a:lnTo>
                <a:lnTo>
                  <a:pt x="3480" y="775"/>
                </a:lnTo>
                <a:lnTo>
                  <a:pt x="3507" y="813"/>
                </a:lnTo>
                <a:lnTo>
                  <a:pt x="3534" y="852"/>
                </a:lnTo>
                <a:lnTo>
                  <a:pt x="3560" y="890"/>
                </a:lnTo>
                <a:lnTo>
                  <a:pt x="3584" y="930"/>
                </a:lnTo>
                <a:lnTo>
                  <a:pt x="3607" y="970"/>
                </a:lnTo>
                <a:lnTo>
                  <a:pt x="3631" y="1011"/>
                </a:lnTo>
                <a:lnTo>
                  <a:pt x="3653" y="1051"/>
                </a:lnTo>
                <a:lnTo>
                  <a:pt x="3674" y="1094"/>
                </a:lnTo>
                <a:lnTo>
                  <a:pt x="3693" y="1136"/>
                </a:lnTo>
                <a:lnTo>
                  <a:pt x="3712" y="1179"/>
                </a:lnTo>
                <a:lnTo>
                  <a:pt x="3729" y="1223"/>
                </a:lnTo>
                <a:lnTo>
                  <a:pt x="3747" y="1267"/>
                </a:lnTo>
                <a:lnTo>
                  <a:pt x="3762" y="1312"/>
                </a:lnTo>
                <a:lnTo>
                  <a:pt x="3777" y="1357"/>
                </a:lnTo>
                <a:lnTo>
                  <a:pt x="3791" y="1402"/>
                </a:lnTo>
                <a:lnTo>
                  <a:pt x="3802" y="1449"/>
                </a:lnTo>
                <a:lnTo>
                  <a:pt x="3814" y="1495"/>
                </a:lnTo>
                <a:lnTo>
                  <a:pt x="3824" y="1543"/>
                </a:lnTo>
                <a:lnTo>
                  <a:pt x="3834" y="1589"/>
                </a:lnTo>
                <a:lnTo>
                  <a:pt x="3842" y="1638"/>
                </a:lnTo>
                <a:lnTo>
                  <a:pt x="3848" y="1685"/>
                </a:lnTo>
                <a:lnTo>
                  <a:pt x="3853" y="1734"/>
                </a:lnTo>
                <a:lnTo>
                  <a:pt x="3858" y="1783"/>
                </a:lnTo>
                <a:lnTo>
                  <a:pt x="3862" y="1832"/>
                </a:lnTo>
                <a:lnTo>
                  <a:pt x="3863" y="1882"/>
                </a:lnTo>
                <a:lnTo>
                  <a:pt x="3864" y="1932"/>
                </a:lnTo>
                <a:lnTo>
                  <a:pt x="3863" y="1999"/>
                </a:lnTo>
                <a:lnTo>
                  <a:pt x="3859" y="2065"/>
                </a:lnTo>
                <a:lnTo>
                  <a:pt x="3853" y="2130"/>
                </a:lnTo>
                <a:lnTo>
                  <a:pt x="3845" y="2195"/>
                </a:lnTo>
                <a:lnTo>
                  <a:pt x="3836" y="2260"/>
                </a:lnTo>
                <a:lnTo>
                  <a:pt x="3823" y="2324"/>
                </a:lnTo>
                <a:lnTo>
                  <a:pt x="3809" y="2387"/>
                </a:lnTo>
                <a:lnTo>
                  <a:pt x="3793" y="2449"/>
                </a:lnTo>
                <a:lnTo>
                  <a:pt x="3776" y="2511"/>
                </a:lnTo>
                <a:lnTo>
                  <a:pt x="3755" y="2571"/>
                </a:lnTo>
                <a:lnTo>
                  <a:pt x="3733" y="2631"/>
                </a:lnTo>
                <a:lnTo>
                  <a:pt x="3709" y="2690"/>
                </a:lnTo>
                <a:lnTo>
                  <a:pt x="3683" y="2747"/>
                </a:lnTo>
                <a:lnTo>
                  <a:pt x="3656" y="2804"/>
                </a:lnTo>
                <a:lnTo>
                  <a:pt x="3626" y="2859"/>
                </a:lnTo>
                <a:lnTo>
                  <a:pt x="3596" y="2914"/>
                </a:lnTo>
                <a:lnTo>
                  <a:pt x="3566" y="2963"/>
                </a:lnTo>
                <a:lnTo>
                  <a:pt x="3534" y="3011"/>
                </a:lnTo>
                <a:lnTo>
                  <a:pt x="3502" y="3058"/>
                </a:lnTo>
                <a:lnTo>
                  <a:pt x="3467" y="3103"/>
                </a:lnTo>
                <a:lnTo>
                  <a:pt x="3432" y="3148"/>
                </a:lnTo>
                <a:lnTo>
                  <a:pt x="3395" y="3193"/>
                </a:lnTo>
                <a:lnTo>
                  <a:pt x="3358" y="3234"/>
                </a:lnTo>
                <a:lnTo>
                  <a:pt x="3318" y="3276"/>
                </a:lnTo>
                <a:lnTo>
                  <a:pt x="3278" y="3317"/>
                </a:lnTo>
                <a:lnTo>
                  <a:pt x="3237" y="3356"/>
                </a:lnTo>
                <a:lnTo>
                  <a:pt x="3194" y="3393"/>
                </a:lnTo>
                <a:lnTo>
                  <a:pt x="3150" y="3431"/>
                </a:lnTo>
                <a:lnTo>
                  <a:pt x="3106" y="3465"/>
                </a:lnTo>
                <a:lnTo>
                  <a:pt x="3059" y="3500"/>
                </a:lnTo>
                <a:lnTo>
                  <a:pt x="3013" y="3533"/>
                </a:lnTo>
                <a:lnTo>
                  <a:pt x="2965" y="3564"/>
                </a:lnTo>
                <a:lnTo>
                  <a:pt x="2965" y="3763"/>
                </a:lnTo>
                <a:lnTo>
                  <a:pt x="3040" y="3756"/>
                </a:lnTo>
                <a:lnTo>
                  <a:pt x="3184" y="3744"/>
                </a:lnTo>
                <a:lnTo>
                  <a:pt x="3240" y="3879"/>
                </a:lnTo>
                <a:lnTo>
                  <a:pt x="3257" y="3921"/>
                </a:lnTo>
                <a:lnTo>
                  <a:pt x="3272" y="3961"/>
                </a:lnTo>
                <a:lnTo>
                  <a:pt x="3283" y="4003"/>
                </a:lnTo>
                <a:lnTo>
                  <a:pt x="3293" y="4044"/>
                </a:lnTo>
                <a:lnTo>
                  <a:pt x="3301" y="4084"/>
                </a:lnTo>
                <a:lnTo>
                  <a:pt x="3305" y="4125"/>
                </a:lnTo>
                <a:lnTo>
                  <a:pt x="3309" y="4166"/>
                </a:lnTo>
                <a:lnTo>
                  <a:pt x="3310" y="4206"/>
                </a:lnTo>
                <a:lnTo>
                  <a:pt x="3309" y="4248"/>
                </a:lnTo>
                <a:lnTo>
                  <a:pt x="3305" y="4289"/>
                </a:lnTo>
                <a:lnTo>
                  <a:pt x="3300" y="4329"/>
                </a:lnTo>
                <a:lnTo>
                  <a:pt x="3292" y="4370"/>
                </a:lnTo>
                <a:lnTo>
                  <a:pt x="3282" y="4409"/>
                </a:lnTo>
                <a:lnTo>
                  <a:pt x="3269" y="4449"/>
                </a:lnTo>
                <a:lnTo>
                  <a:pt x="3256" y="4487"/>
                </a:lnTo>
                <a:lnTo>
                  <a:pt x="3239" y="4527"/>
                </a:lnTo>
                <a:lnTo>
                  <a:pt x="3224" y="4560"/>
                </a:lnTo>
                <a:lnTo>
                  <a:pt x="3240" y="4600"/>
                </a:lnTo>
                <a:lnTo>
                  <a:pt x="3257" y="4642"/>
                </a:lnTo>
                <a:lnTo>
                  <a:pt x="3272" y="4682"/>
                </a:lnTo>
                <a:lnTo>
                  <a:pt x="3283" y="4724"/>
                </a:lnTo>
                <a:lnTo>
                  <a:pt x="3293" y="4765"/>
                </a:lnTo>
                <a:lnTo>
                  <a:pt x="3301" y="4805"/>
                </a:lnTo>
                <a:lnTo>
                  <a:pt x="3305" y="4846"/>
                </a:lnTo>
                <a:lnTo>
                  <a:pt x="3309" y="4888"/>
                </a:lnTo>
                <a:lnTo>
                  <a:pt x="3310" y="4927"/>
                </a:lnTo>
                <a:lnTo>
                  <a:pt x="3309" y="4969"/>
                </a:lnTo>
                <a:lnTo>
                  <a:pt x="3305" y="5010"/>
                </a:lnTo>
                <a:lnTo>
                  <a:pt x="3300" y="5050"/>
                </a:lnTo>
                <a:lnTo>
                  <a:pt x="3292" y="5091"/>
                </a:lnTo>
                <a:lnTo>
                  <a:pt x="3282" y="5130"/>
                </a:lnTo>
                <a:lnTo>
                  <a:pt x="3269" y="5170"/>
                </a:lnTo>
                <a:lnTo>
                  <a:pt x="3256" y="5209"/>
                </a:lnTo>
                <a:lnTo>
                  <a:pt x="3239" y="5248"/>
                </a:lnTo>
                <a:lnTo>
                  <a:pt x="3191" y="5356"/>
                </a:lnTo>
                <a:lnTo>
                  <a:pt x="3073" y="5366"/>
                </a:lnTo>
                <a:lnTo>
                  <a:pt x="886" y="5559"/>
                </a:lnTo>
                <a:lnTo>
                  <a:pt x="735" y="5573"/>
                </a:lnTo>
                <a:lnTo>
                  <a:pt x="681" y="5430"/>
                </a:lnTo>
                <a:lnTo>
                  <a:pt x="668" y="5395"/>
                </a:lnTo>
                <a:lnTo>
                  <a:pt x="656" y="5359"/>
                </a:lnTo>
                <a:lnTo>
                  <a:pt x="646" y="5323"/>
                </a:lnTo>
                <a:lnTo>
                  <a:pt x="636" y="5286"/>
                </a:lnTo>
                <a:lnTo>
                  <a:pt x="628" y="5249"/>
                </a:lnTo>
                <a:lnTo>
                  <a:pt x="623" y="5210"/>
                </a:lnTo>
                <a:lnTo>
                  <a:pt x="618" y="5172"/>
                </a:lnTo>
                <a:lnTo>
                  <a:pt x="616" y="5133"/>
                </a:lnTo>
                <a:lnTo>
                  <a:pt x="614" y="5091"/>
                </a:lnTo>
                <a:lnTo>
                  <a:pt x="617" y="5049"/>
                </a:lnTo>
                <a:lnTo>
                  <a:pt x="621" y="5006"/>
                </a:lnTo>
                <a:lnTo>
                  <a:pt x="628" y="4963"/>
                </a:lnTo>
                <a:lnTo>
                  <a:pt x="633" y="4941"/>
                </a:lnTo>
                <a:lnTo>
                  <a:pt x="638" y="4919"/>
                </a:lnTo>
                <a:lnTo>
                  <a:pt x="645" y="4897"/>
                </a:lnTo>
                <a:lnTo>
                  <a:pt x="652" y="4875"/>
                </a:lnTo>
                <a:lnTo>
                  <a:pt x="659" y="4853"/>
                </a:lnTo>
                <a:lnTo>
                  <a:pt x="668" y="4831"/>
                </a:lnTo>
                <a:lnTo>
                  <a:pt x="677" y="4808"/>
                </a:lnTo>
                <a:lnTo>
                  <a:pt x="688" y="4786"/>
                </a:lnTo>
                <a:lnTo>
                  <a:pt x="700" y="4759"/>
                </a:lnTo>
                <a:lnTo>
                  <a:pt x="681" y="4709"/>
                </a:lnTo>
                <a:lnTo>
                  <a:pt x="668" y="4674"/>
                </a:lnTo>
                <a:lnTo>
                  <a:pt x="656" y="4638"/>
                </a:lnTo>
                <a:lnTo>
                  <a:pt x="646" y="4602"/>
                </a:lnTo>
                <a:lnTo>
                  <a:pt x="636" y="4565"/>
                </a:lnTo>
                <a:lnTo>
                  <a:pt x="628" y="4528"/>
                </a:lnTo>
                <a:lnTo>
                  <a:pt x="623" y="4489"/>
                </a:lnTo>
                <a:lnTo>
                  <a:pt x="618" y="4451"/>
                </a:lnTo>
                <a:lnTo>
                  <a:pt x="616" y="4412"/>
                </a:lnTo>
                <a:lnTo>
                  <a:pt x="614" y="4370"/>
                </a:lnTo>
                <a:lnTo>
                  <a:pt x="617" y="4327"/>
                </a:lnTo>
                <a:lnTo>
                  <a:pt x="621" y="4285"/>
                </a:lnTo>
                <a:lnTo>
                  <a:pt x="628" y="4242"/>
                </a:lnTo>
                <a:lnTo>
                  <a:pt x="633" y="4220"/>
                </a:lnTo>
                <a:lnTo>
                  <a:pt x="638" y="4198"/>
                </a:lnTo>
                <a:lnTo>
                  <a:pt x="645" y="4176"/>
                </a:lnTo>
                <a:lnTo>
                  <a:pt x="652" y="4154"/>
                </a:lnTo>
                <a:lnTo>
                  <a:pt x="659" y="4132"/>
                </a:lnTo>
                <a:lnTo>
                  <a:pt x="668" y="4110"/>
                </a:lnTo>
                <a:lnTo>
                  <a:pt x="677" y="4087"/>
                </a:lnTo>
                <a:lnTo>
                  <a:pt x="688" y="4064"/>
                </a:lnTo>
                <a:lnTo>
                  <a:pt x="736" y="3960"/>
                </a:lnTo>
                <a:lnTo>
                  <a:pt x="851" y="3950"/>
                </a:lnTo>
                <a:lnTo>
                  <a:pt x="934" y="3943"/>
                </a:lnTo>
                <a:lnTo>
                  <a:pt x="934" y="3586"/>
                </a:lnTo>
                <a:lnTo>
                  <a:pt x="885" y="3555"/>
                </a:lnTo>
                <a:lnTo>
                  <a:pt x="836" y="3522"/>
                </a:lnTo>
                <a:lnTo>
                  <a:pt x="789" y="3489"/>
                </a:lnTo>
                <a:lnTo>
                  <a:pt x="742" y="3454"/>
                </a:lnTo>
                <a:lnTo>
                  <a:pt x="697" y="3417"/>
                </a:lnTo>
                <a:lnTo>
                  <a:pt x="653" y="3378"/>
                </a:lnTo>
                <a:lnTo>
                  <a:pt x="610" y="3340"/>
                </a:lnTo>
                <a:lnTo>
                  <a:pt x="568" y="3299"/>
                </a:lnTo>
                <a:lnTo>
                  <a:pt x="527" y="3258"/>
                </a:lnTo>
                <a:lnTo>
                  <a:pt x="488" y="3215"/>
                </a:lnTo>
                <a:lnTo>
                  <a:pt x="450" y="3170"/>
                </a:lnTo>
                <a:lnTo>
                  <a:pt x="414" y="3125"/>
                </a:lnTo>
                <a:lnTo>
                  <a:pt x="378" y="3079"/>
                </a:lnTo>
                <a:lnTo>
                  <a:pt x="344" y="3031"/>
                </a:lnTo>
                <a:lnTo>
                  <a:pt x="311" y="2982"/>
                </a:lnTo>
                <a:lnTo>
                  <a:pt x="280" y="2934"/>
                </a:lnTo>
                <a:lnTo>
                  <a:pt x="248" y="2878"/>
                </a:lnTo>
                <a:lnTo>
                  <a:pt x="217" y="2821"/>
                </a:lnTo>
                <a:lnTo>
                  <a:pt x="188" y="2763"/>
                </a:lnTo>
                <a:lnTo>
                  <a:pt x="162" y="2705"/>
                </a:lnTo>
                <a:lnTo>
                  <a:pt x="136" y="2644"/>
                </a:lnTo>
                <a:lnTo>
                  <a:pt x="113" y="2584"/>
                </a:lnTo>
                <a:lnTo>
                  <a:pt x="92" y="2523"/>
                </a:lnTo>
                <a:lnTo>
                  <a:pt x="73" y="2460"/>
                </a:lnTo>
                <a:lnTo>
                  <a:pt x="56" y="2396"/>
                </a:lnTo>
                <a:lnTo>
                  <a:pt x="42" y="2332"/>
                </a:lnTo>
                <a:lnTo>
                  <a:pt x="29" y="2267"/>
                </a:lnTo>
                <a:lnTo>
                  <a:pt x="19" y="2201"/>
                </a:lnTo>
                <a:lnTo>
                  <a:pt x="11" y="2135"/>
                </a:lnTo>
                <a:lnTo>
                  <a:pt x="5" y="2067"/>
                </a:lnTo>
                <a:lnTo>
                  <a:pt x="1" y="2000"/>
                </a:lnTo>
                <a:lnTo>
                  <a:pt x="0" y="1932"/>
                </a:lnTo>
                <a:lnTo>
                  <a:pt x="0" y="1882"/>
                </a:lnTo>
                <a:lnTo>
                  <a:pt x="3" y="1832"/>
                </a:lnTo>
                <a:lnTo>
                  <a:pt x="5" y="1783"/>
                </a:lnTo>
                <a:lnTo>
                  <a:pt x="10" y="1734"/>
                </a:lnTo>
                <a:lnTo>
                  <a:pt x="15" y="1685"/>
                </a:lnTo>
                <a:lnTo>
                  <a:pt x="22" y="1638"/>
                </a:lnTo>
                <a:lnTo>
                  <a:pt x="30" y="1589"/>
                </a:lnTo>
                <a:lnTo>
                  <a:pt x="39" y="1543"/>
                </a:lnTo>
                <a:lnTo>
                  <a:pt x="49" y="1495"/>
                </a:lnTo>
                <a:lnTo>
                  <a:pt x="61" y="1449"/>
                </a:lnTo>
                <a:lnTo>
                  <a:pt x="73" y="1402"/>
                </a:lnTo>
                <a:lnTo>
                  <a:pt x="86" y="1357"/>
                </a:lnTo>
                <a:lnTo>
                  <a:pt x="101" y="1312"/>
                </a:lnTo>
                <a:lnTo>
                  <a:pt x="118" y="1267"/>
                </a:lnTo>
                <a:lnTo>
                  <a:pt x="134" y="1223"/>
                </a:lnTo>
                <a:lnTo>
                  <a:pt x="151" y="1179"/>
                </a:lnTo>
                <a:lnTo>
                  <a:pt x="171" y="1136"/>
                </a:lnTo>
                <a:lnTo>
                  <a:pt x="191" y="1094"/>
                </a:lnTo>
                <a:lnTo>
                  <a:pt x="212" y="1051"/>
                </a:lnTo>
                <a:lnTo>
                  <a:pt x="232" y="1011"/>
                </a:lnTo>
                <a:lnTo>
                  <a:pt x="256" y="970"/>
                </a:lnTo>
                <a:lnTo>
                  <a:pt x="279" y="930"/>
                </a:lnTo>
                <a:lnTo>
                  <a:pt x="304" y="890"/>
                </a:lnTo>
                <a:lnTo>
                  <a:pt x="330" y="852"/>
                </a:lnTo>
                <a:lnTo>
                  <a:pt x="357" y="813"/>
                </a:lnTo>
                <a:lnTo>
                  <a:pt x="383" y="775"/>
                </a:lnTo>
                <a:lnTo>
                  <a:pt x="411" y="739"/>
                </a:lnTo>
                <a:lnTo>
                  <a:pt x="441" y="702"/>
                </a:lnTo>
                <a:lnTo>
                  <a:pt x="470" y="667"/>
                </a:lnTo>
                <a:lnTo>
                  <a:pt x="502" y="632"/>
                </a:lnTo>
                <a:lnTo>
                  <a:pt x="533" y="599"/>
                </a:lnTo>
                <a:lnTo>
                  <a:pt x="566" y="565"/>
                </a:lnTo>
                <a:lnTo>
                  <a:pt x="599" y="532"/>
                </a:lnTo>
                <a:lnTo>
                  <a:pt x="633" y="501"/>
                </a:lnTo>
                <a:lnTo>
                  <a:pt x="668" y="471"/>
                </a:lnTo>
                <a:lnTo>
                  <a:pt x="703" y="441"/>
                </a:lnTo>
                <a:lnTo>
                  <a:pt x="739" y="412"/>
                </a:lnTo>
                <a:lnTo>
                  <a:pt x="776" y="383"/>
                </a:lnTo>
                <a:lnTo>
                  <a:pt x="813" y="356"/>
                </a:lnTo>
                <a:lnTo>
                  <a:pt x="851" y="329"/>
                </a:lnTo>
                <a:lnTo>
                  <a:pt x="891" y="304"/>
                </a:lnTo>
                <a:lnTo>
                  <a:pt x="930" y="279"/>
                </a:lnTo>
                <a:lnTo>
                  <a:pt x="970" y="255"/>
                </a:lnTo>
                <a:lnTo>
                  <a:pt x="1010" y="233"/>
                </a:lnTo>
                <a:lnTo>
                  <a:pt x="1052" y="211"/>
                </a:lnTo>
                <a:lnTo>
                  <a:pt x="1094" y="190"/>
                </a:lnTo>
                <a:lnTo>
                  <a:pt x="1137" y="170"/>
                </a:lnTo>
                <a:lnTo>
                  <a:pt x="1180" y="152"/>
                </a:lnTo>
                <a:lnTo>
                  <a:pt x="1224" y="133"/>
                </a:lnTo>
                <a:lnTo>
                  <a:pt x="1268" y="117"/>
                </a:lnTo>
                <a:lnTo>
                  <a:pt x="1312" y="101"/>
                </a:lnTo>
                <a:lnTo>
                  <a:pt x="1357" y="87"/>
                </a:lnTo>
                <a:lnTo>
                  <a:pt x="1403" y="73"/>
                </a:lnTo>
                <a:lnTo>
                  <a:pt x="1449" y="60"/>
                </a:lnTo>
                <a:lnTo>
                  <a:pt x="1496" y="48"/>
                </a:lnTo>
                <a:lnTo>
                  <a:pt x="1542" y="39"/>
                </a:lnTo>
                <a:lnTo>
                  <a:pt x="1590" y="30"/>
                </a:lnTo>
                <a:lnTo>
                  <a:pt x="1637" y="22"/>
                </a:lnTo>
                <a:lnTo>
                  <a:pt x="1686" y="15"/>
                </a:lnTo>
                <a:lnTo>
                  <a:pt x="1735" y="9"/>
                </a:lnTo>
                <a:lnTo>
                  <a:pt x="1783" y="5"/>
                </a:lnTo>
                <a:lnTo>
                  <a:pt x="1832" y="2"/>
                </a:lnTo>
                <a:lnTo>
                  <a:pt x="1882" y="0"/>
                </a:lnTo>
                <a:lnTo>
                  <a:pt x="1932" y="0"/>
                </a:lnTo>
                <a:close/>
                <a:moveTo>
                  <a:pt x="1507" y="2300"/>
                </a:moveTo>
                <a:lnTo>
                  <a:pt x="1507" y="2300"/>
                </a:lnTo>
                <a:lnTo>
                  <a:pt x="1533" y="2310"/>
                </a:lnTo>
                <a:lnTo>
                  <a:pt x="1557" y="2318"/>
                </a:lnTo>
                <a:lnTo>
                  <a:pt x="1569" y="2321"/>
                </a:lnTo>
                <a:lnTo>
                  <a:pt x="1580" y="2323"/>
                </a:lnTo>
                <a:lnTo>
                  <a:pt x="1592" y="2324"/>
                </a:lnTo>
                <a:lnTo>
                  <a:pt x="1604" y="2324"/>
                </a:lnTo>
                <a:lnTo>
                  <a:pt x="1619" y="2324"/>
                </a:lnTo>
                <a:lnTo>
                  <a:pt x="1633" y="2322"/>
                </a:lnTo>
                <a:lnTo>
                  <a:pt x="1648" y="2318"/>
                </a:lnTo>
                <a:lnTo>
                  <a:pt x="1663" y="2314"/>
                </a:lnTo>
                <a:lnTo>
                  <a:pt x="1677" y="2308"/>
                </a:lnTo>
                <a:lnTo>
                  <a:pt x="1691" y="2300"/>
                </a:lnTo>
                <a:lnTo>
                  <a:pt x="1705" y="2289"/>
                </a:lnTo>
                <a:lnTo>
                  <a:pt x="1718" y="2279"/>
                </a:lnTo>
                <a:lnTo>
                  <a:pt x="1750" y="2251"/>
                </a:lnTo>
                <a:lnTo>
                  <a:pt x="1782" y="2276"/>
                </a:lnTo>
                <a:lnTo>
                  <a:pt x="1801" y="2290"/>
                </a:lnTo>
                <a:lnTo>
                  <a:pt x="1819" y="2303"/>
                </a:lnTo>
                <a:lnTo>
                  <a:pt x="1838" y="2314"/>
                </a:lnTo>
                <a:lnTo>
                  <a:pt x="1855" y="2323"/>
                </a:lnTo>
                <a:lnTo>
                  <a:pt x="1873" y="2330"/>
                </a:lnTo>
                <a:lnTo>
                  <a:pt x="1890" y="2336"/>
                </a:lnTo>
                <a:lnTo>
                  <a:pt x="1908" y="2339"/>
                </a:lnTo>
                <a:lnTo>
                  <a:pt x="1924" y="2340"/>
                </a:lnTo>
                <a:lnTo>
                  <a:pt x="1939" y="2340"/>
                </a:lnTo>
                <a:lnTo>
                  <a:pt x="1954" y="2338"/>
                </a:lnTo>
                <a:lnTo>
                  <a:pt x="1969" y="2333"/>
                </a:lnTo>
                <a:lnTo>
                  <a:pt x="1984" y="2328"/>
                </a:lnTo>
                <a:lnTo>
                  <a:pt x="1999" y="2319"/>
                </a:lnTo>
                <a:lnTo>
                  <a:pt x="2013" y="2309"/>
                </a:lnTo>
                <a:lnTo>
                  <a:pt x="2028" y="2296"/>
                </a:lnTo>
                <a:lnTo>
                  <a:pt x="2044" y="2282"/>
                </a:lnTo>
                <a:lnTo>
                  <a:pt x="2077" y="2246"/>
                </a:lnTo>
                <a:lnTo>
                  <a:pt x="2113" y="2279"/>
                </a:lnTo>
                <a:lnTo>
                  <a:pt x="2134" y="2295"/>
                </a:lnTo>
                <a:lnTo>
                  <a:pt x="2154" y="2308"/>
                </a:lnTo>
                <a:lnTo>
                  <a:pt x="2175" y="2319"/>
                </a:lnTo>
                <a:lnTo>
                  <a:pt x="2194" y="2326"/>
                </a:lnTo>
                <a:lnTo>
                  <a:pt x="2215" y="2332"/>
                </a:lnTo>
                <a:lnTo>
                  <a:pt x="2235" y="2336"/>
                </a:lnTo>
                <a:lnTo>
                  <a:pt x="2255" y="2337"/>
                </a:lnTo>
                <a:lnTo>
                  <a:pt x="2275" y="2336"/>
                </a:lnTo>
                <a:lnTo>
                  <a:pt x="2291" y="2333"/>
                </a:lnTo>
                <a:lnTo>
                  <a:pt x="2308" y="2330"/>
                </a:lnTo>
                <a:lnTo>
                  <a:pt x="2324" y="2325"/>
                </a:lnTo>
                <a:lnTo>
                  <a:pt x="2342" y="2319"/>
                </a:lnTo>
                <a:lnTo>
                  <a:pt x="2359" y="2314"/>
                </a:lnTo>
                <a:lnTo>
                  <a:pt x="2377" y="2307"/>
                </a:lnTo>
                <a:lnTo>
                  <a:pt x="2412" y="2290"/>
                </a:lnTo>
                <a:lnTo>
                  <a:pt x="2484" y="2175"/>
                </a:lnTo>
                <a:lnTo>
                  <a:pt x="2653" y="2281"/>
                </a:lnTo>
                <a:lnTo>
                  <a:pt x="2239" y="2948"/>
                </a:lnTo>
                <a:lnTo>
                  <a:pt x="2239" y="3826"/>
                </a:lnTo>
                <a:lnTo>
                  <a:pt x="2564" y="3799"/>
                </a:lnTo>
                <a:lnTo>
                  <a:pt x="2564" y="3450"/>
                </a:lnTo>
                <a:lnTo>
                  <a:pt x="2564" y="3332"/>
                </a:lnTo>
                <a:lnTo>
                  <a:pt x="2668" y="3274"/>
                </a:lnTo>
                <a:lnTo>
                  <a:pt x="2712" y="3248"/>
                </a:lnTo>
                <a:lnTo>
                  <a:pt x="2756" y="3222"/>
                </a:lnTo>
                <a:lnTo>
                  <a:pt x="2799" y="3194"/>
                </a:lnTo>
                <a:lnTo>
                  <a:pt x="2841" y="3163"/>
                </a:lnTo>
                <a:lnTo>
                  <a:pt x="2882" y="3132"/>
                </a:lnTo>
                <a:lnTo>
                  <a:pt x="2921" y="3100"/>
                </a:lnTo>
                <a:lnTo>
                  <a:pt x="2960" y="3066"/>
                </a:lnTo>
                <a:lnTo>
                  <a:pt x="2997" y="3031"/>
                </a:lnTo>
                <a:lnTo>
                  <a:pt x="3033" y="2995"/>
                </a:lnTo>
                <a:lnTo>
                  <a:pt x="3067" y="2958"/>
                </a:lnTo>
                <a:lnTo>
                  <a:pt x="3101" y="2918"/>
                </a:lnTo>
                <a:lnTo>
                  <a:pt x="3134" y="2879"/>
                </a:lnTo>
                <a:lnTo>
                  <a:pt x="3165" y="2838"/>
                </a:lnTo>
                <a:lnTo>
                  <a:pt x="3195" y="2797"/>
                </a:lnTo>
                <a:lnTo>
                  <a:pt x="3223" y="2754"/>
                </a:lnTo>
                <a:lnTo>
                  <a:pt x="3250" y="2711"/>
                </a:lnTo>
                <a:lnTo>
                  <a:pt x="3275" y="2667"/>
                </a:lnTo>
                <a:lnTo>
                  <a:pt x="3299" y="2624"/>
                </a:lnTo>
                <a:lnTo>
                  <a:pt x="3319" y="2578"/>
                </a:lnTo>
                <a:lnTo>
                  <a:pt x="3340" y="2533"/>
                </a:lnTo>
                <a:lnTo>
                  <a:pt x="3359" y="2487"/>
                </a:lnTo>
                <a:lnTo>
                  <a:pt x="3376" y="2439"/>
                </a:lnTo>
                <a:lnTo>
                  <a:pt x="3393" y="2391"/>
                </a:lnTo>
                <a:lnTo>
                  <a:pt x="3406" y="2343"/>
                </a:lnTo>
                <a:lnTo>
                  <a:pt x="3419" y="2293"/>
                </a:lnTo>
                <a:lnTo>
                  <a:pt x="3431" y="2243"/>
                </a:lnTo>
                <a:lnTo>
                  <a:pt x="3440" y="2193"/>
                </a:lnTo>
                <a:lnTo>
                  <a:pt x="3448" y="2142"/>
                </a:lnTo>
                <a:lnTo>
                  <a:pt x="3454" y="2089"/>
                </a:lnTo>
                <a:lnTo>
                  <a:pt x="3459" y="2037"/>
                </a:lnTo>
                <a:lnTo>
                  <a:pt x="3461" y="1985"/>
                </a:lnTo>
                <a:lnTo>
                  <a:pt x="3462" y="1932"/>
                </a:lnTo>
                <a:lnTo>
                  <a:pt x="3462" y="1892"/>
                </a:lnTo>
                <a:lnTo>
                  <a:pt x="3460" y="1853"/>
                </a:lnTo>
                <a:lnTo>
                  <a:pt x="3458" y="1814"/>
                </a:lnTo>
                <a:lnTo>
                  <a:pt x="3454" y="1775"/>
                </a:lnTo>
                <a:lnTo>
                  <a:pt x="3449" y="1737"/>
                </a:lnTo>
                <a:lnTo>
                  <a:pt x="3445" y="1698"/>
                </a:lnTo>
                <a:lnTo>
                  <a:pt x="3438" y="1661"/>
                </a:lnTo>
                <a:lnTo>
                  <a:pt x="3431" y="1623"/>
                </a:lnTo>
                <a:lnTo>
                  <a:pt x="3423" y="1586"/>
                </a:lnTo>
                <a:lnTo>
                  <a:pt x="3415" y="1548"/>
                </a:lnTo>
                <a:lnTo>
                  <a:pt x="3404" y="1512"/>
                </a:lnTo>
                <a:lnTo>
                  <a:pt x="3394" y="1476"/>
                </a:lnTo>
                <a:lnTo>
                  <a:pt x="3382" y="1440"/>
                </a:lnTo>
                <a:lnTo>
                  <a:pt x="3369" y="1406"/>
                </a:lnTo>
                <a:lnTo>
                  <a:pt x="3357" y="1371"/>
                </a:lnTo>
                <a:lnTo>
                  <a:pt x="3341" y="1336"/>
                </a:lnTo>
                <a:lnTo>
                  <a:pt x="3328" y="1301"/>
                </a:lnTo>
                <a:lnTo>
                  <a:pt x="3311" y="1267"/>
                </a:lnTo>
                <a:lnTo>
                  <a:pt x="3295" y="1235"/>
                </a:lnTo>
                <a:lnTo>
                  <a:pt x="3278" y="1202"/>
                </a:lnTo>
                <a:lnTo>
                  <a:pt x="3259" y="1170"/>
                </a:lnTo>
                <a:lnTo>
                  <a:pt x="3240" y="1137"/>
                </a:lnTo>
                <a:lnTo>
                  <a:pt x="3221" y="1106"/>
                </a:lnTo>
                <a:lnTo>
                  <a:pt x="3201" y="1076"/>
                </a:lnTo>
                <a:lnTo>
                  <a:pt x="3180" y="1046"/>
                </a:lnTo>
                <a:lnTo>
                  <a:pt x="3158" y="1015"/>
                </a:lnTo>
                <a:lnTo>
                  <a:pt x="3136" y="986"/>
                </a:lnTo>
                <a:lnTo>
                  <a:pt x="3113" y="957"/>
                </a:lnTo>
                <a:lnTo>
                  <a:pt x="3090" y="930"/>
                </a:lnTo>
                <a:lnTo>
                  <a:pt x="3065" y="902"/>
                </a:lnTo>
                <a:lnTo>
                  <a:pt x="3040" y="875"/>
                </a:lnTo>
                <a:lnTo>
                  <a:pt x="3014" y="849"/>
                </a:lnTo>
                <a:lnTo>
                  <a:pt x="2987" y="824"/>
                </a:lnTo>
                <a:lnTo>
                  <a:pt x="2961" y="798"/>
                </a:lnTo>
                <a:lnTo>
                  <a:pt x="2934" y="774"/>
                </a:lnTo>
                <a:lnTo>
                  <a:pt x="2905" y="751"/>
                </a:lnTo>
                <a:lnTo>
                  <a:pt x="2877" y="728"/>
                </a:lnTo>
                <a:lnTo>
                  <a:pt x="2848" y="704"/>
                </a:lnTo>
                <a:lnTo>
                  <a:pt x="2818" y="683"/>
                </a:lnTo>
                <a:lnTo>
                  <a:pt x="2788" y="663"/>
                </a:lnTo>
                <a:lnTo>
                  <a:pt x="2756" y="642"/>
                </a:lnTo>
                <a:lnTo>
                  <a:pt x="2725" y="622"/>
                </a:lnTo>
                <a:lnTo>
                  <a:pt x="2694" y="603"/>
                </a:lnTo>
                <a:lnTo>
                  <a:pt x="2661" y="586"/>
                </a:lnTo>
                <a:lnTo>
                  <a:pt x="2629" y="568"/>
                </a:lnTo>
                <a:lnTo>
                  <a:pt x="2595" y="552"/>
                </a:lnTo>
                <a:lnTo>
                  <a:pt x="2561" y="536"/>
                </a:lnTo>
                <a:lnTo>
                  <a:pt x="2528" y="521"/>
                </a:lnTo>
                <a:lnTo>
                  <a:pt x="2493" y="507"/>
                </a:lnTo>
                <a:lnTo>
                  <a:pt x="2458" y="494"/>
                </a:lnTo>
                <a:lnTo>
                  <a:pt x="2423" y="481"/>
                </a:lnTo>
                <a:lnTo>
                  <a:pt x="2387" y="470"/>
                </a:lnTo>
                <a:lnTo>
                  <a:pt x="2351" y="459"/>
                </a:lnTo>
                <a:lnTo>
                  <a:pt x="2314" y="449"/>
                </a:lnTo>
                <a:lnTo>
                  <a:pt x="2277" y="440"/>
                </a:lnTo>
                <a:lnTo>
                  <a:pt x="2240" y="431"/>
                </a:lnTo>
                <a:lnTo>
                  <a:pt x="2203" y="424"/>
                </a:lnTo>
                <a:lnTo>
                  <a:pt x="2164" y="419"/>
                </a:lnTo>
                <a:lnTo>
                  <a:pt x="2127" y="413"/>
                </a:lnTo>
                <a:lnTo>
                  <a:pt x="2088" y="408"/>
                </a:lnTo>
                <a:lnTo>
                  <a:pt x="2049" y="405"/>
                </a:lnTo>
                <a:lnTo>
                  <a:pt x="2011" y="402"/>
                </a:lnTo>
                <a:lnTo>
                  <a:pt x="1972" y="401"/>
                </a:lnTo>
                <a:lnTo>
                  <a:pt x="1932" y="401"/>
                </a:lnTo>
                <a:lnTo>
                  <a:pt x="1893" y="401"/>
                </a:lnTo>
                <a:lnTo>
                  <a:pt x="1853" y="402"/>
                </a:lnTo>
                <a:lnTo>
                  <a:pt x="1814" y="405"/>
                </a:lnTo>
                <a:lnTo>
                  <a:pt x="1775" y="408"/>
                </a:lnTo>
                <a:lnTo>
                  <a:pt x="1737" y="413"/>
                </a:lnTo>
                <a:lnTo>
                  <a:pt x="1699" y="419"/>
                </a:lnTo>
                <a:lnTo>
                  <a:pt x="1660" y="424"/>
                </a:lnTo>
                <a:lnTo>
                  <a:pt x="1623" y="431"/>
                </a:lnTo>
                <a:lnTo>
                  <a:pt x="1586" y="440"/>
                </a:lnTo>
                <a:lnTo>
                  <a:pt x="1549" y="449"/>
                </a:lnTo>
                <a:lnTo>
                  <a:pt x="1513" y="459"/>
                </a:lnTo>
                <a:lnTo>
                  <a:pt x="1477" y="470"/>
                </a:lnTo>
                <a:lnTo>
                  <a:pt x="1441" y="481"/>
                </a:lnTo>
                <a:lnTo>
                  <a:pt x="1405" y="494"/>
                </a:lnTo>
                <a:lnTo>
                  <a:pt x="1370" y="507"/>
                </a:lnTo>
                <a:lnTo>
                  <a:pt x="1335" y="521"/>
                </a:lnTo>
                <a:lnTo>
                  <a:pt x="1302" y="536"/>
                </a:lnTo>
                <a:lnTo>
                  <a:pt x="1268" y="552"/>
                </a:lnTo>
                <a:lnTo>
                  <a:pt x="1234" y="568"/>
                </a:lnTo>
                <a:lnTo>
                  <a:pt x="1202" y="586"/>
                </a:lnTo>
                <a:lnTo>
                  <a:pt x="1169" y="603"/>
                </a:lnTo>
                <a:lnTo>
                  <a:pt x="1138" y="622"/>
                </a:lnTo>
                <a:lnTo>
                  <a:pt x="1107" y="642"/>
                </a:lnTo>
                <a:lnTo>
                  <a:pt x="1076" y="663"/>
                </a:lnTo>
                <a:lnTo>
                  <a:pt x="1045" y="683"/>
                </a:lnTo>
                <a:lnTo>
                  <a:pt x="1016" y="704"/>
                </a:lnTo>
                <a:lnTo>
                  <a:pt x="987" y="728"/>
                </a:lnTo>
                <a:lnTo>
                  <a:pt x="958" y="751"/>
                </a:lnTo>
                <a:lnTo>
                  <a:pt x="930" y="774"/>
                </a:lnTo>
                <a:lnTo>
                  <a:pt x="902" y="798"/>
                </a:lnTo>
                <a:lnTo>
                  <a:pt x="876" y="824"/>
                </a:lnTo>
                <a:lnTo>
                  <a:pt x="849" y="849"/>
                </a:lnTo>
                <a:lnTo>
                  <a:pt x="823" y="875"/>
                </a:lnTo>
                <a:lnTo>
                  <a:pt x="799" y="902"/>
                </a:lnTo>
                <a:lnTo>
                  <a:pt x="775" y="930"/>
                </a:lnTo>
                <a:lnTo>
                  <a:pt x="750" y="957"/>
                </a:lnTo>
                <a:lnTo>
                  <a:pt x="728" y="986"/>
                </a:lnTo>
                <a:lnTo>
                  <a:pt x="705" y="1015"/>
                </a:lnTo>
                <a:lnTo>
                  <a:pt x="684" y="1046"/>
                </a:lnTo>
                <a:lnTo>
                  <a:pt x="662" y="1076"/>
                </a:lnTo>
                <a:lnTo>
                  <a:pt x="642" y="1106"/>
                </a:lnTo>
                <a:lnTo>
                  <a:pt x="623" y="1137"/>
                </a:lnTo>
                <a:lnTo>
                  <a:pt x="604" y="1170"/>
                </a:lnTo>
                <a:lnTo>
                  <a:pt x="585" y="1202"/>
                </a:lnTo>
                <a:lnTo>
                  <a:pt x="569" y="1235"/>
                </a:lnTo>
                <a:lnTo>
                  <a:pt x="552" y="1267"/>
                </a:lnTo>
                <a:lnTo>
                  <a:pt x="537" y="1301"/>
                </a:lnTo>
                <a:lnTo>
                  <a:pt x="522" y="1336"/>
                </a:lnTo>
                <a:lnTo>
                  <a:pt x="508" y="1371"/>
                </a:lnTo>
                <a:lnTo>
                  <a:pt x="494" y="1406"/>
                </a:lnTo>
                <a:lnTo>
                  <a:pt x="482" y="1440"/>
                </a:lnTo>
                <a:lnTo>
                  <a:pt x="470" y="1476"/>
                </a:lnTo>
                <a:lnTo>
                  <a:pt x="459" y="1512"/>
                </a:lnTo>
                <a:lnTo>
                  <a:pt x="450" y="1548"/>
                </a:lnTo>
                <a:lnTo>
                  <a:pt x="440" y="1586"/>
                </a:lnTo>
                <a:lnTo>
                  <a:pt x="432" y="1623"/>
                </a:lnTo>
                <a:lnTo>
                  <a:pt x="425" y="1661"/>
                </a:lnTo>
                <a:lnTo>
                  <a:pt x="418" y="1698"/>
                </a:lnTo>
                <a:lnTo>
                  <a:pt x="414" y="1737"/>
                </a:lnTo>
                <a:lnTo>
                  <a:pt x="409" y="1775"/>
                </a:lnTo>
                <a:lnTo>
                  <a:pt x="405" y="1814"/>
                </a:lnTo>
                <a:lnTo>
                  <a:pt x="403" y="1853"/>
                </a:lnTo>
                <a:lnTo>
                  <a:pt x="402" y="1892"/>
                </a:lnTo>
                <a:lnTo>
                  <a:pt x="401" y="1932"/>
                </a:lnTo>
                <a:lnTo>
                  <a:pt x="402" y="1986"/>
                </a:lnTo>
                <a:lnTo>
                  <a:pt x="405" y="2040"/>
                </a:lnTo>
                <a:lnTo>
                  <a:pt x="410" y="2093"/>
                </a:lnTo>
                <a:lnTo>
                  <a:pt x="416" y="2146"/>
                </a:lnTo>
                <a:lnTo>
                  <a:pt x="424" y="2199"/>
                </a:lnTo>
                <a:lnTo>
                  <a:pt x="434" y="2251"/>
                </a:lnTo>
                <a:lnTo>
                  <a:pt x="446" y="2301"/>
                </a:lnTo>
                <a:lnTo>
                  <a:pt x="459" y="2352"/>
                </a:lnTo>
                <a:lnTo>
                  <a:pt x="474" y="2402"/>
                </a:lnTo>
                <a:lnTo>
                  <a:pt x="490" y="2451"/>
                </a:lnTo>
                <a:lnTo>
                  <a:pt x="509" y="2498"/>
                </a:lnTo>
                <a:lnTo>
                  <a:pt x="529" y="2546"/>
                </a:lnTo>
                <a:lnTo>
                  <a:pt x="549" y="2592"/>
                </a:lnTo>
                <a:lnTo>
                  <a:pt x="573" y="2638"/>
                </a:lnTo>
                <a:lnTo>
                  <a:pt x="597" y="2682"/>
                </a:lnTo>
                <a:lnTo>
                  <a:pt x="623" y="2726"/>
                </a:lnTo>
                <a:lnTo>
                  <a:pt x="650" y="2770"/>
                </a:lnTo>
                <a:lnTo>
                  <a:pt x="679" y="2814"/>
                </a:lnTo>
                <a:lnTo>
                  <a:pt x="711" y="2856"/>
                </a:lnTo>
                <a:lnTo>
                  <a:pt x="743" y="2896"/>
                </a:lnTo>
                <a:lnTo>
                  <a:pt x="777" y="2937"/>
                </a:lnTo>
                <a:lnTo>
                  <a:pt x="812" y="2975"/>
                </a:lnTo>
                <a:lnTo>
                  <a:pt x="848" y="3014"/>
                </a:lnTo>
                <a:lnTo>
                  <a:pt x="885" y="3050"/>
                </a:lnTo>
                <a:lnTo>
                  <a:pt x="924" y="3085"/>
                </a:lnTo>
                <a:lnTo>
                  <a:pt x="964" y="3118"/>
                </a:lnTo>
                <a:lnTo>
                  <a:pt x="1004" y="3151"/>
                </a:lnTo>
                <a:lnTo>
                  <a:pt x="1047" y="3182"/>
                </a:lnTo>
                <a:lnTo>
                  <a:pt x="1090" y="3211"/>
                </a:lnTo>
                <a:lnTo>
                  <a:pt x="1135" y="3239"/>
                </a:lnTo>
                <a:lnTo>
                  <a:pt x="1180" y="3266"/>
                </a:lnTo>
                <a:lnTo>
                  <a:pt x="1226" y="3291"/>
                </a:lnTo>
                <a:lnTo>
                  <a:pt x="1335" y="3348"/>
                </a:lnTo>
                <a:lnTo>
                  <a:pt x="1335" y="3469"/>
                </a:lnTo>
                <a:lnTo>
                  <a:pt x="1335" y="3838"/>
                </a:lnTo>
                <a:lnTo>
                  <a:pt x="1674" y="3838"/>
                </a:lnTo>
                <a:lnTo>
                  <a:pt x="1674" y="2948"/>
                </a:lnTo>
                <a:lnTo>
                  <a:pt x="1260" y="2281"/>
                </a:lnTo>
                <a:lnTo>
                  <a:pt x="1431" y="2175"/>
                </a:lnTo>
                <a:lnTo>
                  <a:pt x="1507" y="2300"/>
                </a:lnTo>
                <a:close/>
                <a:moveTo>
                  <a:pt x="2326" y="2429"/>
                </a:moveTo>
                <a:lnTo>
                  <a:pt x="2326" y="2429"/>
                </a:lnTo>
                <a:lnTo>
                  <a:pt x="2305" y="2432"/>
                </a:lnTo>
                <a:lnTo>
                  <a:pt x="2284" y="2435"/>
                </a:lnTo>
                <a:lnTo>
                  <a:pt x="2258" y="2437"/>
                </a:lnTo>
                <a:lnTo>
                  <a:pt x="2234" y="2437"/>
                </a:lnTo>
                <a:lnTo>
                  <a:pt x="2208" y="2433"/>
                </a:lnTo>
                <a:lnTo>
                  <a:pt x="2184" y="2429"/>
                </a:lnTo>
                <a:lnTo>
                  <a:pt x="2158" y="2420"/>
                </a:lnTo>
                <a:lnTo>
                  <a:pt x="2134" y="2411"/>
                </a:lnTo>
                <a:lnTo>
                  <a:pt x="2109" y="2397"/>
                </a:lnTo>
                <a:lnTo>
                  <a:pt x="2083" y="2382"/>
                </a:lnTo>
                <a:lnTo>
                  <a:pt x="2063" y="2396"/>
                </a:lnTo>
                <a:lnTo>
                  <a:pt x="2045" y="2409"/>
                </a:lnTo>
                <a:lnTo>
                  <a:pt x="2024" y="2419"/>
                </a:lnTo>
                <a:lnTo>
                  <a:pt x="2004" y="2427"/>
                </a:lnTo>
                <a:lnTo>
                  <a:pt x="1983" y="2434"/>
                </a:lnTo>
                <a:lnTo>
                  <a:pt x="1962" y="2438"/>
                </a:lnTo>
                <a:lnTo>
                  <a:pt x="1941" y="2440"/>
                </a:lnTo>
                <a:lnTo>
                  <a:pt x="1920" y="2440"/>
                </a:lnTo>
                <a:lnTo>
                  <a:pt x="1900" y="2439"/>
                </a:lnTo>
                <a:lnTo>
                  <a:pt x="1879" y="2435"/>
                </a:lnTo>
                <a:lnTo>
                  <a:pt x="1858" y="2430"/>
                </a:lnTo>
                <a:lnTo>
                  <a:pt x="1837" y="2423"/>
                </a:lnTo>
                <a:lnTo>
                  <a:pt x="1816" y="2415"/>
                </a:lnTo>
                <a:lnTo>
                  <a:pt x="1794" y="2404"/>
                </a:lnTo>
                <a:lnTo>
                  <a:pt x="1773" y="2393"/>
                </a:lnTo>
                <a:lnTo>
                  <a:pt x="1752" y="2379"/>
                </a:lnTo>
                <a:lnTo>
                  <a:pt x="1735" y="2390"/>
                </a:lnTo>
                <a:lnTo>
                  <a:pt x="1716" y="2399"/>
                </a:lnTo>
                <a:lnTo>
                  <a:pt x="1699" y="2408"/>
                </a:lnTo>
                <a:lnTo>
                  <a:pt x="1679" y="2413"/>
                </a:lnTo>
                <a:lnTo>
                  <a:pt x="1660" y="2418"/>
                </a:lnTo>
                <a:lnTo>
                  <a:pt x="1642" y="2422"/>
                </a:lnTo>
                <a:lnTo>
                  <a:pt x="1622" y="2424"/>
                </a:lnTo>
                <a:lnTo>
                  <a:pt x="1602" y="2424"/>
                </a:lnTo>
                <a:lnTo>
                  <a:pt x="1585" y="2424"/>
                </a:lnTo>
                <a:lnTo>
                  <a:pt x="1860" y="2866"/>
                </a:lnTo>
                <a:lnTo>
                  <a:pt x="1875" y="2891"/>
                </a:lnTo>
                <a:lnTo>
                  <a:pt x="1875" y="2918"/>
                </a:lnTo>
                <a:lnTo>
                  <a:pt x="1875" y="3838"/>
                </a:lnTo>
                <a:lnTo>
                  <a:pt x="2038" y="3838"/>
                </a:lnTo>
                <a:lnTo>
                  <a:pt x="2038" y="2918"/>
                </a:lnTo>
                <a:lnTo>
                  <a:pt x="2038" y="2891"/>
                </a:lnTo>
                <a:lnTo>
                  <a:pt x="2053" y="2866"/>
                </a:lnTo>
                <a:lnTo>
                  <a:pt x="2326" y="2429"/>
                </a:lnTo>
                <a:close/>
                <a:moveTo>
                  <a:pt x="2506" y="5533"/>
                </a:moveTo>
                <a:lnTo>
                  <a:pt x="1402" y="5631"/>
                </a:lnTo>
                <a:lnTo>
                  <a:pt x="1405" y="5656"/>
                </a:lnTo>
                <a:lnTo>
                  <a:pt x="1410" y="5681"/>
                </a:lnTo>
                <a:lnTo>
                  <a:pt x="1417" y="5705"/>
                </a:lnTo>
                <a:lnTo>
                  <a:pt x="1424" y="5729"/>
                </a:lnTo>
                <a:lnTo>
                  <a:pt x="1432" y="5753"/>
                </a:lnTo>
                <a:lnTo>
                  <a:pt x="1441" y="5776"/>
                </a:lnTo>
                <a:lnTo>
                  <a:pt x="1451" y="5798"/>
                </a:lnTo>
                <a:lnTo>
                  <a:pt x="1463" y="5820"/>
                </a:lnTo>
                <a:lnTo>
                  <a:pt x="1475" y="5842"/>
                </a:lnTo>
                <a:lnTo>
                  <a:pt x="1489" y="5862"/>
                </a:lnTo>
                <a:lnTo>
                  <a:pt x="1503" y="5883"/>
                </a:lnTo>
                <a:lnTo>
                  <a:pt x="1516" y="5902"/>
                </a:lnTo>
                <a:lnTo>
                  <a:pt x="1533" y="5921"/>
                </a:lnTo>
                <a:lnTo>
                  <a:pt x="1549" y="5938"/>
                </a:lnTo>
                <a:lnTo>
                  <a:pt x="1566" y="5956"/>
                </a:lnTo>
                <a:lnTo>
                  <a:pt x="1584" y="5973"/>
                </a:lnTo>
                <a:lnTo>
                  <a:pt x="1602" y="5988"/>
                </a:lnTo>
                <a:lnTo>
                  <a:pt x="1622" y="6003"/>
                </a:lnTo>
                <a:lnTo>
                  <a:pt x="1642" y="6017"/>
                </a:lnTo>
                <a:lnTo>
                  <a:pt x="1663" y="6031"/>
                </a:lnTo>
                <a:lnTo>
                  <a:pt x="1685" y="6043"/>
                </a:lnTo>
                <a:lnTo>
                  <a:pt x="1706" y="6055"/>
                </a:lnTo>
                <a:lnTo>
                  <a:pt x="1729" y="6065"/>
                </a:lnTo>
                <a:lnTo>
                  <a:pt x="1752" y="6074"/>
                </a:lnTo>
                <a:lnTo>
                  <a:pt x="1775" y="6082"/>
                </a:lnTo>
                <a:lnTo>
                  <a:pt x="1799" y="6091"/>
                </a:lnTo>
                <a:lnTo>
                  <a:pt x="1823" y="6096"/>
                </a:lnTo>
                <a:lnTo>
                  <a:pt x="1849" y="6102"/>
                </a:lnTo>
                <a:lnTo>
                  <a:pt x="1873" y="6106"/>
                </a:lnTo>
                <a:lnTo>
                  <a:pt x="1900" y="6109"/>
                </a:lnTo>
                <a:lnTo>
                  <a:pt x="1925" y="6110"/>
                </a:lnTo>
                <a:lnTo>
                  <a:pt x="1951" y="6111"/>
                </a:lnTo>
                <a:lnTo>
                  <a:pt x="1980" y="6110"/>
                </a:lnTo>
                <a:lnTo>
                  <a:pt x="2008" y="6109"/>
                </a:lnTo>
                <a:lnTo>
                  <a:pt x="2035" y="6106"/>
                </a:lnTo>
                <a:lnTo>
                  <a:pt x="2063" y="6100"/>
                </a:lnTo>
                <a:lnTo>
                  <a:pt x="2090" y="6094"/>
                </a:lnTo>
                <a:lnTo>
                  <a:pt x="2117" y="6087"/>
                </a:lnTo>
                <a:lnTo>
                  <a:pt x="2142" y="6078"/>
                </a:lnTo>
                <a:lnTo>
                  <a:pt x="2168" y="6067"/>
                </a:lnTo>
                <a:lnTo>
                  <a:pt x="2192" y="6057"/>
                </a:lnTo>
                <a:lnTo>
                  <a:pt x="2215" y="6044"/>
                </a:lnTo>
                <a:lnTo>
                  <a:pt x="2239" y="6031"/>
                </a:lnTo>
                <a:lnTo>
                  <a:pt x="2262" y="6016"/>
                </a:lnTo>
                <a:lnTo>
                  <a:pt x="2284" y="6001"/>
                </a:lnTo>
                <a:lnTo>
                  <a:pt x="2305" y="5985"/>
                </a:lnTo>
                <a:lnTo>
                  <a:pt x="2324" y="5968"/>
                </a:lnTo>
                <a:lnTo>
                  <a:pt x="2344" y="5949"/>
                </a:lnTo>
                <a:lnTo>
                  <a:pt x="2362" y="5929"/>
                </a:lnTo>
                <a:lnTo>
                  <a:pt x="2379" y="5909"/>
                </a:lnTo>
                <a:lnTo>
                  <a:pt x="2396" y="5889"/>
                </a:lnTo>
                <a:lnTo>
                  <a:pt x="2412" y="5866"/>
                </a:lnTo>
                <a:lnTo>
                  <a:pt x="2425" y="5844"/>
                </a:lnTo>
                <a:lnTo>
                  <a:pt x="2439" y="5821"/>
                </a:lnTo>
                <a:lnTo>
                  <a:pt x="2451" y="5797"/>
                </a:lnTo>
                <a:lnTo>
                  <a:pt x="2463" y="5772"/>
                </a:lnTo>
                <a:lnTo>
                  <a:pt x="2473" y="5747"/>
                </a:lnTo>
                <a:lnTo>
                  <a:pt x="2481" y="5721"/>
                </a:lnTo>
                <a:lnTo>
                  <a:pt x="2489" y="5695"/>
                </a:lnTo>
                <a:lnTo>
                  <a:pt x="2495" y="5668"/>
                </a:lnTo>
                <a:lnTo>
                  <a:pt x="2500" y="5641"/>
                </a:lnTo>
                <a:lnTo>
                  <a:pt x="2503" y="5613"/>
                </a:lnTo>
                <a:lnTo>
                  <a:pt x="2506" y="5584"/>
                </a:lnTo>
                <a:lnTo>
                  <a:pt x="2507" y="5556"/>
                </a:lnTo>
                <a:lnTo>
                  <a:pt x="2506" y="5533"/>
                </a:lnTo>
                <a:close/>
                <a:moveTo>
                  <a:pt x="2908" y="4892"/>
                </a:moveTo>
                <a:lnTo>
                  <a:pt x="1018" y="5060"/>
                </a:lnTo>
                <a:lnTo>
                  <a:pt x="1015" y="5089"/>
                </a:lnTo>
                <a:lnTo>
                  <a:pt x="1015" y="5118"/>
                </a:lnTo>
                <a:lnTo>
                  <a:pt x="1017" y="5144"/>
                </a:lnTo>
                <a:lnTo>
                  <a:pt x="2906" y="4978"/>
                </a:lnTo>
                <a:lnTo>
                  <a:pt x="2908" y="4953"/>
                </a:lnTo>
                <a:lnTo>
                  <a:pt x="2910" y="4927"/>
                </a:lnTo>
                <a:lnTo>
                  <a:pt x="2910" y="4910"/>
                </a:lnTo>
                <a:lnTo>
                  <a:pt x="2908" y="4892"/>
                </a:lnTo>
                <a:close/>
                <a:moveTo>
                  <a:pt x="2908" y="4171"/>
                </a:moveTo>
                <a:lnTo>
                  <a:pt x="1018" y="4337"/>
                </a:lnTo>
                <a:lnTo>
                  <a:pt x="1015" y="4368"/>
                </a:lnTo>
                <a:lnTo>
                  <a:pt x="1015" y="4397"/>
                </a:lnTo>
                <a:lnTo>
                  <a:pt x="1017" y="4423"/>
                </a:lnTo>
                <a:lnTo>
                  <a:pt x="2906" y="4257"/>
                </a:lnTo>
                <a:lnTo>
                  <a:pt x="2908" y="4232"/>
                </a:lnTo>
                <a:lnTo>
                  <a:pt x="2910" y="4206"/>
                </a:lnTo>
                <a:lnTo>
                  <a:pt x="2910" y="4189"/>
                </a:lnTo>
                <a:lnTo>
                  <a:pt x="2908" y="417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="ctr">
            <a:scene3d>
              <a:camera prst="orthographicFront"/>
              <a:lightRig rig="threePt" dir="t"/>
            </a:scene3d>
            <a:sp3d>
              <a:contourClr>
                <a:srgbClr val="FFFFFF"/>
              </a:contourClr>
            </a:sp3d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  <a:cs typeface="+mn-cs"/>
              </a:defRPr>
            </a:lvl9pPr>
          </a:lstStyle>
          <a:p>
            <a:pPr algn="ctr">
              <a:defRPr/>
            </a:pPr>
            <a:endParaRPr lang="zh-CN" altLang="en-US">
              <a:solidFill>
                <a:srgbClr val="FFFFFF"/>
              </a:solidFill>
              <a:latin typeface="Georgia" panose="02040502050405020303" charset="0"/>
              <a:cs typeface="Georgia" panose="02040502050405020303" charset="0"/>
            </a:endParaRPr>
          </a:p>
        </p:txBody>
      </p:sp>
      <p:sp>
        <p:nvSpPr>
          <p:cNvPr id="45" name="KSO_Shape"/>
          <p:cNvSpPr/>
          <p:nvPr/>
        </p:nvSpPr>
        <p:spPr bwMode="auto">
          <a:xfrm>
            <a:off x="5479209" y="5439660"/>
            <a:ext cx="528637" cy="836892"/>
          </a:xfrm>
          <a:custGeom>
            <a:avLst/>
            <a:gdLst>
              <a:gd name="T0" fmla="*/ 2147483646 w 3864"/>
              <a:gd name="T1" fmla="*/ 1817606605 h 6111"/>
              <a:gd name="T2" fmla="*/ 2147483646 w 3864"/>
              <a:gd name="T3" fmla="*/ 2147483646 h 6111"/>
              <a:gd name="T4" fmla="*/ 2147483646 w 3864"/>
              <a:gd name="T5" fmla="*/ 2147483646 h 6111"/>
              <a:gd name="T6" fmla="*/ 2147483646 w 3864"/>
              <a:gd name="T7" fmla="*/ 2147483646 h 6111"/>
              <a:gd name="T8" fmla="*/ 2147483646 w 3864"/>
              <a:gd name="T9" fmla="*/ 2147483646 h 6111"/>
              <a:gd name="T10" fmla="*/ 2147483646 w 3864"/>
              <a:gd name="T11" fmla="*/ 2147483646 h 6111"/>
              <a:gd name="T12" fmla="*/ 2147483646 w 3864"/>
              <a:gd name="T13" fmla="*/ 2147483646 h 6111"/>
              <a:gd name="T14" fmla="*/ 2147483646 w 3864"/>
              <a:gd name="T15" fmla="*/ 2147483646 h 6111"/>
              <a:gd name="T16" fmla="*/ 2147483646 w 3864"/>
              <a:gd name="T17" fmla="*/ 2147483646 h 6111"/>
              <a:gd name="T18" fmla="*/ 2147483646 w 3864"/>
              <a:gd name="T19" fmla="*/ 2147483646 h 6111"/>
              <a:gd name="T20" fmla="*/ 2147483646 w 3864"/>
              <a:gd name="T21" fmla="*/ 2147483646 h 6111"/>
              <a:gd name="T22" fmla="*/ 2147483646 w 3864"/>
              <a:gd name="T23" fmla="*/ 2147483646 h 6111"/>
              <a:gd name="T24" fmla="*/ 2147483646 w 3864"/>
              <a:gd name="T25" fmla="*/ 2147483646 h 6111"/>
              <a:gd name="T26" fmla="*/ 2147483646 w 3864"/>
              <a:gd name="T27" fmla="*/ 2147483646 h 6111"/>
              <a:gd name="T28" fmla="*/ 2147483646 w 3864"/>
              <a:gd name="T29" fmla="*/ 2147483646 h 6111"/>
              <a:gd name="T30" fmla="*/ 2147483646 w 3864"/>
              <a:gd name="T31" fmla="*/ 2147483646 h 6111"/>
              <a:gd name="T32" fmla="*/ 2147483646 w 3864"/>
              <a:gd name="T33" fmla="*/ 2147483646 h 6111"/>
              <a:gd name="T34" fmla="*/ 2147483646 w 3864"/>
              <a:gd name="T35" fmla="*/ 2147483646 h 6111"/>
              <a:gd name="T36" fmla="*/ 574134261 w 3864"/>
              <a:gd name="T37" fmla="*/ 2147483646 h 6111"/>
              <a:gd name="T38" fmla="*/ 906491754 w 3864"/>
              <a:gd name="T39" fmla="*/ 2147483646 h 6111"/>
              <a:gd name="T40" fmla="*/ 2147483646 w 3864"/>
              <a:gd name="T41" fmla="*/ 2147483646 h 6111"/>
              <a:gd name="T42" fmla="*/ 2147483646 w 3864"/>
              <a:gd name="T43" fmla="*/ 2147483646 h 6111"/>
              <a:gd name="T44" fmla="*/ 2147483646 w 3864"/>
              <a:gd name="T45" fmla="*/ 2147483646 h 6111"/>
              <a:gd name="T46" fmla="*/ 2147483646 w 3864"/>
              <a:gd name="T47" fmla="*/ 1817606605 h 6111"/>
              <a:gd name="T48" fmla="*/ 2147483646 w 3864"/>
              <a:gd name="T49" fmla="*/ 2147483646 h 6111"/>
              <a:gd name="T50" fmla="*/ 2147483646 w 3864"/>
              <a:gd name="T51" fmla="*/ 2147483646 h 6111"/>
              <a:gd name="T52" fmla="*/ 2147483646 w 3864"/>
              <a:gd name="T53" fmla="*/ 2147483646 h 6111"/>
              <a:gd name="T54" fmla="*/ 2147483646 w 3864"/>
              <a:gd name="T55" fmla="*/ 2147483646 h 6111"/>
              <a:gd name="T56" fmla="*/ 2147483646 w 3864"/>
              <a:gd name="T57" fmla="*/ 2147483646 h 6111"/>
              <a:gd name="T58" fmla="*/ 2147483646 w 3864"/>
              <a:gd name="T59" fmla="*/ 2147483646 h 6111"/>
              <a:gd name="T60" fmla="*/ 2147483646 w 3864"/>
              <a:gd name="T61" fmla="*/ 2147483646 h 6111"/>
              <a:gd name="T62" fmla="*/ 2147483646 w 3864"/>
              <a:gd name="T63" fmla="*/ 2147483646 h 6111"/>
              <a:gd name="T64" fmla="*/ 2147483646 w 3864"/>
              <a:gd name="T65" fmla="*/ 2147483646 h 6111"/>
              <a:gd name="T66" fmla="*/ 2147483646 w 3864"/>
              <a:gd name="T67" fmla="*/ 2147483646 h 6111"/>
              <a:gd name="T68" fmla="*/ 2147483646 w 3864"/>
              <a:gd name="T69" fmla="*/ 2147483646 h 6111"/>
              <a:gd name="T70" fmla="*/ 2147483646 w 3864"/>
              <a:gd name="T71" fmla="*/ 2147483646 h 6111"/>
              <a:gd name="T72" fmla="*/ 2147483646 w 3864"/>
              <a:gd name="T73" fmla="*/ 2147483646 h 6111"/>
              <a:gd name="T74" fmla="*/ 2147483646 w 3864"/>
              <a:gd name="T75" fmla="*/ 2147483646 h 6111"/>
              <a:gd name="T76" fmla="*/ 2147483646 w 3864"/>
              <a:gd name="T77" fmla="*/ 2147483646 h 6111"/>
              <a:gd name="T78" fmla="*/ 2147483646 w 3864"/>
              <a:gd name="T79" fmla="*/ 2147483646 h 6111"/>
              <a:gd name="T80" fmla="*/ 2147483646 w 3864"/>
              <a:gd name="T81" fmla="*/ 2147483646 h 6111"/>
              <a:gd name="T82" fmla="*/ 2147483646 w 3864"/>
              <a:gd name="T83" fmla="*/ 2147483646 h 6111"/>
              <a:gd name="T84" fmla="*/ 2147483646 w 3864"/>
              <a:gd name="T85" fmla="*/ 2147483646 h 6111"/>
              <a:gd name="T86" fmla="*/ 2147483646 w 3864"/>
              <a:gd name="T87" fmla="*/ 2147483646 h 6111"/>
              <a:gd name="T88" fmla="*/ 2147483646 w 3864"/>
              <a:gd name="T89" fmla="*/ 2147483646 h 6111"/>
              <a:gd name="T90" fmla="*/ 2147483646 w 3864"/>
              <a:gd name="T91" fmla="*/ 2147483646 h 6111"/>
              <a:gd name="T92" fmla="*/ 2147483646 w 3864"/>
              <a:gd name="T93" fmla="*/ 2147483646 h 6111"/>
              <a:gd name="T94" fmla="*/ 2147483646 w 3864"/>
              <a:gd name="T95" fmla="*/ 2147483646 h 6111"/>
              <a:gd name="T96" fmla="*/ 2147483646 w 3864"/>
              <a:gd name="T97" fmla="*/ 2147483646 h 6111"/>
              <a:gd name="T98" fmla="*/ 2147483646 w 3864"/>
              <a:gd name="T99" fmla="*/ 2147483646 h 6111"/>
              <a:gd name="T100" fmla="*/ 2147483646 w 3864"/>
              <a:gd name="T101" fmla="*/ 2147483646 h 6111"/>
              <a:gd name="T102" fmla="*/ 2147483646 w 3864"/>
              <a:gd name="T103" fmla="*/ 2147483646 h 6111"/>
              <a:gd name="T104" fmla="*/ 2147483646 w 3864"/>
              <a:gd name="T105" fmla="*/ 2147483646 h 6111"/>
              <a:gd name="T106" fmla="*/ 2147483646 w 3864"/>
              <a:gd name="T107" fmla="*/ 2147483646 h 6111"/>
              <a:gd name="T108" fmla="*/ 2147483646 w 3864"/>
              <a:gd name="T109" fmla="*/ 2147483646 h 6111"/>
              <a:gd name="T110" fmla="*/ 2147483646 w 3864"/>
              <a:gd name="T111" fmla="*/ 2147483646 h 6111"/>
              <a:gd name="T112" fmla="*/ 2147483646 w 3864"/>
              <a:gd name="T113" fmla="*/ 2147483646 h 6111"/>
              <a:gd name="T114" fmla="*/ 2147483646 w 3864"/>
              <a:gd name="T115" fmla="*/ 2147483646 h 6111"/>
              <a:gd name="T116" fmla="*/ 2147483646 w 3864"/>
              <a:gd name="T117" fmla="*/ 2147483646 h 6111"/>
              <a:gd name="T118" fmla="*/ 2147483646 w 3864"/>
              <a:gd name="T119" fmla="*/ 2147483646 h 6111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60000 65536"/>
              <a:gd name="T178" fmla="*/ 0 60000 65536"/>
              <a:gd name="T179" fmla="*/ 0 60000 65536"/>
            </a:gdLst>
            <a:ahLst/>
            <a:cxnLst>
              <a:cxn ang="T120">
                <a:pos x="T0" y="T1"/>
              </a:cxn>
              <a:cxn ang="T121">
                <a:pos x="T2" y="T3"/>
              </a:cxn>
              <a:cxn ang="T122">
                <a:pos x="T4" y="T5"/>
              </a:cxn>
              <a:cxn ang="T123">
                <a:pos x="T6" y="T7"/>
              </a:cxn>
              <a:cxn ang="T124">
                <a:pos x="T8" y="T9"/>
              </a:cxn>
              <a:cxn ang="T125">
                <a:pos x="T10" y="T11"/>
              </a:cxn>
              <a:cxn ang="T126">
                <a:pos x="T12" y="T13"/>
              </a:cxn>
              <a:cxn ang="T127">
                <a:pos x="T14" y="T15"/>
              </a:cxn>
              <a:cxn ang="T128">
                <a:pos x="T16" y="T17"/>
              </a:cxn>
              <a:cxn ang="T129">
                <a:pos x="T18" y="T19"/>
              </a:cxn>
              <a:cxn ang="T130">
                <a:pos x="T20" y="T21"/>
              </a:cxn>
              <a:cxn ang="T131">
                <a:pos x="T22" y="T23"/>
              </a:cxn>
              <a:cxn ang="T132">
                <a:pos x="T24" y="T25"/>
              </a:cxn>
              <a:cxn ang="T133">
                <a:pos x="T26" y="T27"/>
              </a:cxn>
              <a:cxn ang="T134">
                <a:pos x="T28" y="T29"/>
              </a:cxn>
              <a:cxn ang="T135">
                <a:pos x="T30" y="T31"/>
              </a:cxn>
              <a:cxn ang="T136">
                <a:pos x="T32" y="T33"/>
              </a:cxn>
              <a:cxn ang="T137">
                <a:pos x="T34" y="T35"/>
              </a:cxn>
              <a:cxn ang="T138">
                <a:pos x="T36" y="T37"/>
              </a:cxn>
              <a:cxn ang="T139">
                <a:pos x="T38" y="T39"/>
              </a:cxn>
              <a:cxn ang="T140">
                <a:pos x="T40" y="T41"/>
              </a:cxn>
              <a:cxn ang="T141">
                <a:pos x="T42" y="T43"/>
              </a:cxn>
              <a:cxn ang="T142">
                <a:pos x="T44" y="T45"/>
              </a:cxn>
              <a:cxn ang="T143">
                <a:pos x="T46" y="T47"/>
              </a:cxn>
              <a:cxn ang="T144">
                <a:pos x="T48" y="T49"/>
              </a:cxn>
              <a:cxn ang="T145">
                <a:pos x="T50" y="T51"/>
              </a:cxn>
              <a:cxn ang="T146">
                <a:pos x="T52" y="T53"/>
              </a:cxn>
              <a:cxn ang="T147">
                <a:pos x="T54" y="T55"/>
              </a:cxn>
              <a:cxn ang="T148">
                <a:pos x="T56" y="T57"/>
              </a:cxn>
              <a:cxn ang="T149">
                <a:pos x="T58" y="T59"/>
              </a:cxn>
              <a:cxn ang="T150">
                <a:pos x="T60" y="T61"/>
              </a:cxn>
              <a:cxn ang="T151">
                <a:pos x="T62" y="T63"/>
              </a:cxn>
              <a:cxn ang="T152">
                <a:pos x="T64" y="T65"/>
              </a:cxn>
              <a:cxn ang="T153">
                <a:pos x="T66" y="T67"/>
              </a:cxn>
              <a:cxn ang="T154">
                <a:pos x="T68" y="T69"/>
              </a:cxn>
              <a:cxn ang="T155">
                <a:pos x="T70" y="T71"/>
              </a:cxn>
              <a:cxn ang="T156">
                <a:pos x="T72" y="T73"/>
              </a:cxn>
              <a:cxn ang="T157">
                <a:pos x="T74" y="T75"/>
              </a:cxn>
              <a:cxn ang="T158">
                <a:pos x="T76" y="T77"/>
              </a:cxn>
              <a:cxn ang="T159">
                <a:pos x="T78" y="T79"/>
              </a:cxn>
              <a:cxn ang="T160">
                <a:pos x="T80" y="T81"/>
              </a:cxn>
              <a:cxn ang="T161">
                <a:pos x="T82" y="T83"/>
              </a:cxn>
              <a:cxn ang="T162">
                <a:pos x="T84" y="T85"/>
              </a:cxn>
              <a:cxn ang="T163">
                <a:pos x="T86" y="T87"/>
              </a:cxn>
              <a:cxn ang="T164">
                <a:pos x="T88" y="T89"/>
              </a:cxn>
              <a:cxn ang="T165">
                <a:pos x="T90" y="T91"/>
              </a:cxn>
              <a:cxn ang="T166">
                <a:pos x="T92" y="T93"/>
              </a:cxn>
              <a:cxn ang="T167">
                <a:pos x="T94" y="T95"/>
              </a:cxn>
              <a:cxn ang="T168">
                <a:pos x="T96" y="T97"/>
              </a:cxn>
              <a:cxn ang="T169">
                <a:pos x="T98" y="T99"/>
              </a:cxn>
              <a:cxn ang="T170">
                <a:pos x="T100" y="T101"/>
              </a:cxn>
              <a:cxn ang="T171">
                <a:pos x="T102" y="T103"/>
              </a:cxn>
              <a:cxn ang="T172">
                <a:pos x="T104" y="T105"/>
              </a:cxn>
              <a:cxn ang="T173">
                <a:pos x="T106" y="T107"/>
              </a:cxn>
              <a:cxn ang="T174">
                <a:pos x="T108" y="T109"/>
              </a:cxn>
              <a:cxn ang="T175">
                <a:pos x="T110" y="T111"/>
              </a:cxn>
              <a:cxn ang="T176">
                <a:pos x="T112" y="T113"/>
              </a:cxn>
              <a:cxn ang="T177">
                <a:pos x="T114" y="T115"/>
              </a:cxn>
              <a:cxn ang="T178">
                <a:pos x="T116" y="T117"/>
              </a:cxn>
              <a:cxn ang="T179">
                <a:pos x="T118" y="T119"/>
              </a:cxn>
            </a:cxnLst>
            <a:rect l="0" t="0" r="r" b="b"/>
            <a:pathLst>
              <a:path w="3864" h="6111">
                <a:moveTo>
                  <a:pt x="1932" y="0"/>
                </a:moveTo>
                <a:lnTo>
                  <a:pt x="1932" y="0"/>
                </a:lnTo>
                <a:lnTo>
                  <a:pt x="1982" y="0"/>
                </a:lnTo>
                <a:lnTo>
                  <a:pt x="2031" y="2"/>
                </a:lnTo>
                <a:lnTo>
                  <a:pt x="2081" y="5"/>
                </a:lnTo>
                <a:lnTo>
                  <a:pt x="2129" y="9"/>
                </a:lnTo>
                <a:lnTo>
                  <a:pt x="2178" y="15"/>
                </a:lnTo>
                <a:lnTo>
                  <a:pt x="2226" y="22"/>
                </a:lnTo>
                <a:lnTo>
                  <a:pt x="2273" y="30"/>
                </a:lnTo>
                <a:lnTo>
                  <a:pt x="2321" y="39"/>
                </a:lnTo>
                <a:lnTo>
                  <a:pt x="2367" y="48"/>
                </a:lnTo>
                <a:lnTo>
                  <a:pt x="2415" y="60"/>
                </a:lnTo>
                <a:lnTo>
                  <a:pt x="2460" y="73"/>
                </a:lnTo>
                <a:lnTo>
                  <a:pt x="2507" y="87"/>
                </a:lnTo>
                <a:lnTo>
                  <a:pt x="2551" y="101"/>
                </a:lnTo>
                <a:lnTo>
                  <a:pt x="2596" y="117"/>
                </a:lnTo>
                <a:lnTo>
                  <a:pt x="2640" y="133"/>
                </a:lnTo>
                <a:lnTo>
                  <a:pt x="2683" y="152"/>
                </a:lnTo>
                <a:lnTo>
                  <a:pt x="2727" y="170"/>
                </a:lnTo>
                <a:lnTo>
                  <a:pt x="2769" y="190"/>
                </a:lnTo>
                <a:lnTo>
                  <a:pt x="2811" y="211"/>
                </a:lnTo>
                <a:lnTo>
                  <a:pt x="2853" y="233"/>
                </a:lnTo>
                <a:lnTo>
                  <a:pt x="2893" y="255"/>
                </a:lnTo>
                <a:lnTo>
                  <a:pt x="2934" y="279"/>
                </a:lnTo>
                <a:lnTo>
                  <a:pt x="2973" y="304"/>
                </a:lnTo>
                <a:lnTo>
                  <a:pt x="3012" y="329"/>
                </a:lnTo>
                <a:lnTo>
                  <a:pt x="3050" y="356"/>
                </a:lnTo>
                <a:lnTo>
                  <a:pt x="3087" y="383"/>
                </a:lnTo>
                <a:lnTo>
                  <a:pt x="3124" y="412"/>
                </a:lnTo>
                <a:lnTo>
                  <a:pt x="3160" y="441"/>
                </a:lnTo>
                <a:lnTo>
                  <a:pt x="3196" y="471"/>
                </a:lnTo>
                <a:lnTo>
                  <a:pt x="3231" y="501"/>
                </a:lnTo>
                <a:lnTo>
                  <a:pt x="3265" y="532"/>
                </a:lnTo>
                <a:lnTo>
                  <a:pt x="3297" y="565"/>
                </a:lnTo>
                <a:lnTo>
                  <a:pt x="3330" y="599"/>
                </a:lnTo>
                <a:lnTo>
                  <a:pt x="3362" y="632"/>
                </a:lnTo>
                <a:lnTo>
                  <a:pt x="3393" y="667"/>
                </a:lnTo>
                <a:lnTo>
                  <a:pt x="3423" y="702"/>
                </a:lnTo>
                <a:lnTo>
                  <a:pt x="3452" y="739"/>
                </a:lnTo>
                <a:lnTo>
                  <a:pt x="3480" y="775"/>
                </a:lnTo>
                <a:lnTo>
                  <a:pt x="3507" y="813"/>
                </a:lnTo>
                <a:lnTo>
                  <a:pt x="3534" y="852"/>
                </a:lnTo>
                <a:lnTo>
                  <a:pt x="3560" y="890"/>
                </a:lnTo>
                <a:lnTo>
                  <a:pt x="3584" y="930"/>
                </a:lnTo>
                <a:lnTo>
                  <a:pt x="3607" y="970"/>
                </a:lnTo>
                <a:lnTo>
                  <a:pt x="3631" y="1011"/>
                </a:lnTo>
                <a:lnTo>
                  <a:pt x="3653" y="1051"/>
                </a:lnTo>
                <a:lnTo>
                  <a:pt x="3674" y="1094"/>
                </a:lnTo>
                <a:lnTo>
                  <a:pt x="3693" y="1136"/>
                </a:lnTo>
                <a:lnTo>
                  <a:pt x="3712" y="1179"/>
                </a:lnTo>
                <a:lnTo>
                  <a:pt x="3729" y="1223"/>
                </a:lnTo>
                <a:lnTo>
                  <a:pt x="3747" y="1267"/>
                </a:lnTo>
                <a:lnTo>
                  <a:pt x="3762" y="1312"/>
                </a:lnTo>
                <a:lnTo>
                  <a:pt x="3777" y="1357"/>
                </a:lnTo>
                <a:lnTo>
                  <a:pt x="3791" y="1402"/>
                </a:lnTo>
                <a:lnTo>
                  <a:pt x="3802" y="1449"/>
                </a:lnTo>
                <a:lnTo>
                  <a:pt x="3814" y="1495"/>
                </a:lnTo>
                <a:lnTo>
                  <a:pt x="3824" y="1543"/>
                </a:lnTo>
                <a:lnTo>
                  <a:pt x="3834" y="1589"/>
                </a:lnTo>
                <a:lnTo>
                  <a:pt x="3842" y="1638"/>
                </a:lnTo>
                <a:lnTo>
                  <a:pt x="3848" y="1685"/>
                </a:lnTo>
                <a:lnTo>
                  <a:pt x="3853" y="1734"/>
                </a:lnTo>
                <a:lnTo>
                  <a:pt x="3858" y="1783"/>
                </a:lnTo>
                <a:lnTo>
                  <a:pt x="3862" y="1832"/>
                </a:lnTo>
                <a:lnTo>
                  <a:pt x="3863" y="1882"/>
                </a:lnTo>
                <a:lnTo>
                  <a:pt x="3864" y="1932"/>
                </a:lnTo>
                <a:lnTo>
                  <a:pt x="3863" y="1999"/>
                </a:lnTo>
                <a:lnTo>
                  <a:pt x="3859" y="2065"/>
                </a:lnTo>
                <a:lnTo>
                  <a:pt x="3853" y="2130"/>
                </a:lnTo>
                <a:lnTo>
                  <a:pt x="3845" y="2195"/>
                </a:lnTo>
                <a:lnTo>
                  <a:pt x="3836" y="2260"/>
                </a:lnTo>
                <a:lnTo>
                  <a:pt x="3823" y="2324"/>
                </a:lnTo>
                <a:lnTo>
                  <a:pt x="3809" y="2387"/>
                </a:lnTo>
                <a:lnTo>
                  <a:pt x="3793" y="2449"/>
                </a:lnTo>
                <a:lnTo>
                  <a:pt x="3776" y="2511"/>
                </a:lnTo>
                <a:lnTo>
                  <a:pt x="3755" y="2571"/>
                </a:lnTo>
                <a:lnTo>
                  <a:pt x="3733" y="2631"/>
                </a:lnTo>
                <a:lnTo>
                  <a:pt x="3709" y="2690"/>
                </a:lnTo>
                <a:lnTo>
                  <a:pt x="3683" y="2747"/>
                </a:lnTo>
                <a:lnTo>
                  <a:pt x="3656" y="2804"/>
                </a:lnTo>
                <a:lnTo>
                  <a:pt x="3626" y="2859"/>
                </a:lnTo>
                <a:lnTo>
                  <a:pt x="3596" y="2914"/>
                </a:lnTo>
                <a:lnTo>
                  <a:pt x="3566" y="2963"/>
                </a:lnTo>
                <a:lnTo>
                  <a:pt x="3534" y="3011"/>
                </a:lnTo>
                <a:lnTo>
                  <a:pt x="3502" y="3058"/>
                </a:lnTo>
                <a:lnTo>
                  <a:pt x="3467" y="3103"/>
                </a:lnTo>
                <a:lnTo>
                  <a:pt x="3432" y="3148"/>
                </a:lnTo>
                <a:lnTo>
                  <a:pt x="3395" y="3193"/>
                </a:lnTo>
                <a:lnTo>
                  <a:pt x="3358" y="3234"/>
                </a:lnTo>
                <a:lnTo>
                  <a:pt x="3318" y="3276"/>
                </a:lnTo>
                <a:lnTo>
                  <a:pt x="3278" y="3317"/>
                </a:lnTo>
                <a:lnTo>
                  <a:pt x="3237" y="3356"/>
                </a:lnTo>
                <a:lnTo>
                  <a:pt x="3194" y="3393"/>
                </a:lnTo>
                <a:lnTo>
                  <a:pt x="3150" y="3431"/>
                </a:lnTo>
                <a:lnTo>
                  <a:pt x="3106" y="3465"/>
                </a:lnTo>
                <a:lnTo>
                  <a:pt x="3059" y="3500"/>
                </a:lnTo>
                <a:lnTo>
                  <a:pt x="3013" y="3533"/>
                </a:lnTo>
                <a:lnTo>
                  <a:pt x="2965" y="3564"/>
                </a:lnTo>
                <a:lnTo>
                  <a:pt x="2965" y="3763"/>
                </a:lnTo>
                <a:lnTo>
                  <a:pt x="3040" y="3756"/>
                </a:lnTo>
                <a:lnTo>
                  <a:pt x="3184" y="3744"/>
                </a:lnTo>
                <a:lnTo>
                  <a:pt x="3240" y="3879"/>
                </a:lnTo>
                <a:lnTo>
                  <a:pt x="3257" y="3921"/>
                </a:lnTo>
                <a:lnTo>
                  <a:pt x="3272" y="3961"/>
                </a:lnTo>
                <a:lnTo>
                  <a:pt x="3283" y="4003"/>
                </a:lnTo>
                <a:lnTo>
                  <a:pt x="3293" y="4044"/>
                </a:lnTo>
                <a:lnTo>
                  <a:pt x="3301" y="4084"/>
                </a:lnTo>
                <a:lnTo>
                  <a:pt x="3305" y="4125"/>
                </a:lnTo>
                <a:lnTo>
                  <a:pt x="3309" y="4166"/>
                </a:lnTo>
                <a:lnTo>
                  <a:pt x="3310" y="4206"/>
                </a:lnTo>
                <a:lnTo>
                  <a:pt x="3309" y="4248"/>
                </a:lnTo>
                <a:lnTo>
                  <a:pt x="3305" y="4289"/>
                </a:lnTo>
                <a:lnTo>
                  <a:pt x="3300" y="4329"/>
                </a:lnTo>
                <a:lnTo>
                  <a:pt x="3292" y="4370"/>
                </a:lnTo>
                <a:lnTo>
                  <a:pt x="3282" y="4409"/>
                </a:lnTo>
                <a:lnTo>
                  <a:pt x="3269" y="4449"/>
                </a:lnTo>
                <a:lnTo>
                  <a:pt x="3256" y="4487"/>
                </a:lnTo>
                <a:lnTo>
                  <a:pt x="3239" y="4527"/>
                </a:lnTo>
                <a:lnTo>
                  <a:pt x="3224" y="4560"/>
                </a:lnTo>
                <a:lnTo>
                  <a:pt x="3240" y="4600"/>
                </a:lnTo>
                <a:lnTo>
                  <a:pt x="3257" y="4642"/>
                </a:lnTo>
                <a:lnTo>
                  <a:pt x="3272" y="4682"/>
                </a:lnTo>
                <a:lnTo>
                  <a:pt x="3283" y="4724"/>
                </a:lnTo>
                <a:lnTo>
                  <a:pt x="3293" y="4765"/>
                </a:lnTo>
                <a:lnTo>
                  <a:pt x="3301" y="4805"/>
                </a:lnTo>
                <a:lnTo>
                  <a:pt x="3305" y="4846"/>
                </a:lnTo>
                <a:lnTo>
                  <a:pt x="3309" y="4888"/>
                </a:lnTo>
                <a:lnTo>
                  <a:pt x="3310" y="4927"/>
                </a:lnTo>
                <a:lnTo>
                  <a:pt x="3309" y="4969"/>
                </a:lnTo>
                <a:lnTo>
                  <a:pt x="3305" y="5010"/>
                </a:lnTo>
                <a:lnTo>
                  <a:pt x="3300" y="5050"/>
                </a:lnTo>
                <a:lnTo>
                  <a:pt x="3292" y="5091"/>
                </a:lnTo>
                <a:lnTo>
                  <a:pt x="3282" y="5130"/>
                </a:lnTo>
                <a:lnTo>
                  <a:pt x="3269" y="5170"/>
                </a:lnTo>
                <a:lnTo>
                  <a:pt x="3256" y="5209"/>
                </a:lnTo>
                <a:lnTo>
                  <a:pt x="3239" y="5248"/>
                </a:lnTo>
                <a:lnTo>
                  <a:pt x="3191" y="5356"/>
                </a:lnTo>
                <a:lnTo>
                  <a:pt x="3073" y="5366"/>
                </a:lnTo>
                <a:lnTo>
                  <a:pt x="886" y="5559"/>
                </a:lnTo>
                <a:lnTo>
                  <a:pt x="735" y="5573"/>
                </a:lnTo>
                <a:lnTo>
                  <a:pt x="681" y="5430"/>
                </a:lnTo>
                <a:lnTo>
                  <a:pt x="668" y="5395"/>
                </a:lnTo>
                <a:lnTo>
                  <a:pt x="656" y="5359"/>
                </a:lnTo>
                <a:lnTo>
                  <a:pt x="646" y="5323"/>
                </a:lnTo>
                <a:lnTo>
                  <a:pt x="636" y="5286"/>
                </a:lnTo>
                <a:lnTo>
                  <a:pt x="628" y="5249"/>
                </a:lnTo>
                <a:lnTo>
                  <a:pt x="623" y="5210"/>
                </a:lnTo>
                <a:lnTo>
                  <a:pt x="618" y="5172"/>
                </a:lnTo>
                <a:lnTo>
                  <a:pt x="616" y="5133"/>
                </a:lnTo>
                <a:lnTo>
                  <a:pt x="614" y="5091"/>
                </a:lnTo>
                <a:lnTo>
                  <a:pt x="617" y="5049"/>
                </a:lnTo>
                <a:lnTo>
                  <a:pt x="621" y="5006"/>
                </a:lnTo>
                <a:lnTo>
                  <a:pt x="628" y="4963"/>
                </a:lnTo>
                <a:lnTo>
                  <a:pt x="633" y="4941"/>
                </a:lnTo>
                <a:lnTo>
                  <a:pt x="638" y="4919"/>
                </a:lnTo>
                <a:lnTo>
                  <a:pt x="645" y="4897"/>
                </a:lnTo>
                <a:lnTo>
                  <a:pt x="652" y="4875"/>
                </a:lnTo>
                <a:lnTo>
                  <a:pt x="659" y="4853"/>
                </a:lnTo>
                <a:lnTo>
                  <a:pt x="668" y="4831"/>
                </a:lnTo>
                <a:lnTo>
                  <a:pt x="677" y="4808"/>
                </a:lnTo>
                <a:lnTo>
                  <a:pt x="688" y="4786"/>
                </a:lnTo>
                <a:lnTo>
                  <a:pt x="700" y="4759"/>
                </a:lnTo>
                <a:lnTo>
                  <a:pt x="681" y="4709"/>
                </a:lnTo>
                <a:lnTo>
                  <a:pt x="668" y="4674"/>
                </a:lnTo>
                <a:lnTo>
                  <a:pt x="656" y="4638"/>
                </a:lnTo>
                <a:lnTo>
                  <a:pt x="646" y="4602"/>
                </a:lnTo>
                <a:lnTo>
                  <a:pt x="636" y="4565"/>
                </a:lnTo>
                <a:lnTo>
                  <a:pt x="628" y="4528"/>
                </a:lnTo>
                <a:lnTo>
                  <a:pt x="623" y="4489"/>
                </a:lnTo>
                <a:lnTo>
                  <a:pt x="618" y="4451"/>
                </a:lnTo>
                <a:lnTo>
                  <a:pt x="616" y="4412"/>
                </a:lnTo>
                <a:lnTo>
                  <a:pt x="614" y="4370"/>
                </a:lnTo>
                <a:lnTo>
                  <a:pt x="617" y="4327"/>
                </a:lnTo>
                <a:lnTo>
                  <a:pt x="621" y="4285"/>
                </a:lnTo>
                <a:lnTo>
                  <a:pt x="628" y="4242"/>
                </a:lnTo>
                <a:lnTo>
                  <a:pt x="633" y="4220"/>
                </a:lnTo>
                <a:lnTo>
                  <a:pt x="638" y="4198"/>
                </a:lnTo>
                <a:lnTo>
                  <a:pt x="645" y="4176"/>
                </a:lnTo>
                <a:lnTo>
                  <a:pt x="652" y="4154"/>
                </a:lnTo>
                <a:lnTo>
                  <a:pt x="659" y="4132"/>
                </a:lnTo>
                <a:lnTo>
                  <a:pt x="668" y="4110"/>
                </a:lnTo>
                <a:lnTo>
                  <a:pt x="677" y="4087"/>
                </a:lnTo>
                <a:lnTo>
                  <a:pt x="688" y="4064"/>
                </a:lnTo>
                <a:lnTo>
                  <a:pt x="736" y="3960"/>
                </a:lnTo>
                <a:lnTo>
                  <a:pt x="851" y="3950"/>
                </a:lnTo>
                <a:lnTo>
                  <a:pt x="934" y="3943"/>
                </a:lnTo>
                <a:lnTo>
                  <a:pt x="934" y="3586"/>
                </a:lnTo>
                <a:lnTo>
                  <a:pt x="885" y="3555"/>
                </a:lnTo>
                <a:lnTo>
                  <a:pt x="836" y="3522"/>
                </a:lnTo>
                <a:lnTo>
                  <a:pt x="789" y="3489"/>
                </a:lnTo>
                <a:lnTo>
                  <a:pt x="742" y="3454"/>
                </a:lnTo>
                <a:lnTo>
                  <a:pt x="697" y="3417"/>
                </a:lnTo>
                <a:lnTo>
                  <a:pt x="653" y="3378"/>
                </a:lnTo>
                <a:lnTo>
                  <a:pt x="610" y="3340"/>
                </a:lnTo>
                <a:lnTo>
                  <a:pt x="568" y="3299"/>
                </a:lnTo>
                <a:lnTo>
                  <a:pt x="527" y="3258"/>
                </a:lnTo>
                <a:lnTo>
                  <a:pt x="488" y="3215"/>
                </a:lnTo>
                <a:lnTo>
                  <a:pt x="450" y="3170"/>
                </a:lnTo>
                <a:lnTo>
                  <a:pt x="414" y="3125"/>
                </a:lnTo>
                <a:lnTo>
                  <a:pt x="378" y="3079"/>
                </a:lnTo>
                <a:lnTo>
                  <a:pt x="344" y="3031"/>
                </a:lnTo>
                <a:lnTo>
                  <a:pt x="311" y="2982"/>
                </a:lnTo>
                <a:lnTo>
                  <a:pt x="280" y="2934"/>
                </a:lnTo>
                <a:lnTo>
                  <a:pt x="248" y="2878"/>
                </a:lnTo>
                <a:lnTo>
                  <a:pt x="217" y="2821"/>
                </a:lnTo>
                <a:lnTo>
                  <a:pt x="188" y="2763"/>
                </a:lnTo>
                <a:lnTo>
                  <a:pt x="162" y="2705"/>
                </a:lnTo>
                <a:lnTo>
                  <a:pt x="136" y="2644"/>
                </a:lnTo>
                <a:lnTo>
                  <a:pt x="113" y="2584"/>
                </a:lnTo>
                <a:lnTo>
                  <a:pt x="92" y="2523"/>
                </a:lnTo>
                <a:lnTo>
                  <a:pt x="73" y="2460"/>
                </a:lnTo>
                <a:lnTo>
                  <a:pt x="56" y="2396"/>
                </a:lnTo>
                <a:lnTo>
                  <a:pt x="42" y="2332"/>
                </a:lnTo>
                <a:lnTo>
                  <a:pt x="29" y="2267"/>
                </a:lnTo>
                <a:lnTo>
                  <a:pt x="19" y="2201"/>
                </a:lnTo>
                <a:lnTo>
                  <a:pt x="11" y="2135"/>
                </a:lnTo>
                <a:lnTo>
                  <a:pt x="5" y="2067"/>
                </a:lnTo>
                <a:lnTo>
                  <a:pt x="1" y="2000"/>
                </a:lnTo>
                <a:lnTo>
                  <a:pt x="0" y="1932"/>
                </a:lnTo>
                <a:lnTo>
                  <a:pt x="0" y="1882"/>
                </a:lnTo>
                <a:lnTo>
                  <a:pt x="3" y="1832"/>
                </a:lnTo>
                <a:lnTo>
                  <a:pt x="5" y="1783"/>
                </a:lnTo>
                <a:lnTo>
                  <a:pt x="10" y="1734"/>
                </a:lnTo>
                <a:lnTo>
                  <a:pt x="15" y="1685"/>
                </a:lnTo>
                <a:lnTo>
                  <a:pt x="22" y="1638"/>
                </a:lnTo>
                <a:lnTo>
                  <a:pt x="30" y="1589"/>
                </a:lnTo>
                <a:lnTo>
                  <a:pt x="39" y="1543"/>
                </a:lnTo>
                <a:lnTo>
                  <a:pt x="49" y="1495"/>
                </a:lnTo>
                <a:lnTo>
                  <a:pt x="61" y="1449"/>
                </a:lnTo>
                <a:lnTo>
                  <a:pt x="73" y="1402"/>
                </a:lnTo>
                <a:lnTo>
                  <a:pt x="86" y="1357"/>
                </a:lnTo>
                <a:lnTo>
                  <a:pt x="101" y="1312"/>
                </a:lnTo>
                <a:lnTo>
                  <a:pt x="118" y="1267"/>
                </a:lnTo>
                <a:lnTo>
                  <a:pt x="134" y="1223"/>
                </a:lnTo>
                <a:lnTo>
                  <a:pt x="151" y="1179"/>
                </a:lnTo>
                <a:lnTo>
                  <a:pt x="171" y="1136"/>
                </a:lnTo>
                <a:lnTo>
                  <a:pt x="191" y="1094"/>
                </a:lnTo>
                <a:lnTo>
                  <a:pt x="212" y="1051"/>
                </a:lnTo>
                <a:lnTo>
                  <a:pt x="232" y="1011"/>
                </a:lnTo>
                <a:lnTo>
                  <a:pt x="256" y="970"/>
                </a:lnTo>
                <a:lnTo>
                  <a:pt x="279" y="930"/>
                </a:lnTo>
                <a:lnTo>
                  <a:pt x="304" y="890"/>
                </a:lnTo>
                <a:lnTo>
                  <a:pt x="330" y="852"/>
                </a:lnTo>
                <a:lnTo>
                  <a:pt x="357" y="813"/>
                </a:lnTo>
                <a:lnTo>
                  <a:pt x="383" y="775"/>
                </a:lnTo>
                <a:lnTo>
                  <a:pt x="411" y="739"/>
                </a:lnTo>
                <a:lnTo>
                  <a:pt x="441" y="702"/>
                </a:lnTo>
                <a:lnTo>
                  <a:pt x="470" y="667"/>
                </a:lnTo>
                <a:lnTo>
                  <a:pt x="502" y="632"/>
                </a:lnTo>
                <a:lnTo>
                  <a:pt x="533" y="599"/>
                </a:lnTo>
                <a:lnTo>
                  <a:pt x="566" y="565"/>
                </a:lnTo>
                <a:lnTo>
                  <a:pt x="599" y="532"/>
                </a:lnTo>
                <a:lnTo>
                  <a:pt x="633" y="501"/>
                </a:lnTo>
                <a:lnTo>
                  <a:pt x="668" y="471"/>
                </a:lnTo>
                <a:lnTo>
                  <a:pt x="703" y="441"/>
                </a:lnTo>
                <a:lnTo>
                  <a:pt x="739" y="412"/>
                </a:lnTo>
                <a:lnTo>
                  <a:pt x="776" y="383"/>
                </a:lnTo>
                <a:lnTo>
                  <a:pt x="813" y="356"/>
                </a:lnTo>
                <a:lnTo>
                  <a:pt x="851" y="329"/>
                </a:lnTo>
                <a:lnTo>
                  <a:pt x="891" y="304"/>
                </a:lnTo>
                <a:lnTo>
                  <a:pt x="930" y="279"/>
                </a:lnTo>
                <a:lnTo>
                  <a:pt x="970" y="255"/>
                </a:lnTo>
                <a:lnTo>
                  <a:pt x="1010" y="233"/>
                </a:lnTo>
                <a:lnTo>
                  <a:pt x="1052" y="211"/>
                </a:lnTo>
                <a:lnTo>
                  <a:pt x="1094" y="190"/>
                </a:lnTo>
                <a:lnTo>
                  <a:pt x="1137" y="170"/>
                </a:lnTo>
                <a:lnTo>
                  <a:pt x="1180" y="152"/>
                </a:lnTo>
                <a:lnTo>
                  <a:pt x="1224" y="133"/>
                </a:lnTo>
                <a:lnTo>
                  <a:pt x="1268" y="117"/>
                </a:lnTo>
                <a:lnTo>
                  <a:pt x="1312" y="101"/>
                </a:lnTo>
                <a:lnTo>
                  <a:pt x="1357" y="87"/>
                </a:lnTo>
                <a:lnTo>
                  <a:pt x="1403" y="73"/>
                </a:lnTo>
                <a:lnTo>
                  <a:pt x="1449" y="60"/>
                </a:lnTo>
                <a:lnTo>
                  <a:pt x="1496" y="48"/>
                </a:lnTo>
                <a:lnTo>
                  <a:pt x="1542" y="39"/>
                </a:lnTo>
                <a:lnTo>
                  <a:pt x="1590" y="30"/>
                </a:lnTo>
                <a:lnTo>
                  <a:pt x="1637" y="22"/>
                </a:lnTo>
                <a:lnTo>
                  <a:pt x="1686" y="15"/>
                </a:lnTo>
                <a:lnTo>
                  <a:pt x="1735" y="9"/>
                </a:lnTo>
                <a:lnTo>
                  <a:pt x="1783" y="5"/>
                </a:lnTo>
                <a:lnTo>
                  <a:pt x="1832" y="2"/>
                </a:lnTo>
                <a:lnTo>
                  <a:pt x="1882" y="0"/>
                </a:lnTo>
                <a:lnTo>
                  <a:pt x="1932" y="0"/>
                </a:lnTo>
                <a:close/>
                <a:moveTo>
                  <a:pt x="1507" y="2300"/>
                </a:moveTo>
                <a:lnTo>
                  <a:pt x="1507" y="2300"/>
                </a:lnTo>
                <a:lnTo>
                  <a:pt x="1533" y="2310"/>
                </a:lnTo>
                <a:lnTo>
                  <a:pt x="1557" y="2318"/>
                </a:lnTo>
                <a:lnTo>
                  <a:pt x="1569" y="2321"/>
                </a:lnTo>
                <a:lnTo>
                  <a:pt x="1580" y="2323"/>
                </a:lnTo>
                <a:lnTo>
                  <a:pt x="1592" y="2324"/>
                </a:lnTo>
                <a:lnTo>
                  <a:pt x="1604" y="2324"/>
                </a:lnTo>
                <a:lnTo>
                  <a:pt x="1619" y="2324"/>
                </a:lnTo>
                <a:lnTo>
                  <a:pt x="1633" y="2322"/>
                </a:lnTo>
                <a:lnTo>
                  <a:pt x="1648" y="2318"/>
                </a:lnTo>
                <a:lnTo>
                  <a:pt x="1663" y="2314"/>
                </a:lnTo>
                <a:lnTo>
                  <a:pt x="1677" y="2308"/>
                </a:lnTo>
                <a:lnTo>
                  <a:pt x="1691" y="2300"/>
                </a:lnTo>
                <a:lnTo>
                  <a:pt x="1705" y="2289"/>
                </a:lnTo>
                <a:lnTo>
                  <a:pt x="1718" y="2279"/>
                </a:lnTo>
                <a:lnTo>
                  <a:pt x="1750" y="2251"/>
                </a:lnTo>
                <a:lnTo>
                  <a:pt x="1782" y="2276"/>
                </a:lnTo>
                <a:lnTo>
                  <a:pt x="1801" y="2290"/>
                </a:lnTo>
                <a:lnTo>
                  <a:pt x="1819" y="2303"/>
                </a:lnTo>
                <a:lnTo>
                  <a:pt x="1838" y="2314"/>
                </a:lnTo>
                <a:lnTo>
                  <a:pt x="1855" y="2323"/>
                </a:lnTo>
                <a:lnTo>
                  <a:pt x="1873" y="2330"/>
                </a:lnTo>
                <a:lnTo>
                  <a:pt x="1890" y="2336"/>
                </a:lnTo>
                <a:lnTo>
                  <a:pt x="1908" y="2339"/>
                </a:lnTo>
                <a:lnTo>
                  <a:pt x="1924" y="2340"/>
                </a:lnTo>
                <a:lnTo>
                  <a:pt x="1939" y="2340"/>
                </a:lnTo>
                <a:lnTo>
                  <a:pt x="1954" y="2338"/>
                </a:lnTo>
                <a:lnTo>
                  <a:pt x="1969" y="2333"/>
                </a:lnTo>
                <a:lnTo>
                  <a:pt x="1984" y="2328"/>
                </a:lnTo>
                <a:lnTo>
                  <a:pt x="1999" y="2319"/>
                </a:lnTo>
                <a:lnTo>
                  <a:pt x="2013" y="2309"/>
                </a:lnTo>
                <a:lnTo>
                  <a:pt x="2028" y="2296"/>
                </a:lnTo>
                <a:lnTo>
                  <a:pt x="2044" y="2282"/>
                </a:lnTo>
                <a:lnTo>
                  <a:pt x="2077" y="2246"/>
                </a:lnTo>
                <a:lnTo>
                  <a:pt x="2113" y="2279"/>
                </a:lnTo>
                <a:lnTo>
                  <a:pt x="2134" y="2295"/>
                </a:lnTo>
                <a:lnTo>
                  <a:pt x="2154" y="2308"/>
                </a:lnTo>
                <a:lnTo>
                  <a:pt x="2175" y="2319"/>
                </a:lnTo>
                <a:lnTo>
                  <a:pt x="2194" y="2326"/>
                </a:lnTo>
                <a:lnTo>
                  <a:pt x="2215" y="2332"/>
                </a:lnTo>
                <a:lnTo>
                  <a:pt x="2235" y="2336"/>
                </a:lnTo>
                <a:lnTo>
                  <a:pt x="2255" y="2337"/>
                </a:lnTo>
                <a:lnTo>
                  <a:pt x="2275" y="2336"/>
                </a:lnTo>
                <a:lnTo>
                  <a:pt x="2291" y="2333"/>
                </a:lnTo>
                <a:lnTo>
                  <a:pt x="2308" y="2330"/>
                </a:lnTo>
                <a:lnTo>
                  <a:pt x="2324" y="2325"/>
                </a:lnTo>
                <a:lnTo>
                  <a:pt x="2342" y="2319"/>
                </a:lnTo>
                <a:lnTo>
                  <a:pt x="2359" y="2314"/>
                </a:lnTo>
                <a:lnTo>
                  <a:pt x="2377" y="2307"/>
                </a:lnTo>
                <a:lnTo>
                  <a:pt x="2412" y="2290"/>
                </a:lnTo>
                <a:lnTo>
                  <a:pt x="2484" y="2175"/>
                </a:lnTo>
                <a:lnTo>
                  <a:pt x="2653" y="2281"/>
                </a:lnTo>
                <a:lnTo>
                  <a:pt x="2239" y="2948"/>
                </a:lnTo>
                <a:lnTo>
                  <a:pt x="2239" y="3826"/>
                </a:lnTo>
                <a:lnTo>
                  <a:pt x="2564" y="3799"/>
                </a:lnTo>
                <a:lnTo>
                  <a:pt x="2564" y="3450"/>
                </a:lnTo>
                <a:lnTo>
                  <a:pt x="2564" y="3332"/>
                </a:lnTo>
                <a:lnTo>
                  <a:pt x="2668" y="3274"/>
                </a:lnTo>
                <a:lnTo>
                  <a:pt x="2712" y="3248"/>
                </a:lnTo>
                <a:lnTo>
                  <a:pt x="2756" y="3222"/>
                </a:lnTo>
                <a:lnTo>
                  <a:pt x="2799" y="3194"/>
                </a:lnTo>
                <a:lnTo>
                  <a:pt x="2841" y="3163"/>
                </a:lnTo>
                <a:lnTo>
                  <a:pt x="2882" y="3132"/>
                </a:lnTo>
                <a:lnTo>
                  <a:pt x="2921" y="3100"/>
                </a:lnTo>
                <a:lnTo>
                  <a:pt x="2960" y="3066"/>
                </a:lnTo>
                <a:lnTo>
                  <a:pt x="2997" y="3031"/>
                </a:lnTo>
                <a:lnTo>
                  <a:pt x="3033" y="2995"/>
                </a:lnTo>
                <a:lnTo>
                  <a:pt x="3067" y="2958"/>
                </a:lnTo>
                <a:lnTo>
                  <a:pt x="3101" y="2918"/>
                </a:lnTo>
                <a:lnTo>
                  <a:pt x="3134" y="2879"/>
                </a:lnTo>
                <a:lnTo>
                  <a:pt x="3165" y="2838"/>
                </a:lnTo>
                <a:lnTo>
                  <a:pt x="3195" y="2797"/>
                </a:lnTo>
                <a:lnTo>
                  <a:pt x="3223" y="2754"/>
                </a:lnTo>
                <a:lnTo>
                  <a:pt x="3250" y="2711"/>
                </a:lnTo>
                <a:lnTo>
                  <a:pt x="3275" y="2667"/>
                </a:lnTo>
                <a:lnTo>
                  <a:pt x="3299" y="2624"/>
                </a:lnTo>
                <a:lnTo>
                  <a:pt x="3319" y="2578"/>
                </a:lnTo>
                <a:lnTo>
                  <a:pt x="3340" y="2533"/>
                </a:lnTo>
                <a:lnTo>
                  <a:pt x="3359" y="2487"/>
                </a:lnTo>
                <a:lnTo>
                  <a:pt x="3376" y="2439"/>
                </a:lnTo>
                <a:lnTo>
                  <a:pt x="3393" y="2391"/>
                </a:lnTo>
                <a:lnTo>
                  <a:pt x="3406" y="2343"/>
                </a:lnTo>
                <a:lnTo>
                  <a:pt x="3419" y="2293"/>
                </a:lnTo>
                <a:lnTo>
                  <a:pt x="3431" y="2243"/>
                </a:lnTo>
                <a:lnTo>
                  <a:pt x="3440" y="2193"/>
                </a:lnTo>
                <a:lnTo>
                  <a:pt x="3448" y="2142"/>
                </a:lnTo>
                <a:lnTo>
                  <a:pt x="3454" y="2089"/>
                </a:lnTo>
                <a:lnTo>
                  <a:pt x="3459" y="2037"/>
                </a:lnTo>
                <a:lnTo>
                  <a:pt x="3461" y="1985"/>
                </a:lnTo>
                <a:lnTo>
                  <a:pt x="3462" y="1932"/>
                </a:lnTo>
                <a:lnTo>
                  <a:pt x="3462" y="1892"/>
                </a:lnTo>
                <a:lnTo>
                  <a:pt x="3460" y="1853"/>
                </a:lnTo>
                <a:lnTo>
                  <a:pt x="3458" y="1814"/>
                </a:lnTo>
                <a:lnTo>
                  <a:pt x="3454" y="1775"/>
                </a:lnTo>
                <a:lnTo>
                  <a:pt x="3449" y="1737"/>
                </a:lnTo>
                <a:lnTo>
                  <a:pt x="3445" y="1698"/>
                </a:lnTo>
                <a:lnTo>
                  <a:pt x="3438" y="1661"/>
                </a:lnTo>
                <a:lnTo>
                  <a:pt x="3431" y="1623"/>
                </a:lnTo>
                <a:lnTo>
                  <a:pt x="3423" y="1586"/>
                </a:lnTo>
                <a:lnTo>
                  <a:pt x="3415" y="1548"/>
                </a:lnTo>
                <a:lnTo>
                  <a:pt x="3404" y="1512"/>
                </a:lnTo>
                <a:lnTo>
                  <a:pt x="3394" y="1476"/>
                </a:lnTo>
                <a:lnTo>
                  <a:pt x="3382" y="1440"/>
                </a:lnTo>
                <a:lnTo>
                  <a:pt x="3369" y="1406"/>
                </a:lnTo>
                <a:lnTo>
                  <a:pt x="3357" y="1371"/>
                </a:lnTo>
                <a:lnTo>
                  <a:pt x="3341" y="1336"/>
                </a:lnTo>
                <a:lnTo>
                  <a:pt x="3328" y="1301"/>
                </a:lnTo>
                <a:lnTo>
                  <a:pt x="3311" y="1267"/>
                </a:lnTo>
                <a:lnTo>
                  <a:pt x="3295" y="1235"/>
                </a:lnTo>
                <a:lnTo>
                  <a:pt x="3278" y="1202"/>
                </a:lnTo>
                <a:lnTo>
                  <a:pt x="3259" y="1170"/>
                </a:lnTo>
                <a:lnTo>
                  <a:pt x="3240" y="1137"/>
                </a:lnTo>
                <a:lnTo>
                  <a:pt x="3221" y="1106"/>
                </a:lnTo>
                <a:lnTo>
                  <a:pt x="3201" y="1076"/>
                </a:lnTo>
                <a:lnTo>
                  <a:pt x="3180" y="1046"/>
                </a:lnTo>
                <a:lnTo>
                  <a:pt x="3158" y="1015"/>
                </a:lnTo>
                <a:lnTo>
                  <a:pt x="3136" y="986"/>
                </a:lnTo>
                <a:lnTo>
                  <a:pt x="3113" y="957"/>
                </a:lnTo>
                <a:lnTo>
                  <a:pt x="3090" y="930"/>
                </a:lnTo>
                <a:lnTo>
                  <a:pt x="3065" y="902"/>
                </a:lnTo>
                <a:lnTo>
                  <a:pt x="3040" y="875"/>
                </a:lnTo>
                <a:lnTo>
                  <a:pt x="3014" y="849"/>
                </a:lnTo>
                <a:lnTo>
                  <a:pt x="2987" y="824"/>
                </a:lnTo>
                <a:lnTo>
                  <a:pt x="2961" y="798"/>
                </a:lnTo>
                <a:lnTo>
                  <a:pt x="2934" y="774"/>
                </a:lnTo>
                <a:lnTo>
                  <a:pt x="2905" y="751"/>
                </a:lnTo>
                <a:lnTo>
                  <a:pt x="2877" y="728"/>
                </a:lnTo>
                <a:lnTo>
                  <a:pt x="2848" y="704"/>
                </a:lnTo>
                <a:lnTo>
                  <a:pt x="2818" y="683"/>
                </a:lnTo>
                <a:lnTo>
                  <a:pt x="2788" y="663"/>
                </a:lnTo>
                <a:lnTo>
                  <a:pt x="2756" y="642"/>
                </a:lnTo>
                <a:lnTo>
                  <a:pt x="2725" y="622"/>
                </a:lnTo>
                <a:lnTo>
                  <a:pt x="2694" y="603"/>
                </a:lnTo>
                <a:lnTo>
                  <a:pt x="2661" y="586"/>
                </a:lnTo>
                <a:lnTo>
                  <a:pt x="2629" y="568"/>
                </a:lnTo>
                <a:lnTo>
                  <a:pt x="2595" y="552"/>
                </a:lnTo>
                <a:lnTo>
                  <a:pt x="2561" y="536"/>
                </a:lnTo>
                <a:lnTo>
                  <a:pt x="2528" y="521"/>
                </a:lnTo>
                <a:lnTo>
                  <a:pt x="2493" y="507"/>
                </a:lnTo>
                <a:lnTo>
                  <a:pt x="2458" y="494"/>
                </a:lnTo>
                <a:lnTo>
                  <a:pt x="2423" y="481"/>
                </a:lnTo>
                <a:lnTo>
                  <a:pt x="2387" y="470"/>
                </a:lnTo>
                <a:lnTo>
                  <a:pt x="2351" y="459"/>
                </a:lnTo>
                <a:lnTo>
                  <a:pt x="2314" y="449"/>
                </a:lnTo>
                <a:lnTo>
                  <a:pt x="2277" y="440"/>
                </a:lnTo>
                <a:lnTo>
                  <a:pt x="2240" y="431"/>
                </a:lnTo>
                <a:lnTo>
                  <a:pt x="2203" y="424"/>
                </a:lnTo>
                <a:lnTo>
                  <a:pt x="2164" y="419"/>
                </a:lnTo>
                <a:lnTo>
                  <a:pt x="2127" y="413"/>
                </a:lnTo>
                <a:lnTo>
                  <a:pt x="2088" y="408"/>
                </a:lnTo>
                <a:lnTo>
                  <a:pt x="2049" y="405"/>
                </a:lnTo>
                <a:lnTo>
                  <a:pt x="2011" y="402"/>
                </a:lnTo>
                <a:lnTo>
                  <a:pt x="1972" y="401"/>
                </a:lnTo>
                <a:lnTo>
                  <a:pt x="1932" y="401"/>
                </a:lnTo>
                <a:lnTo>
                  <a:pt x="1893" y="401"/>
                </a:lnTo>
                <a:lnTo>
                  <a:pt x="1853" y="402"/>
                </a:lnTo>
                <a:lnTo>
                  <a:pt x="1814" y="405"/>
                </a:lnTo>
                <a:lnTo>
                  <a:pt x="1775" y="408"/>
                </a:lnTo>
                <a:lnTo>
                  <a:pt x="1737" y="413"/>
                </a:lnTo>
                <a:lnTo>
                  <a:pt x="1699" y="419"/>
                </a:lnTo>
                <a:lnTo>
                  <a:pt x="1660" y="424"/>
                </a:lnTo>
                <a:lnTo>
                  <a:pt x="1623" y="431"/>
                </a:lnTo>
                <a:lnTo>
                  <a:pt x="1586" y="440"/>
                </a:lnTo>
                <a:lnTo>
                  <a:pt x="1549" y="449"/>
                </a:lnTo>
                <a:lnTo>
                  <a:pt x="1513" y="459"/>
                </a:lnTo>
                <a:lnTo>
                  <a:pt x="1477" y="470"/>
                </a:lnTo>
                <a:lnTo>
                  <a:pt x="1441" y="481"/>
                </a:lnTo>
                <a:lnTo>
                  <a:pt x="1405" y="494"/>
                </a:lnTo>
                <a:lnTo>
                  <a:pt x="1370" y="507"/>
                </a:lnTo>
                <a:lnTo>
                  <a:pt x="1335" y="521"/>
                </a:lnTo>
                <a:lnTo>
                  <a:pt x="1302" y="536"/>
                </a:lnTo>
                <a:lnTo>
                  <a:pt x="1268" y="552"/>
                </a:lnTo>
                <a:lnTo>
                  <a:pt x="1234" y="568"/>
                </a:lnTo>
                <a:lnTo>
                  <a:pt x="1202" y="586"/>
                </a:lnTo>
                <a:lnTo>
                  <a:pt x="1169" y="603"/>
                </a:lnTo>
                <a:lnTo>
                  <a:pt x="1138" y="622"/>
                </a:lnTo>
                <a:lnTo>
                  <a:pt x="1107" y="642"/>
                </a:lnTo>
                <a:lnTo>
                  <a:pt x="1076" y="663"/>
                </a:lnTo>
                <a:lnTo>
                  <a:pt x="1045" y="683"/>
                </a:lnTo>
                <a:lnTo>
                  <a:pt x="1016" y="704"/>
                </a:lnTo>
                <a:lnTo>
                  <a:pt x="987" y="728"/>
                </a:lnTo>
                <a:lnTo>
                  <a:pt x="958" y="751"/>
                </a:lnTo>
                <a:lnTo>
                  <a:pt x="930" y="774"/>
                </a:lnTo>
                <a:lnTo>
                  <a:pt x="902" y="798"/>
                </a:lnTo>
                <a:lnTo>
                  <a:pt x="876" y="824"/>
                </a:lnTo>
                <a:lnTo>
                  <a:pt x="849" y="849"/>
                </a:lnTo>
                <a:lnTo>
                  <a:pt x="823" y="875"/>
                </a:lnTo>
                <a:lnTo>
                  <a:pt x="799" y="902"/>
                </a:lnTo>
                <a:lnTo>
                  <a:pt x="775" y="930"/>
                </a:lnTo>
                <a:lnTo>
                  <a:pt x="750" y="957"/>
                </a:lnTo>
                <a:lnTo>
                  <a:pt x="728" y="986"/>
                </a:lnTo>
                <a:lnTo>
                  <a:pt x="705" y="1015"/>
                </a:lnTo>
                <a:lnTo>
                  <a:pt x="684" y="1046"/>
                </a:lnTo>
                <a:lnTo>
                  <a:pt x="662" y="1076"/>
                </a:lnTo>
                <a:lnTo>
                  <a:pt x="642" y="1106"/>
                </a:lnTo>
                <a:lnTo>
                  <a:pt x="623" y="1137"/>
                </a:lnTo>
                <a:lnTo>
                  <a:pt x="604" y="1170"/>
                </a:lnTo>
                <a:lnTo>
                  <a:pt x="585" y="1202"/>
                </a:lnTo>
                <a:lnTo>
                  <a:pt x="569" y="1235"/>
                </a:lnTo>
                <a:lnTo>
                  <a:pt x="552" y="1267"/>
                </a:lnTo>
                <a:lnTo>
                  <a:pt x="537" y="1301"/>
                </a:lnTo>
                <a:lnTo>
                  <a:pt x="522" y="1336"/>
                </a:lnTo>
                <a:lnTo>
                  <a:pt x="508" y="1371"/>
                </a:lnTo>
                <a:lnTo>
                  <a:pt x="494" y="1406"/>
                </a:lnTo>
                <a:lnTo>
                  <a:pt x="482" y="1440"/>
                </a:lnTo>
                <a:lnTo>
                  <a:pt x="470" y="1476"/>
                </a:lnTo>
                <a:lnTo>
                  <a:pt x="459" y="1512"/>
                </a:lnTo>
                <a:lnTo>
                  <a:pt x="450" y="1548"/>
                </a:lnTo>
                <a:lnTo>
                  <a:pt x="440" y="1586"/>
                </a:lnTo>
                <a:lnTo>
                  <a:pt x="432" y="1623"/>
                </a:lnTo>
                <a:lnTo>
                  <a:pt x="425" y="1661"/>
                </a:lnTo>
                <a:lnTo>
                  <a:pt x="418" y="1698"/>
                </a:lnTo>
                <a:lnTo>
                  <a:pt x="414" y="1737"/>
                </a:lnTo>
                <a:lnTo>
                  <a:pt x="409" y="1775"/>
                </a:lnTo>
                <a:lnTo>
                  <a:pt x="405" y="1814"/>
                </a:lnTo>
                <a:lnTo>
                  <a:pt x="403" y="1853"/>
                </a:lnTo>
                <a:lnTo>
                  <a:pt x="402" y="1892"/>
                </a:lnTo>
                <a:lnTo>
                  <a:pt x="401" y="1932"/>
                </a:lnTo>
                <a:lnTo>
                  <a:pt x="402" y="1986"/>
                </a:lnTo>
                <a:lnTo>
                  <a:pt x="405" y="2040"/>
                </a:lnTo>
                <a:lnTo>
                  <a:pt x="410" y="2093"/>
                </a:lnTo>
                <a:lnTo>
                  <a:pt x="416" y="2146"/>
                </a:lnTo>
                <a:lnTo>
                  <a:pt x="424" y="2199"/>
                </a:lnTo>
                <a:lnTo>
                  <a:pt x="434" y="2251"/>
                </a:lnTo>
                <a:lnTo>
                  <a:pt x="446" y="2301"/>
                </a:lnTo>
                <a:lnTo>
                  <a:pt x="459" y="2352"/>
                </a:lnTo>
                <a:lnTo>
                  <a:pt x="474" y="2402"/>
                </a:lnTo>
                <a:lnTo>
                  <a:pt x="490" y="2451"/>
                </a:lnTo>
                <a:lnTo>
                  <a:pt x="509" y="2498"/>
                </a:lnTo>
                <a:lnTo>
                  <a:pt x="529" y="2546"/>
                </a:lnTo>
                <a:lnTo>
                  <a:pt x="549" y="2592"/>
                </a:lnTo>
                <a:lnTo>
                  <a:pt x="573" y="2638"/>
                </a:lnTo>
                <a:lnTo>
                  <a:pt x="597" y="2682"/>
                </a:lnTo>
                <a:lnTo>
                  <a:pt x="623" y="2726"/>
                </a:lnTo>
                <a:lnTo>
                  <a:pt x="650" y="2770"/>
                </a:lnTo>
                <a:lnTo>
                  <a:pt x="679" y="2814"/>
                </a:lnTo>
                <a:lnTo>
                  <a:pt x="711" y="2856"/>
                </a:lnTo>
                <a:lnTo>
                  <a:pt x="743" y="2896"/>
                </a:lnTo>
                <a:lnTo>
                  <a:pt x="777" y="2937"/>
                </a:lnTo>
                <a:lnTo>
                  <a:pt x="812" y="2975"/>
                </a:lnTo>
                <a:lnTo>
                  <a:pt x="848" y="3014"/>
                </a:lnTo>
                <a:lnTo>
                  <a:pt x="885" y="3050"/>
                </a:lnTo>
                <a:lnTo>
                  <a:pt x="924" y="3085"/>
                </a:lnTo>
                <a:lnTo>
                  <a:pt x="964" y="3118"/>
                </a:lnTo>
                <a:lnTo>
                  <a:pt x="1004" y="3151"/>
                </a:lnTo>
                <a:lnTo>
                  <a:pt x="1047" y="3182"/>
                </a:lnTo>
                <a:lnTo>
                  <a:pt x="1090" y="3211"/>
                </a:lnTo>
                <a:lnTo>
                  <a:pt x="1135" y="3239"/>
                </a:lnTo>
                <a:lnTo>
                  <a:pt x="1180" y="3266"/>
                </a:lnTo>
                <a:lnTo>
                  <a:pt x="1226" y="3291"/>
                </a:lnTo>
                <a:lnTo>
                  <a:pt x="1335" y="3348"/>
                </a:lnTo>
                <a:lnTo>
                  <a:pt x="1335" y="3469"/>
                </a:lnTo>
                <a:lnTo>
                  <a:pt x="1335" y="3838"/>
                </a:lnTo>
                <a:lnTo>
                  <a:pt x="1674" y="3838"/>
                </a:lnTo>
                <a:lnTo>
                  <a:pt x="1674" y="2948"/>
                </a:lnTo>
                <a:lnTo>
                  <a:pt x="1260" y="2281"/>
                </a:lnTo>
                <a:lnTo>
                  <a:pt x="1431" y="2175"/>
                </a:lnTo>
                <a:lnTo>
                  <a:pt x="1507" y="2300"/>
                </a:lnTo>
                <a:close/>
                <a:moveTo>
                  <a:pt x="2326" y="2429"/>
                </a:moveTo>
                <a:lnTo>
                  <a:pt x="2326" y="2429"/>
                </a:lnTo>
                <a:lnTo>
                  <a:pt x="2305" y="2432"/>
                </a:lnTo>
                <a:lnTo>
                  <a:pt x="2284" y="2435"/>
                </a:lnTo>
                <a:lnTo>
                  <a:pt x="2258" y="2437"/>
                </a:lnTo>
                <a:lnTo>
                  <a:pt x="2234" y="2437"/>
                </a:lnTo>
                <a:lnTo>
                  <a:pt x="2208" y="2433"/>
                </a:lnTo>
                <a:lnTo>
                  <a:pt x="2184" y="2429"/>
                </a:lnTo>
                <a:lnTo>
                  <a:pt x="2158" y="2420"/>
                </a:lnTo>
                <a:lnTo>
                  <a:pt x="2134" y="2411"/>
                </a:lnTo>
                <a:lnTo>
                  <a:pt x="2109" y="2397"/>
                </a:lnTo>
                <a:lnTo>
                  <a:pt x="2083" y="2382"/>
                </a:lnTo>
                <a:lnTo>
                  <a:pt x="2063" y="2396"/>
                </a:lnTo>
                <a:lnTo>
                  <a:pt x="2045" y="2409"/>
                </a:lnTo>
                <a:lnTo>
                  <a:pt x="2024" y="2419"/>
                </a:lnTo>
                <a:lnTo>
                  <a:pt x="2004" y="2427"/>
                </a:lnTo>
                <a:lnTo>
                  <a:pt x="1983" y="2434"/>
                </a:lnTo>
                <a:lnTo>
                  <a:pt x="1962" y="2438"/>
                </a:lnTo>
                <a:lnTo>
                  <a:pt x="1941" y="2440"/>
                </a:lnTo>
                <a:lnTo>
                  <a:pt x="1920" y="2440"/>
                </a:lnTo>
                <a:lnTo>
                  <a:pt x="1900" y="2439"/>
                </a:lnTo>
                <a:lnTo>
                  <a:pt x="1879" y="2435"/>
                </a:lnTo>
                <a:lnTo>
                  <a:pt x="1858" y="2430"/>
                </a:lnTo>
                <a:lnTo>
                  <a:pt x="1837" y="2423"/>
                </a:lnTo>
                <a:lnTo>
                  <a:pt x="1816" y="2415"/>
                </a:lnTo>
                <a:lnTo>
                  <a:pt x="1794" y="2404"/>
                </a:lnTo>
                <a:lnTo>
                  <a:pt x="1773" y="2393"/>
                </a:lnTo>
                <a:lnTo>
                  <a:pt x="1752" y="2379"/>
                </a:lnTo>
                <a:lnTo>
                  <a:pt x="1735" y="2390"/>
                </a:lnTo>
                <a:lnTo>
                  <a:pt x="1716" y="2399"/>
                </a:lnTo>
                <a:lnTo>
                  <a:pt x="1699" y="2408"/>
                </a:lnTo>
                <a:lnTo>
                  <a:pt x="1679" y="2413"/>
                </a:lnTo>
                <a:lnTo>
                  <a:pt x="1660" y="2418"/>
                </a:lnTo>
                <a:lnTo>
                  <a:pt x="1642" y="2422"/>
                </a:lnTo>
                <a:lnTo>
                  <a:pt x="1622" y="2424"/>
                </a:lnTo>
                <a:lnTo>
                  <a:pt x="1602" y="2424"/>
                </a:lnTo>
                <a:lnTo>
                  <a:pt x="1585" y="2424"/>
                </a:lnTo>
                <a:lnTo>
                  <a:pt x="1860" y="2866"/>
                </a:lnTo>
                <a:lnTo>
                  <a:pt x="1875" y="2891"/>
                </a:lnTo>
                <a:lnTo>
                  <a:pt x="1875" y="2918"/>
                </a:lnTo>
                <a:lnTo>
                  <a:pt x="1875" y="3838"/>
                </a:lnTo>
                <a:lnTo>
                  <a:pt x="2038" y="3838"/>
                </a:lnTo>
                <a:lnTo>
                  <a:pt x="2038" y="2918"/>
                </a:lnTo>
                <a:lnTo>
                  <a:pt x="2038" y="2891"/>
                </a:lnTo>
                <a:lnTo>
                  <a:pt x="2053" y="2866"/>
                </a:lnTo>
                <a:lnTo>
                  <a:pt x="2326" y="2429"/>
                </a:lnTo>
                <a:close/>
                <a:moveTo>
                  <a:pt x="2506" y="5533"/>
                </a:moveTo>
                <a:lnTo>
                  <a:pt x="1402" y="5631"/>
                </a:lnTo>
                <a:lnTo>
                  <a:pt x="1405" y="5656"/>
                </a:lnTo>
                <a:lnTo>
                  <a:pt x="1410" y="5681"/>
                </a:lnTo>
                <a:lnTo>
                  <a:pt x="1417" y="5705"/>
                </a:lnTo>
                <a:lnTo>
                  <a:pt x="1424" y="5729"/>
                </a:lnTo>
                <a:lnTo>
                  <a:pt x="1432" y="5753"/>
                </a:lnTo>
                <a:lnTo>
                  <a:pt x="1441" y="5776"/>
                </a:lnTo>
                <a:lnTo>
                  <a:pt x="1451" y="5798"/>
                </a:lnTo>
                <a:lnTo>
                  <a:pt x="1463" y="5820"/>
                </a:lnTo>
                <a:lnTo>
                  <a:pt x="1475" y="5842"/>
                </a:lnTo>
                <a:lnTo>
                  <a:pt x="1489" y="5862"/>
                </a:lnTo>
                <a:lnTo>
                  <a:pt x="1503" y="5883"/>
                </a:lnTo>
                <a:lnTo>
                  <a:pt x="1516" y="5902"/>
                </a:lnTo>
                <a:lnTo>
                  <a:pt x="1533" y="5921"/>
                </a:lnTo>
                <a:lnTo>
                  <a:pt x="1549" y="5938"/>
                </a:lnTo>
                <a:lnTo>
                  <a:pt x="1566" y="5956"/>
                </a:lnTo>
                <a:lnTo>
                  <a:pt x="1584" y="5973"/>
                </a:lnTo>
                <a:lnTo>
                  <a:pt x="1602" y="5988"/>
                </a:lnTo>
                <a:lnTo>
                  <a:pt x="1622" y="6003"/>
                </a:lnTo>
                <a:lnTo>
                  <a:pt x="1642" y="6017"/>
                </a:lnTo>
                <a:lnTo>
                  <a:pt x="1663" y="6031"/>
                </a:lnTo>
                <a:lnTo>
                  <a:pt x="1685" y="6043"/>
                </a:lnTo>
                <a:lnTo>
                  <a:pt x="1706" y="6055"/>
                </a:lnTo>
                <a:lnTo>
                  <a:pt x="1729" y="6065"/>
                </a:lnTo>
                <a:lnTo>
                  <a:pt x="1752" y="6074"/>
                </a:lnTo>
                <a:lnTo>
                  <a:pt x="1775" y="6082"/>
                </a:lnTo>
                <a:lnTo>
                  <a:pt x="1799" y="6091"/>
                </a:lnTo>
                <a:lnTo>
                  <a:pt x="1823" y="6096"/>
                </a:lnTo>
                <a:lnTo>
                  <a:pt x="1849" y="6102"/>
                </a:lnTo>
                <a:lnTo>
                  <a:pt x="1873" y="6106"/>
                </a:lnTo>
                <a:lnTo>
                  <a:pt x="1900" y="6109"/>
                </a:lnTo>
                <a:lnTo>
                  <a:pt x="1925" y="6110"/>
                </a:lnTo>
                <a:lnTo>
                  <a:pt x="1951" y="6111"/>
                </a:lnTo>
                <a:lnTo>
                  <a:pt x="1980" y="6110"/>
                </a:lnTo>
                <a:lnTo>
                  <a:pt x="2008" y="6109"/>
                </a:lnTo>
                <a:lnTo>
                  <a:pt x="2035" y="6106"/>
                </a:lnTo>
                <a:lnTo>
                  <a:pt x="2063" y="6100"/>
                </a:lnTo>
                <a:lnTo>
                  <a:pt x="2090" y="6094"/>
                </a:lnTo>
                <a:lnTo>
                  <a:pt x="2117" y="6087"/>
                </a:lnTo>
                <a:lnTo>
                  <a:pt x="2142" y="6078"/>
                </a:lnTo>
                <a:lnTo>
                  <a:pt x="2168" y="6067"/>
                </a:lnTo>
                <a:lnTo>
                  <a:pt x="2192" y="6057"/>
                </a:lnTo>
                <a:lnTo>
                  <a:pt x="2215" y="6044"/>
                </a:lnTo>
                <a:lnTo>
                  <a:pt x="2239" y="6031"/>
                </a:lnTo>
                <a:lnTo>
                  <a:pt x="2262" y="6016"/>
                </a:lnTo>
                <a:lnTo>
                  <a:pt x="2284" y="6001"/>
                </a:lnTo>
                <a:lnTo>
                  <a:pt x="2305" y="5985"/>
                </a:lnTo>
                <a:lnTo>
                  <a:pt x="2324" y="5968"/>
                </a:lnTo>
                <a:lnTo>
                  <a:pt x="2344" y="5949"/>
                </a:lnTo>
                <a:lnTo>
                  <a:pt x="2362" y="5929"/>
                </a:lnTo>
                <a:lnTo>
                  <a:pt x="2379" y="5909"/>
                </a:lnTo>
                <a:lnTo>
                  <a:pt x="2396" y="5889"/>
                </a:lnTo>
                <a:lnTo>
                  <a:pt x="2412" y="5866"/>
                </a:lnTo>
                <a:lnTo>
                  <a:pt x="2425" y="5844"/>
                </a:lnTo>
                <a:lnTo>
                  <a:pt x="2439" y="5821"/>
                </a:lnTo>
                <a:lnTo>
                  <a:pt x="2451" y="5797"/>
                </a:lnTo>
                <a:lnTo>
                  <a:pt x="2463" y="5772"/>
                </a:lnTo>
                <a:lnTo>
                  <a:pt x="2473" y="5747"/>
                </a:lnTo>
                <a:lnTo>
                  <a:pt x="2481" y="5721"/>
                </a:lnTo>
                <a:lnTo>
                  <a:pt x="2489" y="5695"/>
                </a:lnTo>
                <a:lnTo>
                  <a:pt x="2495" y="5668"/>
                </a:lnTo>
                <a:lnTo>
                  <a:pt x="2500" y="5641"/>
                </a:lnTo>
                <a:lnTo>
                  <a:pt x="2503" y="5613"/>
                </a:lnTo>
                <a:lnTo>
                  <a:pt x="2506" y="5584"/>
                </a:lnTo>
                <a:lnTo>
                  <a:pt x="2507" y="5556"/>
                </a:lnTo>
                <a:lnTo>
                  <a:pt x="2506" y="5533"/>
                </a:lnTo>
                <a:close/>
                <a:moveTo>
                  <a:pt x="2908" y="4892"/>
                </a:moveTo>
                <a:lnTo>
                  <a:pt x="1018" y="5060"/>
                </a:lnTo>
                <a:lnTo>
                  <a:pt x="1015" y="5089"/>
                </a:lnTo>
                <a:lnTo>
                  <a:pt x="1015" y="5118"/>
                </a:lnTo>
                <a:lnTo>
                  <a:pt x="1017" y="5144"/>
                </a:lnTo>
                <a:lnTo>
                  <a:pt x="2906" y="4978"/>
                </a:lnTo>
                <a:lnTo>
                  <a:pt x="2908" y="4953"/>
                </a:lnTo>
                <a:lnTo>
                  <a:pt x="2910" y="4927"/>
                </a:lnTo>
                <a:lnTo>
                  <a:pt x="2910" y="4910"/>
                </a:lnTo>
                <a:lnTo>
                  <a:pt x="2908" y="4892"/>
                </a:lnTo>
                <a:close/>
                <a:moveTo>
                  <a:pt x="2908" y="4171"/>
                </a:moveTo>
                <a:lnTo>
                  <a:pt x="1018" y="4337"/>
                </a:lnTo>
                <a:lnTo>
                  <a:pt x="1015" y="4368"/>
                </a:lnTo>
                <a:lnTo>
                  <a:pt x="1015" y="4397"/>
                </a:lnTo>
                <a:lnTo>
                  <a:pt x="1017" y="4423"/>
                </a:lnTo>
                <a:lnTo>
                  <a:pt x="2906" y="4257"/>
                </a:lnTo>
                <a:lnTo>
                  <a:pt x="2908" y="4232"/>
                </a:lnTo>
                <a:lnTo>
                  <a:pt x="2910" y="4206"/>
                </a:lnTo>
                <a:lnTo>
                  <a:pt x="2910" y="4189"/>
                </a:lnTo>
                <a:lnTo>
                  <a:pt x="2908" y="417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="ctr">
            <a:scene3d>
              <a:camera prst="orthographicFront"/>
              <a:lightRig rig="threePt" dir="t"/>
            </a:scene3d>
            <a:sp3d>
              <a:contourClr>
                <a:srgbClr val="FFFFFF"/>
              </a:contourClr>
            </a:sp3d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  <a:cs typeface="+mn-cs"/>
              </a:defRPr>
            </a:lvl9pPr>
          </a:lstStyle>
          <a:p>
            <a:pPr algn="ctr">
              <a:defRPr/>
            </a:pPr>
            <a:endParaRPr lang="zh-CN" altLang="en-US">
              <a:solidFill>
                <a:srgbClr val="FFFFFF"/>
              </a:solidFill>
              <a:latin typeface="Georgia" panose="02040502050405020303" charset="0"/>
              <a:cs typeface="Georgia" panose="02040502050405020303" charset="0"/>
            </a:endParaRPr>
          </a:p>
        </p:txBody>
      </p:sp>
      <p:sp>
        <p:nvSpPr>
          <p:cNvPr id="3" name="圆角矩形 38" descr="#clear#"/>
          <p:cNvSpPr/>
          <p:nvPr/>
        </p:nvSpPr>
        <p:spPr>
          <a:xfrm>
            <a:off x="6094730" y="3100070"/>
            <a:ext cx="5417185" cy="1279525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>
              <a:lnSpc>
                <a:spcPct val="150000"/>
              </a:lnSpc>
            </a:pPr>
            <a:r>
              <a:rPr lang="en-US" altLang="en-US" sz="1800" b="1" dirty="0">
                <a:solidFill>
                  <a:schemeClr val="tx1"/>
                </a:solidFill>
                <a:latin typeface="Georgia" panose="02040502050405020303" charset="0"/>
                <a:ea typeface="Arial" panose="020B0604020202020204" pitchFamily="34" charset="0"/>
                <a:cs typeface="Georgia" panose="02040502050405020303" charset="0"/>
              </a:rPr>
              <a:t>Mobile App Integration</a:t>
            </a:r>
            <a:endParaRPr lang="en-US" altLang="en-US" sz="1800" b="1" dirty="0">
              <a:solidFill>
                <a:schemeClr val="tx1"/>
              </a:solidFill>
              <a:latin typeface="Georgia" panose="02040502050405020303" charset="0"/>
              <a:ea typeface="Arial" panose="020B0604020202020204" pitchFamily="34" charset="0"/>
              <a:cs typeface="Georgia" panose="02040502050405020303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en-US" sz="1800" dirty="0">
                <a:solidFill>
                  <a:schemeClr val="tx1"/>
                </a:solidFill>
                <a:latin typeface="Georgia" panose="02040502050405020303" charset="0"/>
                <a:ea typeface="Arial" panose="020B0604020202020204" pitchFamily="34" charset="0"/>
                <a:cs typeface="Georgia" panose="02040502050405020303" charset="0"/>
              </a:rPr>
              <a:t>A mobile version of the Campus Hub for easy access by students and teachers on the go.</a:t>
            </a:r>
            <a:r>
              <a:rPr lang="zh-CN" altLang="en-US" sz="1800" dirty="0">
                <a:solidFill>
                  <a:schemeClr val="tx1"/>
                </a:solidFill>
                <a:latin typeface="Georgia" panose="02040502050405020303" charset="0"/>
                <a:ea typeface="Arial" panose="020B0604020202020204" pitchFamily="34" charset="0"/>
                <a:cs typeface="Georgia" panose="02040502050405020303" charset="0"/>
              </a:rPr>
              <a:t>
</a:t>
            </a:r>
            <a:endParaRPr lang="zh-CN" altLang="zh-CN" sz="1800" dirty="0">
              <a:solidFill>
                <a:schemeClr val="tx1"/>
              </a:solidFill>
              <a:latin typeface="Georgia" panose="02040502050405020303" charset="0"/>
              <a:ea typeface="Arial" panose="020B0604020202020204" pitchFamily="34" charset="0"/>
              <a:cs typeface="Georgia" panose="02040502050405020303" charset="0"/>
            </a:endParaRPr>
          </a:p>
        </p:txBody>
      </p:sp>
      <p:sp>
        <p:nvSpPr>
          <p:cNvPr id="4" name="圆角矩形 38" descr="#clear#"/>
          <p:cNvSpPr/>
          <p:nvPr/>
        </p:nvSpPr>
        <p:spPr>
          <a:xfrm>
            <a:off x="6095365" y="5097145"/>
            <a:ext cx="5665470" cy="1279525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>
              <a:lnSpc>
                <a:spcPct val="150000"/>
              </a:lnSpc>
            </a:pPr>
            <a:r>
              <a:rPr lang="en-US" altLang="en-US" sz="1800" b="1" dirty="0">
                <a:solidFill>
                  <a:schemeClr val="tx1"/>
                </a:solidFill>
                <a:latin typeface="Georgia" panose="02040502050405020303" charset="0"/>
                <a:ea typeface="Arial" panose="020B0604020202020204" pitchFamily="34" charset="0"/>
                <a:cs typeface="Georgia" panose="02040502050405020303" charset="0"/>
              </a:rPr>
              <a:t>Advanced Reporting :</a:t>
            </a:r>
            <a:endParaRPr lang="en-US" altLang="en-US" sz="1800" b="1" dirty="0">
              <a:solidFill>
                <a:schemeClr val="tx1"/>
              </a:solidFill>
              <a:latin typeface="Georgia" panose="02040502050405020303" charset="0"/>
              <a:ea typeface="Arial" panose="020B0604020202020204" pitchFamily="34" charset="0"/>
              <a:cs typeface="Georgia" panose="02040502050405020303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en-US" sz="1800" dirty="0">
                <a:solidFill>
                  <a:schemeClr val="tx1"/>
                </a:solidFill>
                <a:latin typeface="Georgia" panose="02040502050405020303" charset="0"/>
                <a:ea typeface="Arial" panose="020B0604020202020204" pitchFamily="34" charset="0"/>
                <a:cs typeface="Georgia" panose="02040502050405020303" charset="0"/>
              </a:rPr>
              <a:t>Adding advanced reporting features for admins to monitor student performance, attendance, &amp; fees.</a:t>
            </a:r>
            <a:r>
              <a:rPr lang="zh-CN" altLang="en-US" sz="1800" dirty="0">
                <a:solidFill>
                  <a:schemeClr val="tx1"/>
                </a:solidFill>
                <a:latin typeface="Georgia" panose="02040502050405020303" charset="0"/>
                <a:ea typeface="Arial" panose="020B0604020202020204" pitchFamily="34" charset="0"/>
                <a:cs typeface="Georgia" panose="02040502050405020303" charset="0"/>
              </a:rPr>
              <a:t>
</a:t>
            </a:r>
            <a:endParaRPr lang="zh-CN" altLang="zh-CN" sz="1800" dirty="0">
              <a:solidFill>
                <a:schemeClr val="tx1"/>
              </a:solidFill>
              <a:latin typeface="Georgia" panose="02040502050405020303" charset="0"/>
              <a:ea typeface="Arial" panose="020B0604020202020204" pitchFamily="34" charset="0"/>
              <a:cs typeface="Georgia" panose="02040502050405020303" charset="0"/>
            </a:endParaRPr>
          </a:p>
        </p:txBody>
      </p:sp>
    </p:spTree>
  </p:cSld>
  <p:clrMapOvr>
    <a:masterClrMapping/>
  </p:clrMapOvr>
  <p:transition spd="slow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标题 1" descr="#clear#"/>
          <p:cNvSpPr>
            <a:spLocks noGrp="1"/>
          </p:cNvSpPr>
          <p:nvPr>
            <p:ph type="title"/>
          </p:nvPr>
        </p:nvSpPr>
        <p:spPr>
          <a:xfrm>
            <a:off x="193675" y="1426845"/>
            <a:ext cx="6848475" cy="2527300"/>
          </a:xfrm>
        </p:spPr>
        <p:txBody>
          <a:bodyPr/>
          <a:lstStyle/>
          <a:p>
            <a:r>
              <a:rPr lang="en-US">
                <a:latin typeface="Georgia" panose="02040502050405020303" charset="0"/>
                <a:cs typeface="Georgia" panose="02040502050405020303" charset="0"/>
              </a:rPr>
              <a:t>11</a:t>
            </a:r>
            <a:br>
              <a:rPr lang="en-US">
                <a:latin typeface="Georgia" panose="02040502050405020303" charset="0"/>
                <a:cs typeface="Georgia" panose="02040502050405020303" charset="0"/>
              </a:rPr>
            </a:br>
            <a:r>
              <a:rPr lang="en-US" altLang="en-US">
                <a:latin typeface="Georgia" panose="02040502050405020303" charset="0"/>
                <a:cs typeface="Georgia" panose="02040502050405020303" charset="0"/>
              </a:rPr>
              <a:t>Conclusion</a:t>
            </a:r>
            <a:endParaRPr lang="en-US" altLang="en-US">
              <a:latin typeface="Georgia" panose="02040502050405020303" charset="0"/>
              <a:cs typeface="Georgia" panose="02040502050405020303" charset="0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标题 3" descr="#clear#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dirty="0">
                <a:latin typeface="Georgia" panose="02040502050405020303" charset="0"/>
                <a:cs typeface="Georgia" panose="02040502050405020303" charset="0"/>
              </a:rPr>
              <a:t>CONCLUSION </a:t>
            </a:r>
            <a:endParaRPr lang="en-US" dirty="0">
              <a:latin typeface="Georgia" panose="02040502050405020303" charset="0"/>
              <a:cs typeface="Georgia" panose="02040502050405020303" charset="0"/>
            </a:endParaRPr>
          </a:p>
        </p:txBody>
      </p:sp>
      <p:sp>
        <p:nvSpPr>
          <p:cNvPr id="17" name="KSO_Shape"/>
          <p:cNvSpPr/>
          <p:nvPr/>
        </p:nvSpPr>
        <p:spPr bwMode="auto">
          <a:xfrm>
            <a:off x="8532070" y="2132967"/>
            <a:ext cx="2651791" cy="2324410"/>
          </a:xfrm>
          <a:custGeom>
            <a:avLst/>
            <a:gdLst>
              <a:gd name="T0" fmla="*/ 272525 w 3323"/>
              <a:gd name="T1" fmla="*/ 106820 h 2908"/>
              <a:gd name="T2" fmla="*/ 1551711 w 3323"/>
              <a:gd name="T3" fmla="*/ 979270 h 2908"/>
              <a:gd name="T4" fmla="*/ 1658446 w 3323"/>
              <a:gd name="T5" fmla="*/ 978728 h 2908"/>
              <a:gd name="T6" fmla="*/ 1551711 w 3323"/>
              <a:gd name="T7" fmla="*/ 0 h 2908"/>
              <a:gd name="T8" fmla="*/ 165790 w 3323"/>
              <a:gd name="T9" fmla="*/ 106820 h 2908"/>
              <a:gd name="T10" fmla="*/ 249227 w 3323"/>
              <a:gd name="T11" fmla="*/ 690803 h 2908"/>
              <a:gd name="T12" fmla="*/ 1462856 w 3323"/>
              <a:gd name="T13" fmla="*/ 960292 h 2908"/>
              <a:gd name="T14" fmla="*/ 1515953 w 3323"/>
              <a:gd name="T15" fmla="*/ 142607 h 2908"/>
              <a:gd name="T16" fmla="*/ 307742 w 3323"/>
              <a:gd name="T17" fmla="*/ 666402 h 2908"/>
              <a:gd name="T18" fmla="*/ 307742 w 3323"/>
              <a:gd name="T19" fmla="*/ 1029697 h 2908"/>
              <a:gd name="T20" fmla="*/ 1232050 w 3323"/>
              <a:gd name="T21" fmla="*/ 1031324 h 2908"/>
              <a:gd name="T22" fmla="*/ 1320363 w 3323"/>
              <a:gd name="T23" fmla="*/ 676163 h 2908"/>
              <a:gd name="T24" fmla="*/ 1409760 w 3323"/>
              <a:gd name="T25" fmla="*/ 978728 h 2908"/>
              <a:gd name="T26" fmla="*/ 698920 w 3323"/>
              <a:gd name="T27" fmla="*/ 854015 h 2908"/>
              <a:gd name="T28" fmla="*/ 556427 w 3323"/>
              <a:gd name="T29" fmla="*/ 711408 h 2908"/>
              <a:gd name="T30" fmla="*/ 698920 w 3323"/>
              <a:gd name="T31" fmla="*/ 854015 h 2908"/>
              <a:gd name="T32" fmla="*/ 556427 w 3323"/>
              <a:gd name="T33" fmla="*/ 640375 h 2908"/>
              <a:gd name="T34" fmla="*/ 698920 w 3323"/>
              <a:gd name="T35" fmla="*/ 498311 h 2908"/>
              <a:gd name="T36" fmla="*/ 698920 w 3323"/>
              <a:gd name="T37" fmla="*/ 426736 h 2908"/>
              <a:gd name="T38" fmla="*/ 556427 w 3323"/>
              <a:gd name="T39" fmla="*/ 284672 h 2908"/>
              <a:gd name="T40" fmla="*/ 698920 w 3323"/>
              <a:gd name="T41" fmla="*/ 426736 h 2908"/>
              <a:gd name="T42" fmla="*/ 1232050 w 3323"/>
              <a:gd name="T43" fmla="*/ 1173931 h 2908"/>
              <a:gd name="T44" fmla="*/ 306658 w 3323"/>
              <a:gd name="T45" fmla="*/ 1067111 h 2908"/>
              <a:gd name="T46" fmla="*/ 1747301 w 3323"/>
              <a:gd name="T47" fmla="*/ 1102899 h 2908"/>
              <a:gd name="T48" fmla="*/ 1693663 w 3323"/>
              <a:gd name="T49" fmla="*/ 1209176 h 2908"/>
              <a:gd name="T50" fmla="*/ 1658446 w 3323"/>
              <a:gd name="T51" fmla="*/ 1120250 h 2908"/>
              <a:gd name="T52" fmla="*/ 1551711 w 3323"/>
              <a:gd name="T53" fmla="*/ 1120250 h 2908"/>
              <a:gd name="T54" fmla="*/ 1515953 w 3323"/>
              <a:gd name="T55" fmla="*/ 1209176 h 2908"/>
              <a:gd name="T56" fmla="*/ 1462856 w 3323"/>
              <a:gd name="T57" fmla="*/ 1031324 h 2908"/>
              <a:gd name="T58" fmla="*/ 1409760 w 3323"/>
              <a:gd name="T59" fmla="*/ 1209176 h 2908"/>
              <a:gd name="T60" fmla="*/ 1374001 w 3323"/>
              <a:gd name="T61" fmla="*/ 800334 h 2908"/>
              <a:gd name="T62" fmla="*/ 1267267 w 3323"/>
              <a:gd name="T63" fmla="*/ 800334 h 2908"/>
              <a:gd name="T64" fmla="*/ 1123149 w 3323"/>
              <a:gd name="T65" fmla="*/ 1209176 h 2908"/>
              <a:gd name="T66" fmla="*/ 1800397 w 3323"/>
              <a:gd name="T67" fmla="*/ 1529635 h 2908"/>
              <a:gd name="T68" fmla="*/ 1747301 w 3323"/>
              <a:gd name="T69" fmla="*/ 1102899 h 2908"/>
              <a:gd name="T70" fmla="*/ 352169 w 3323"/>
              <a:gd name="T71" fmla="*/ 854015 h 2908"/>
              <a:gd name="T72" fmla="*/ 59056 w 3323"/>
              <a:gd name="T73" fmla="*/ 1055182 h 2908"/>
              <a:gd name="T74" fmla="*/ 387928 w 3323"/>
              <a:gd name="T75" fmla="*/ 1526381 h 2908"/>
              <a:gd name="T76" fmla="*/ 731428 w 3323"/>
              <a:gd name="T77" fmla="*/ 1286173 h 2908"/>
              <a:gd name="T78" fmla="*/ 287695 w 3323"/>
              <a:gd name="T79" fmla="*/ 1209176 h 2908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</a:gdLst>
            <a:ahLst/>
            <a:cxnLst>
              <a:cxn ang="T80">
                <a:pos x="T0" y="T1"/>
              </a:cxn>
              <a:cxn ang="T81">
                <a:pos x="T2" y="T3"/>
              </a:cxn>
              <a:cxn ang="T82">
                <a:pos x="T4" y="T5"/>
              </a:cxn>
              <a:cxn ang="T83">
                <a:pos x="T6" y="T7"/>
              </a:cxn>
              <a:cxn ang="T84">
                <a:pos x="T8" y="T9"/>
              </a:cxn>
              <a:cxn ang="T85">
                <a:pos x="T10" y="T11"/>
              </a:cxn>
              <a:cxn ang="T86">
                <a:pos x="T12" y="T13"/>
              </a:cxn>
              <a:cxn ang="T87">
                <a:pos x="T14" y="T15"/>
              </a:cxn>
              <a:cxn ang="T88">
                <a:pos x="T16" y="T17"/>
              </a:cxn>
              <a:cxn ang="T89">
                <a:pos x="T18" y="T19"/>
              </a:cxn>
              <a:cxn ang="T90">
                <a:pos x="T20" y="T21"/>
              </a:cxn>
              <a:cxn ang="T91">
                <a:pos x="T22" y="T23"/>
              </a:cxn>
              <a:cxn ang="T92">
                <a:pos x="T24" y="T25"/>
              </a:cxn>
              <a:cxn ang="T93">
                <a:pos x="T26" y="T27"/>
              </a:cxn>
              <a:cxn ang="T94">
                <a:pos x="T28" y="T29"/>
              </a:cxn>
              <a:cxn ang="T95">
                <a:pos x="T30" y="T31"/>
              </a:cxn>
              <a:cxn ang="T96">
                <a:pos x="T32" y="T33"/>
              </a:cxn>
              <a:cxn ang="T97">
                <a:pos x="T34" y="T35"/>
              </a:cxn>
              <a:cxn ang="T98">
                <a:pos x="T36" y="T37"/>
              </a:cxn>
              <a:cxn ang="T99">
                <a:pos x="T38" y="T39"/>
              </a:cxn>
              <a:cxn ang="T100">
                <a:pos x="T40" y="T41"/>
              </a:cxn>
              <a:cxn ang="T101">
                <a:pos x="T42" y="T43"/>
              </a:cxn>
              <a:cxn ang="T102">
                <a:pos x="T44" y="T45"/>
              </a:cxn>
              <a:cxn ang="T103">
                <a:pos x="T46" y="T47"/>
              </a:cxn>
              <a:cxn ang="T104">
                <a:pos x="T48" y="T49"/>
              </a:cxn>
              <a:cxn ang="T105">
                <a:pos x="T50" y="T51"/>
              </a:cxn>
              <a:cxn ang="T106">
                <a:pos x="T52" y="T53"/>
              </a:cxn>
              <a:cxn ang="T107">
                <a:pos x="T54" y="T55"/>
              </a:cxn>
              <a:cxn ang="T108">
                <a:pos x="T56" y="T57"/>
              </a:cxn>
              <a:cxn ang="T109">
                <a:pos x="T58" y="T59"/>
              </a:cxn>
              <a:cxn ang="T110">
                <a:pos x="T60" y="T61"/>
              </a:cxn>
              <a:cxn ang="T111">
                <a:pos x="T62" y="T63"/>
              </a:cxn>
              <a:cxn ang="T112">
                <a:pos x="T64" y="T65"/>
              </a:cxn>
              <a:cxn ang="T113">
                <a:pos x="T66" y="T67"/>
              </a:cxn>
              <a:cxn ang="T114">
                <a:pos x="T68" y="T69"/>
              </a:cxn>
              <a:cxn ang="T115">
                <a:pos x="T70" y="T71"/>
              </a:cxn>
              <a:cxn ang="T116">
                <a:pos x="T72" y="T73"/>
              </a:cxn>
              <a:cxn ang="T117">
                <a:pos x="T74" y="T75"/>
              </a:cxn>
              <a:cxn ang="T118">
                <a:pos x="T76" y="T77"/>
              </a:cxn>
              <a:cxn ang="T119">
                <a:pos x="T78" y="T79"/>
              </a:cxn>
            </a:cxnLst>
            <a:rect l="0" t="0" r="r" b="b"/>
            <a:pathLst>
              <a:path w="3323" h="2908">
                <a:moveTo>
                  <a:pt x="503" y="1245"/>
                </a:moveTo>
                <a:cubicBezTo>
                  <a:pt x="503" y="197"/>
                  <a:pt x="503" y="197"/>
                  <a:pt x="503" y="197"/>
                </a:cubicBezTo>
                <a:cubicBezTo>
                  <a:pt x="2864" y="197"/>
                  <a:pt x="2864" y="197"/>
                  <a:pt x="2864" y="197"/>
                </a:cubicBezTo>
                <a:cubicBezTo>
                  <a:pt x="2864" y="1806"/>
                  <a:pt x="2864" y="1806"/>
                  <a:pt x="2864" y="1806"/>
                </a:cubicBezTo>
                <a:cubicBezTo>
                  <a:pt x="2891" y="1784"/>
                  <a:pt x="2925" y="1771"/>
                  <a:pt x="2962" y="1771"/>
                </a:cubicBezTo>
                <a:cubicBezTo>
                  <a:pt x="2999" y="1771"/>
                  <a:pt x="3033" y="1784"/>
                  <a:pt x="3061" y="1805"/>
                </a:cubicBezTo>
                <a:cubicBezTo>
                  <a:pt x="3061" y="197"/>
                  <a:pt x="3061" y="197"/>
                  <a:pt x="3061" y="197"/>
                </a:cubicBezTo>
                <a:cubicBezTo>
                  <a:pt x="3061" y="88"/>
                  <a:pt x="2972" y="0"/>
                  <a:pt x="2864" y="0"/>
                </a:cubicBezTo>
                <a:cubicBezTo>
                  <a:pt x="503" y="0"/>
                  <a:pt x="503" y="0"/>
                  <a:pt x="503" y="0"/>
                </a:cubicBezTo>
                <a:cubicBezTo>
                  <a:pt x="394" y="0"/>
                  <a:pt x="306" y="88"/>
                  <a:pt x="306" y="197"/>
                </a:cubicBezTo>
                <a:cubicBezTo>
                  <a:pt x="306" y="1476"/>
                  <a:pt x="306" y="1476"/>
                  <a:pt x="306" y="1476"/>
                </a:cubicBezTo>
                <a:cubicBezTo>
                  <a:pt x="374" y="1385"/>
                  <a:pt x="433" y="1308"/>
                  <a:pt x="460" y="1274"/>
                </a:cubicBezTo>
                <a:cubicBezTo>
                  <a:pt x="470" y="1261"/>
                  <a:pt x="485" y="1252"/>
                  <a:pt x="503" y="1245"/>
                </a:cubicBezTo>
                <a:close/>
                <a:moveTo>
                  <a:pt x="2700" y="1771"/>
                </a:moveTo>
                <a:cubicBezTo>
                  <a:pt x="2737" y="1771"/>
                  <a:pt x="2771" y="1784"/>
                  <a:pt x="2798" y="1806"/>
                </a:cubicBezTo>
                <a:cubicBezTo>
                  <a:pt x="2798" y="263"/>
                  <a:pt x="2798" y="263"/>
                  <a:pt x="2798" y="263"/>
                </a:cubicBezTo>
                <a:cubicBezTo>
                  <a:pt x="568" y="263"/>
                  <a:pt x="568" y="263"/>
                  <a:pt x="568" y="263"/>
                </a:cubicBezTo>
                <a:cubicBezTo>
                  <a:pt x="568" y="1229"/>
                  <a:pt x="568" y="1229"/>
                  <a:pt x="568" y="1229"/>
                </a:cubicBezTo>
                <a:cubicBezTo>
                  <a:pt x="721" y="1217"/>
                  <a:pt x="946" y="1330"/>
                  <a:pt x="804" y="1589"/>
                </a:cubicBezTo>
                <a:cubicBezTo>
                  <a:pt x="859" y="1556"/>
                  <a:pt x="717" y="1727"/>
                  <a:pt x="568" y="1899"/>
                </a:cubicBezTo>
                <a:cubicBezTo>
                  <a:pt x="568" y="1902"/>
                  <a:pt x="568" y="1902"/>
                  <a:pt x="568" y="1902"/>
                </a:cubicBezTo>
                <a:cubicBezTo>
                  <a:pt x="2274" y="1902"/>
                  <a:pt x="2274" y="1902"/>
                  <a:pt x="2274" y="1902"/>
                </a:cubicBezTo>
                <a:cubicBezTo>
                  <a:pt x="2274" y="1411"/>
                  <a:pt x="2274" y="1411"/>
                  <a:pt x="2274" y="1411"/>
                </a:cubicBezTo>
                <a:cubicBezTo>
                  <a:pt x="2274" y="1320"/>
                  <a:pt x="2347" y="1247"/>
                  <a:pt x="2437" y="1247"/>
                </a:cubicBezTo>
                <a:cubicBezTo>
                  <a:pt x="2528" y="1247"/>
                  <a:pt x="2602" y="1320"/>
                  <a:pt x="2602" y="1411"/>
                </a:cubicBezTo>
                <a:cubicBezTo>
                  <a:pt x="2602" y="1805"/>
                  <a:pt x="2602" y="1805"/>
                  <a:pt x="2602" y="1805"/>
                </a:cubicBezTo>
                <a:cubicBezTo>
                  <a:pt x="2629" y="1784"/>
                  <a:pt x="2663" y="1771"/>
                  <a:pt x="2700" y="1771"/>
                </a:cubicBezTo>
                <a:close/>
                <a:moveTo>
                  <a:pt x="1290" y="1575"/>
                </a:moveTo>
                <a:cubicBezTo>
                  <a:pt x="1027" y="1575"/>
                  <a:pt x="1027" y="1575"/>
                  <a:pt x="1027" y="1575"/>
                </a:cubicBezTo>
                <a:cubicBezTo>
                  <a:pt x="1027" y="1312"/>
                  <a:pt x="1027" y="1312"/>
                  <a:pt x="1027" y="1312"/>
                </a:cubicBezTo>
                <a:cubicBezTo>
                  <a:pt x="1290" y="1312"/>
                  <a:pt x="1290" y="1312"/>
                  <a:pt x="1290" y="1312"/>
                </a:cubicBezTo>
                <a:lnTo>
                  <a:pt x="1290" y="1575"/>
                </a:lnTo>
                <a:close/>
                <a:moveTo>
                  <a:pt x="1290" y="1181"/>
                </a:moveTo>
                <a:cubicBezTo>
                  <a:pt x="1027" y="1181"/>
                  <a:pt x="1027" y="1181"/>
                  <a:pt x="1027" y="1181"/>
                </a:cubicBezTo>
                <a:cubicBezTo>
                  <a:pt x="1027" y="919"/>
                  <a:pt x="1027" y="919"/>
                  <a:pt x="1027" y="919"/>
                </a:cubicBezTo>
                <a:cubicBezTo>
                  <a:pt x="1290" y="919"/>
                  <a:pt x="1290" y="919"/>
                  <a:pt x="1290" y="919"/>
                </a:cubicBezTo>
                <a:lnTo>
                  <a:pt x="1290" y="1181"/>
                </a:lnTo>
                <a:close/>
                <a:moveTo>
                  <a:pt x="1290" y="787"/>
                </a:moveTo>
                <a:cubicBezTo>
                  <a:pt x="1027" y="787"/>
                  <a:pt x="1027" y="787"/>
                  <a:pt x="1027" y="787"/>
                </a:cubicBezTo>
                <a:cubicBezTo>
                  <a:pt x="1027" y="525"/>
                  <a:pt x="1027" y="525"/>
                  <a:pt x="1027" y="525"/>
                </a:cubicBezTo>
                <a:cubicBezTo>
                  <a:pt x="1290" y="525"/>
                  <a:pt x="1290" y="525"/>
                  <a:pt x="1290" y="525"/>
                </a:cubicBezTo>
                <a:lnTo>
                  <a:pt x="1290" y="787"/>
                </a:lnTo>
                <a:close/>
                <a:moveTo>
                  <a:pt x="566" y="2165"/>
                </a:moveTo>
                <a:cubicBezTo>
                  <a:pt x="2274" y="2165"/>
                  <a:pt x="2274" y="2165"/>
                  <a:pt x="2274" y="2165"/>
                </a:cubicBezTo>
                <a:cubicBezTo>
                  <a:pt x="2274" y="1968"/>
                  <a:pt x="2274" y="1968"/>
                  <a:pt x="2274" y="1968"/>
                </a:cubicBezTo>
                <a:cubicBezTo>
                  <a:pt x="566" y="1968"/>
                  <a:pt x="566" y="1968"/>
                  <a:pt x="566" y="1968"/>
                </a:cubicBezTo>
                <a:cubicBezTo>
                  <a:pt x="566" y="2105"/>
                  <a:pt x="566" y="2062"/>
                  <a:pt x="566" y="2165"/>
                </a:cubicBezTo>
                <a:close/>
                <a:moveTo>
                  <a:pt x="3225" y="2034"/>
                </a:moveTo>
                <a:cubicBezTo>
                  <a:pt x="3170" y="2034"/>
                  <a:pt x="3126" y="2078"/>
                  <a:pt x="3126" y="2132"/>
                </a:cubicBezTo>
                <a:cubicBezTo>
                  <a:pt x="3126" y="2230"/>
                  <a:pt x="3126" y="2230"/>
                  <a:pt x="3126" y="2230"/>
                </a:cubicBezTo>
                <a:cubicBezTo>
                  <a:pt x="3061" y="2230"/>
                  <a:pt x="3061" y="2230"/>
                  <a:pt x="3061" y="2230"/>
                </a:cubicBezTo>
                <a:cubicBezTo>
                  <a:pt x="3061" y="2066"/>
                  <a:pt x="3061" y="2066"/>
                  <a:pt x="3061" y="2066"/>
                </a:cubicBezTo>
                <a:cubicBezTo>
                  <a:pt x="3061" y="2012"/>
                  <a:pt x="3017" y="1968"/>
                  <a:pt x="2962" y="1968"/>
                </a:cubicBezTo>
                <a:cubicBezTo>
                  <a:pt x="2908" y="1968"/>
                  <a:pt x="2864" y="2012"/>
                  <a:pt x="2864" y="2066"/>
                </a:cubicBezTo>
                <a:cubicBezTo>
                  <a:pt x="2864" y="2230"/>
                  <a:pt x="2864" y="2230"/>
                  <a:pt x="2864" y="2230"/>
                </a:cubicBezTo>
                <a:cubicBezTo>
                  <a:pt x="2798" y="2230"/>
                  <a:pt x="2798" y="2230"/>
                  <a:pt x="2798" y="2230"/>
                </a:cubicBezTo>
                <a:cubicBezTo>
                  <a:pt x="2798" y="2001"/>
                  <a:pt x="2798" y="2001"/>
                  <a:pt x="2798" y="2001"/>
                </a:cubicBezTo>
                <a:cubicBezTo>
                  <a:pt x="2798" y="1947"/>
                  <a:pt x="2754" y="1902"/>
                  <a:pt x="2700" y="1902"/>
                </a:cubicBezTo>
                <a:cubicBezTo>
                  <a:pt x="2646" y="1902"/>
                  <a:pt x="2602" y="1947"/>
                  <a:pt x="2602" y="2001"/>
                </a:cubicBezTo>
                <a:cubicBezTo>
                  <a:pt x="2602" y="2230"/>
                  <a:pt x="2602" y="2230"/>
                  <a:pt x="2602" y="2230"/>
                </a:cubicBezTo>
                <a:cubicBezTo>
                  <a:pt x="2536" y="2230"/>
                  <a:pt x="2536" y="2230"/>
                  <a:pt x="2536" y="2230"/>
                </a:cubicBezTo>
                <a:cubicBezTo>
                  <a:pt x="2536" y="1476"/>
                  <a:pt x="2536" y="1476"/>
                  <a:pt x="2536" y="1476"/>
                </a:cubicBezTo>
                <a:cubicBezTo>
                  <a:pt x="2536" y="1422"/>
                  <a:pt x="2492" y="1378"/>
                  <a:pt x="2437" y="1378"/>
                </a:cubicBezTo>
                <a:cubicBezTo>
                  <a:pt x="2383" y="1378"/>
                  <a:pt x="2339" y="1422"/>
                  <a:pt x="2339" y="1476"/>
                </a:cubicBezTo>
                <a:cubicBezTo>
                  <a:pt x="2339" y="2230"/>
                  <a:pt x="2339" y="2230"/>
                  <a:pt x="2339" y="2230"/>
                </a:cubicBezTo>
                <a:cubicBezTo>
                  <a:pt x="2073" y="2230"/>
                  <a:pt x="2073" y="2230"/>
                  <a:pt x="2073" y="2230"/>
                </a:cubicBezTo>
                <a:cubicBezTo>
                  <a:pt x="2208" y="2821"/>
                  <a:pt x="2208" y="2821"/>
                  <a:pt x="2208" y="2821"/>
                </a:cubicBezTo>
                <a:cubicBezTo>
                  <a:pt x="3323" y="2821"/>
                  <a:pt x="3323" y="2821"/>
                  <a:pt x="3323" y="2821"/>
                </a:cubicBezTo>
                <a:cubicBezTo>
                  <a:pt x="3323" y="2132"/>
                  <a:pt x="3323" y="2132"/>
                  <a:pt x="3323" y="2132"/>
                </a:cubicBezTo>
                <a:cubicBezTo>
                  <a:pt x="3323" y="2078"/>
                  <a:pt x="3279" y="2034"/>
                  <a:pt x="3225" y="2034"/>
                </a:cubicBezTo>
                <a:close/>
                <a:moveTo>
                  <a:pt x="356" y="1963"/>
                </a:moveTo>
                <a:cubicBezTo>
                  <a:pt x="356" y="1963"/>
                  <a:pt x="732" y="1525"/>
                  <a:pt x="650" y="1575"/>
                </a:cubicBezTo>
                <a:cubicBezTo>
                  <a:pt x="765" y="1421"/>
                  <a:pt x="585" y="1318"/>
                  <a:pt x="513" y="1405"/>
                </a:cubicBezTo>
                <a:cubicBezTo>
                  <a:pt x="442" y="1492"/>
                  <a:pt x="109" y="1946"/>
                  <a:pt x="109" y="1946"/>
                </a:cubicBezTo>
                <a:cubicBezTo>
                  <a:pt x="109" y="1946"/>
                  <a:pt x="0" y="2094"/>
                  <a:pt x="109" y="2225"/>
                </a:cubicBezTo>
                <a:cubicBezTo>
                  <a:pt x="131" y="2247"/>
                  <a:pt x="716" y="2815"/>
                  <a:pt x="716" y="2815"/>
                </a:cubicBezTo>
                <a:cubicBezTo>
                  <a:pt x="716" y="2815"/>
                  <a:pt x="781" y="2908"/>
                  <a:pt x="880" y="2821"/>
                </a:cubicBezTo>
                <a:cubicBezTo>
                  <a:pt x="978" y="2733"/>
                  <a:pt x="1350" y="2372"/>
                  <a:pt x="1350" y="2372"/>
                </a:cubicBezTo>
                <a:cubicBezTo>
                  <a:pt x="1350" y="2230"/>
                  <a:pt x="1350" y="2230"/>
                  <a:pt x="1350" y="2230"/>
                </a:cubicBezTo>
                <a:cubicBezTo>
                  <a:pt x="1350" y="2230"/>
                  <a:pt x="761" y="2230"/>
                  <a:pt x="531" y="2230"/>
                </a:cubicBezTo>
                <a:cubicBezTo>
                  <a:pt x="236" y="2230"/>
                  <a:pt x="356" y="1963"/>
                  <a:pt x="356" y="1963"/>
                </a:cubicBezTo>
                <a:close/>
              </a:path>
            </a:pathLst>
          </a:custGeom>
          <a:solidFill>
            <a:schemeClr val="accent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>
              <a:solidFill>
                <a:srgbClr val="FFFFFF"/>
              </a:solidFill>
              <a:latin typeface="Georgia" panose="02040502050405020303" charset="0"/>
              <a:ea typeface="Arial" panose="020B0604020202020204" pitchFamily="34" charset="0"/>
              <a:cs typeface="Georgia" panose="02040502050405020303" charset="0"/>
            </a:endParaRPr>
          </a:p>
        </p:txBody>
      </p:sp>
      <p:sp>
        <p:nvSpPr>
          <p:cNvPr id="23" name="矩形 22" descr="#clear#"/>
          <p:cNvSpPr/>
          <p:nvPr/>
        </p:nvSpPr>
        <p:spPr>
          <a:xfrm>
            <a:off x="8067040" y="4582795"/>
            <a:ext cx="3942715" cy="135191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l">
              <a:lnSpc>
                <a:spcPct val="150000"/>
              </a:lnSpc>
            </a:pPr>
            <a:r>
              <a:rPr lang="en-US" altLang="en-US" sz="1800" dirty="0">
                <a:solidFill>
                  <a:schemeClr val="tx1"/>
                </a:solidFill>
                <a:latin typeface="Georgia" panose="02040502050405020303" charset="0"/>
                <a:ea typeface="Arial" panose="020B0604020202020204" pitchFamily="34" charset="0"/>
                <a:cs typeface="Georgia" panose="02040502050405020303" charset="0"/>
              </a:rPr>
              <a:t>Acknowledgments : Thanks to the team members for their contributions in making this project a success.</a:t>
            </a:r>
            <a:endParaRPr lang="en-US" altLang="en-US" sz="1800" dirty="0">
              <a:solidFill>
                <a:schemeClr val="tx1"/>
              </a:solidFill>
              <a:latin typeface="Georgia" panose="02040502050405020303" charset="0"/>
              <a:ea typeface="Arial" panose="020B0604020202020204" pitchFamily="34" charset="0"/>
              <a:cs typeface="Georgia" panose="02040502050405020303" charset="0"/>
            </a:endParaRPr>
          </a:p>
        </p:txBody>
      </p:sp>
      <p:sp>
        <p:nvSpPr>
          <p:cNvPr id="25" name="矩形 24" descr="#clear#"/>
          <p:cNvSpPr/>
          <p:nvPr/>
        </p:nvSpPr>
        <p:spPr>
          <a:xfrm>
            <a:off x="909726" y="2273404"/>
            <a:ext cx="5462939" cy="1586840"/>
          </a:xfrm>
          <a:prstGeom prst="rect">
            <a:avLst/>
          </a:prstGeom>
          <a:solidFill>
            <a:schemeClr val="accent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>
              <a:lnSpc>
                <a:spcPct val="150000"/>
              </a:lnSpc>
            </a:pPr>
            <a:r>
              <a:rPr lang="en-US" altLang="en-US" sz="1600" dirty="0">
                <a:solidFill>
                  <a:srgbClr val="FEFFFF"/>
                </a:solidFill>
                <a:latin typeface="Georgia" panose="02040502050405020303" charset="0"/>
                <a:ea typeface="Arial" panose="020B0604020202020204" pitchFamily="34" charset="0"/>
                <a:cs typeface="Georgia" panose="02040502050405020303" charset="0"/>
              </a:rPr>
              <a:t>Summary : Campus Hub is an efficient solution for managing educational data, streamlining administrative tasks, and ensuring data security.</a:t>
            </a:r>
            <a:endParaRPr lang="en-US" altLang="en-US" sz="1600" dirty="0">
              <a:solidFill>
                <a:srgbClr val="FEFFFF"/>
              </a:solidFill>
              <a:latin typeface="Georgia" panose="02040502050405020303" charset="0"/>
              <a:ea typeface="Arial" panose="020B0604020202020204" pitchFamily="34" charset="0"/>
              <a:cs typeface="Georgia" panose="02040502050405020303" charset="0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909726" y="2011682"/>
            <a:ext cx="5462939" cy="36000"/>
          </a:xfrm>
          <a:prstGeom prst="rect">
            <a:avLst/>
          </a:prstGeom>
          <a:solidFill>
            <a:schemeClr val="accent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Georgia" panose="02040502050405020303" charset="0"/>
              <a:ea typeface="Arial" panose="020B0604020202020204" pitchFamily="34" charset="0"/>
              <a:cs typeface="Georgia" panose="02040502050405020303" charset="0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909726" y="4085966"/>
            <a:ext cx="5462939" cy="36000"/>
          </a:xfrm>
          <a:prstGeom prst="rect">
            <a:avLst/>
          </a:prstGeom>
          <a:solidFill>
            <a:schemeClr val="accent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Georgia" panose="02040502050405020303" charset="0"/>
              <a:ea typeface="Arial" panose="020B0604020202020204" pitchFamily="34" charset="0"/>
              <a:cs typeface="Georgia" panose="02040502050405020303" charset="0"/>
            </a:endParaRPr>
          </a:p>
        </p:txBody>
      </p:sp>
      <p:sp>
        <p:nvSpPr>
          <p:cNvPr id="30" name="矩形 29" descr="#clear#"/>
          <p:cNvSpPr/>
          <p:nvPr/>
        </p:nvSpPr>
        <p:spPr>
          <a:xfrm>
            <a:off x="909726" y="4347688"/>
            <a:ext cx="5462939" cy="1586840"/>
          </a:xfrm>
          <a:prstGeom prst="rect">
            <a:avLst/>
          </a:prstGeom>
          <a:solidFill>
            <a:schemeClr val="accent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>
              <a:lnSpc>
                <a:spcPct val="150000"/>
              </a:lnSpc>
            </a:pPr>
            <a:r>
              <a:rPr lang="en-US" altLang="en-US" sz="1600" dirty="0">
                <a:ln w="3175">
                  <a:noFill/>
                </a:ln>
                <a:solidFill>
                  <a:srgbClr val="FEFFFF"/>
                </a:solidFill>
                <a:latin typeface="Georgia" panose="02040502050405020303" charset="0"/>
                <a:ea typeface="Arial" panose="020B0604020202020204" pitchFamily="34" charset="0"/>
                <a:cs typeface="Georgia" panose="02040502050405020303" charset="0"/>
              </a:rPr>
              <a:t>Impact: The system significantly reduces manual work, minimizes errors, and improves decision-making in educational institutions.</a:t>
            </a:r>
            <a:endParaRPr lang="en-US" altLang="en-US" sz="1600" dirty="0">
              <a:ln w="3175">
                <a:noFill/>
              </a:ln>
              <a:solidFill>
                <a:srgbClr val="FEFFFF"/>
              </a:solidFill>
              <a:latin typeface="Georgia" panose="02040502050405020303" charset="0"/>
              <a:ea typeface="Arial" panose="020B0604020202020204" pitchFamily="34" charset="0"/>
              <a:cs typeface="Georgia" panose="02040502050405020303" charset="0"/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909726" y="6160250"/>
            <a:ext cx="5462939" cy="36000"/>
          </a:xfrm>
          <a:prstGeom prst="rect">
            <a:avLst/>
          </a:prstGeom>
          <a:solidFill>
            <a:schemeClr val="accent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Georgia" panose="02040502050405020303" charset="0"/>
              <a:ea typeface="Arial" panose="020B0604020202020204" pitchFamily="34" charset="0"/>
              <a:cs typeface="Georgia" panose="02040502050405020303" charset="0"/>
            </a:endParaRPr>
          </a:p>
        </p:txBody>
      </p:sp>
    </p:spTree>
  </p:cSld>
  <p:clrMapOvr>
    <a:masterClrMapping/>
  </p:clrMapOvr>
  <p:transition spd="slow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347595" y="2644775"/>
            <a:ext cx="7496810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9600">
                <a:latin typeface="Georgia" panose="02040502050405020303" charset="0"/>
                <a:cs typeface="Georgia" panose="02040502050405020303" charset="0"/>
              </a:rPr>
              <a:t>THANK YOU</a:t>
            </a:r>
            <a:endParaRPr lang="en-US" altLang="zh-CN" sz="9600">
              <a:latin typeface="Georgia" panose="02040502050405020303" charset="0"/>
              <a:cs typeface="Georgia" panose="02040502050405020303" charset="0"/>
            </a:endParaRPr>
          </a:p>
        </p:txBody>
      </p:sp>
    </p:spTree>
  </p:cSld>
  <p:clrMapOvr>
    <a:masterClrMapping/>
  </p:clrMapOvr>
  <p:transition spd="slow"/>
</p:sld>
</file>

<file path=ppt/tags/tag1.xml><?xml version="1.0" encoding="utf-8"?>
<p:tagLst xmlns:p="http://schemas.openxmlformats.org/presentationml/2006/main">
  <p:tag name="MH" val="20160621213506"/>
  <p:tag name="MH_LIBRARY" val="CONTENTS"/>
  <p:tag name="MH_TYPE" val="OTHERS"/>
  <p:tag name="ID" val="553532"/>
</p:tagLst>
</file>

<file path=ppt/tags/tag2.xml><?xml version="1.0" encoding="utf-8"?>
<p:tagLst xmlns:p="http://schemas.openxmlformats.org/presentationml/2006/main">
  <p:tag name="MH" val="20160621213506"/>
  <p:tag name="MH_LIBRARY" val="CONTENTS"/>
  <p:tag name="MH_TYPE" val="ENTRY"/>
  <p:tag name="ID" val="553532"/>
  <p:tag name="MH_ORDER" val="1"/>
</p:tagLst>
</file>

<file path=ppt/tags/tag3.xml><?xml version="1.0" encoding="utf-8"?>
<p:tagLst xmlns:p="http://schemas.openxmlformats.org/presentationml/2006/main">
  <p:tag name="MH" val="20160621213506"/>
  <p:tag name="MH_LIBRARY" val="CONTENTS"/>
  <p:tag name="MH_TYPE" val="OTHERS"/>
  <p:tag name="ID" val="553532"/>
</p:tagLst>
</file>

<file path=ppt/tags/tag4.xml><?xml version="1.0" encoding="utf-8"?>
<p:tagLst xmlns:p="http://schemas.openxmlformats.org/presentationml/2006/main">
  <p:tag name="MH" val="20160621213506"/>
  <p:tag name="MH_LIBRARY" val="CONTENTS"/>
  <p:tag name="MH_TYPE" val="OTHERS"/>
  <p:tag name="ID" val="553532"/>
</p:tagLst>
</file>

<file path=ppt/tags/tag5.xml><?xml version="1.0" encoding="utf-8"?>
<p:tagLst xmlns:p="http://schemas.openxmlformats.org/presentationml/2006/main">
  <p:tag name="MH" val="20160621213506"/>
  <p:tag name="MH_LIBRARY" val="CONTENTS"/>
  <p:tag name="MH_TYPE" val="ENTRY"/>
  <p:tag name="ID" val="553532"/>
  <p:tag name="MH_ORDER" val="1"/>
</p:tagLst>
</file>

<file path=ppt/tags/tag6.xml><?xml version="1.0" encoding="utf-8"?>
<p:tagLst xmlns:p="http://schemas.openxmlformats.org/presentationml/2006/main">
  <p:tag name="MH" val="20160621213506"/>
  <p:tag name="MH_LIBRARY" val="CONTENTS"/>
  <p:tag name="MH_TYPE" val="OTHERS"/>
  <p:tag name="ID" val="553532"/>
</p:tagLst>
</file>

<file path=ppt/tags/tag7.xml><?xml version="1.0" encoding="utf-8"?>
<p:tagLst xmlns:p="http://schemas.openxmlformats.org/presentationml/2006/main">
  <p:tag name="MH" val="20160621213506"/>
  <p:tag name="MH_LIBRARY" val="CONTENTS"/>
  <p:tag name="MH_TYPE" val="OTHERS"/>
  <p:tag name="ID" val="553532"/>
</p:tagLst>
</file>

<file path=ppt/tags/tag8.xml><?xml version="1.0" encoding="utf-8"?>
<p:tagLst xmlns:p="http://schemas.openxmlformats.org/presentationml/2006/main">
  <p:tag name="MH" val="20160621213506"/>
  <p:tag name="MH_LIBRARY" val="CONTENTS"/>
  <p:tag name="MH_TYPE" val="ENTRY"/>
  <p:tag name="ID" val="553532"/>
  <p:tag name="MH_ORDER" val="1"/>
</p:tagLst>
</file>

<file path=ppt/tags/tag9.xml><?xml version="1.0" encoding="utf-8"?>
<p:tagLst xmlns:p="http://schemas.openxmlformats.org/presentationml/2006/main">
  <p:tag name="MH" val="20160621213506"/>
  <p:tag name="MH_LIBRARY" val="CONTENTS"/>
  <p:tag name="MH_TYPE" val="OTHERS"/>
  <p:tag name="ID" val="553532"/>
</p:tagLst>
</file>

<file path=ppt/tags/tag10.xml><?xml version="1.0" encoding="utf-8"?>
<p:tagLst xmlns:p="http://schemas.openxmlformats.org/presentationml/2006/main">
  <p:tag name="MH" val="20160621213506"/>
  <p:tag name="MH_LIBRARY" val="CONTENTS"/>
  <p:tag name="MH_TYPE" val="NUMBER"/>
  <p:tag name="ID" val="553532"/>
  <p:tag name="MH_ORDER" val="1"/>
</p:tagLst>
</file>

<file path=ppt/tags/tag11.xml><?xml version="1.0" encoding="utf-8"?>
<p:tagLst xmlns:p="http://schemas.openxmlformats.org/presentationml/2006/main">
  <p:tag name="MH" val="20160621213506"/>
  <p:tag name="MH_LIBRARY" val="CONTENTS"/>
  <p:tag name="MH_TYPE" val="NUMBER"/>
  <p:tag name="ID" val="553532"/>
  <p:tag name="MH_ORDER" val="1"/>
</p:tagLst>
</file>

<file path=ppt/tags/tag12.xml><?xml version="1.0" encoding="utf-8"?>
<p:tagLst xmlns:p="http://schemas.openxmlformats.org/presentationml/2006/main">
  <p:tag name="MH" val="20160621213506"/>
  <p:tag name="MH_LIBRARY" val="CONTENTS"/>
  <p:tag name="MH_TYPE" val="NUMBER"/>
  <p:tag name="ID" val="553532"/>
  <p:tag name="MH_ORDER" val="1"/>
</p:tagLst>
</file>

<file path=ppt/tags/tag13.xml><?xml version="1.0" encoding="utf-8"?>
<p:tagLst xmlns:p="http://schemas.openxmlformats.org/presentationml/2006/main">
  <p:tag name="MH" val="20160624102044"/>
  <p:tag name="MH_LIBRARY" val="GRAPHIC"/>
  <p:tag name="MH_TYPE" val="Other"/>
  <p:tag name="MH_ORDER" val="5"/>
</p:tagLst>
</file>

<file path=ppt/tags/tag14.xml><?xml version="1.0" encoding="utf-8"?>
<p:tagLst xmlns:p="http://schemas.openxmlformats.org/presentationml/2006/main">
  <p:tag name="MH" val="20160624102044"/>
  <p:tag name="MH_LIBRARY" val="GRAPHIC"/>
  <p:tag name="MH_TYPE" val="Other"/>
  <p:tag name="MH_ORDER" val="5"/>
</p:tagLst>
</file>

<file path=ppt/tags/tag15.xml><?xml version="1.0" encoding="utf-8"?>
<p:tagLst xmlns:p="http://schemas.openxmlformats.org/presentationml/2006/main">
  <p:tag name="MH" val="20160624102044"/>
  <p:tag name="MH_LIBRARY" val="GRAPHIC"/>
  <p:tag name="MH_TYPE" val="Other"/>
  <p:tag name="MH_ORDER" val="5"/>
</p:tagLst>
</file>

<file path=ppt/tags/tag16.xml><?xml version="1.0" encoding="utf-8"?>
<p:tagLst xmlns:p="http://schemas.openxmlformats.org/presentationml/2006/main">
  <p:tag name="MH" val="20160624102044"/>
  <p:tag name="MH_LIBRARY" val="GRAPHIC"/>
  <p:tag name="MH_TYPE" val="Other"/>
  <p:tag name="MH_ORDER" val="5"/>
</p:tagLst>
</file>

<file path=ppt/theme/theme1.xml><?xml version="1.0" encoding="utf-8"?>
<a:theme xmlns:a="http://schemas.openxmlformats.org/drawingml/2006/main" name="A000120141119A01PPBG">
  <a:themeElements>
    <a:clrScheme name="自定义 104">
      <a:dk1>
        <a:srgbClr val="FFFFFF"/>
      </a:dk1>
      <a:lt1>
        <a:srgbClr val="4D4D4D"/>
      </a:lt1>
      <a:dk2>
        <a:srgbClr val="FFFFFF"/>
      </a:dk2>
      <a:lt2>
        <a:srgbClr val="4D4D4D"/>
      </a:lt2>
      <a:accent1>
        <a:srgbClr val="58A69C"/>
      </a:accent1>
      <a:accent2>
        <a:srgbClr val="64C4AB"/>
      </a:accent2>
      <a:accent3>
        <a:srgbClr val="6398A9"/>
      </a:accent3>
      <a:accent4>
        <a:srgbClr val="E3CC45"/>
      </a:accent4>
      <a:accent5>
        <a:srgbClr val="E676A9"/>
      </a:accent5>
      <a:accent6>
        <a:srgbClr val="B97375"/>
      </a:accent6>
      <a:hlink>
        <a:srgbClr val="EF342B"/>
      </a:hlink>
      <a:folHlink>
        <a:srgbClr val="7F7F7F"/>
      </a:folHlink>
    </a:clrScheme>
    <a:fontScheme name="自定义 2">
      <a:majorFont>
        <a:latin typeface="等线 Light"/>
        <a:ea typeface="微软雅黑"/>
        <a:cs typeface=""/>
      </a:majorFont>
      <a:minorFont>
        <a:latin typeface="等线"/>
        <a:ea typeface="幼圆"/>
        <a:cs typeface="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小清新文艺花瓣模板</Template>
  <TotalTime>0</TotalTime>
  <Words>5885</Words>
  <Application>WPS Presentation</Application>
  <PresentationFormat>宽屏</PresentationFormat>
  <Paragraphs>262</Paragraphs>
  <Slides>27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27</vt:i4>
      </vt:variant>
    </vt:vector>
  </HeadingPairs>
  <TitlesOfParts>
    <vt:vector size="42" baseType="lpstr">
      <vt:lpstr>Arial</vt:lpstr>
      <vt:lpstr>SimSun</vt:lpstr>
      <vt:lpstr>Wingdings</vt:lpstr>
      <vt:lpstr>Calibri</vt:lpstr>
      <vt:lpstr>幼圆</vt:lpstr>
      <vt:lpstr>等线 Light</vt:lpstr>
      <vt:lpstr>Tempus Sans ITC</vt:lpstr>
      <vt:lpstr>Gabriola</vt:lpstr>
      <vt:lpstr>Wingdings 2</vt:lpstr>
      <vt:lpstr>Wingdings</vt:lpstr>
      <vt:lpstr>Georgia</vt:lpstr>
      <vt:lpstr>等线</vt:lpstr>
      <vt:lpstr>Microsoft YaHei</vt:lpstr>
      <vt:lpstr>Arial Unicode MS</vt:lpstr>
      <vt:lpstr>A000120141119A01PPBG</vt:lpstr>
      <vt:lpstr>CAMPUS  HUB ONE CAMPUS, INFINITE POSSIBILITIES</vt:lpstr>
      <vt:lpstr>PowerPoint 演示文稿</vt:lpstr>
      <vt:lpstr>01 INTRODUCTION</vt:lpstr>
      <vt:lpstr>What is Campus Hub ?</vt:lpstr>
      <vt:lpstr>02 PROBLEM STATEMENT</vt:lpstr>
      <vt:lpstr>Challenges Faced
</vt:lpstr>
      <vt:lpstr>03 Why This Project?</vt:lpstr>
      <vt:lpstr>What was the need for this project ?</vt:lpstr>
      <vt:lpstr>04 How it Solves the Problem ?</vt:lpstr>
      <vt:lpstr>How “ Campus Hub ” solves the problem ?
</vt:lpstr>
      <vt:lpstr>05 Technologies Used</vt:lpstr>
      <vt:lpstr>Which Technologies are used ?
</vt:lpstr>
      <vt:lpstr>06 Functional Requirements</vt:lpstr>
      <vt:lpstr>Following are the Functional Requirements :
</vt:lpstr>
      <vt:lpstr>07  Non-Functional Requirements</vt:lpstr>
      <vt:lpstr>Following are the Non-Functional Requirements :
</vt:lpstr>
      <vt:lpstr>08 Artifacts Overview</vt:lpstr>
      <vt:lpstr>PowerPoint 演示文稿</vt:lpstr>
      <vt:lpstr>SRS(Software Requirement Specification)
</vt:lpstr>
      <vt:lpstr>Diagrams</vt:lpstr>
      <vt:lpstr>Architecture</vt:lpstr>
      <vt:lpstr>Test Cases: </vt:lpstr>
      <vt:lpstr>10 Future Enhancements</vt:lpstr>
      <vt:lpstr>PowerPoint 演示文稿</vt:lpstr>
      <vt:lpstr>11 Conclusion</vt:lpstr>
      <vt:lpstr>CONCLUSION 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NEW TERM Teaching Plan Template</dc:title>
  <dc:creator/>
  <cp:lastModifiedBy>Seemab Malik</cp:lastModifiedBy>
  <cp:revision>24</cp:revision>
  <dcterms:created xsi:type="dcterms:W3CDTF">2019-07-11T08:43:00Z</dcterms:created>
  <dcterms:modified xsi:type="dcterms:W3CDTF">2024-11-28T05:50:16Z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1033-12.2.0.18911</vt:lpwstr>
  </property>
  <property fmtid="{D5CDD505-2E9C-101B-9397-08002B2CF9AE}" pid="3" name="ICV">
    <vt:lpwstr>E87DF23E8B4A4ABDB6054F12D60934CC_11</vt:lpwstr>
  </property>
</Properties>
</file>